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9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</p:sldIdLst>
  <p:sldSz cy="5143500" cx="9144000"/>
  <p:notesSz cx="6858000" cy="9144000"/>
  <p:embeddedFontLst>
    <p:embeddedFont>
      <p:font typeface="Blinker"/>
      <p:regular r:id="rId25"/>
      <p:bold r:id="rId26"/>
    </p:embeddedFont>
    <p:embeddedFont>
      <p:font typeface="Jura"/>
      <p:regular r:id="rId27"/>
      <p:bold r:id="rId28"/>
    </p:embeddedFont>
    <p:embeddedFont>
      <p:font typeface="Redressed"/>
      <p:regular r:id="rId2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font" Target="fonts/Blinker-bold.fntdata"/><Relationship Id="rId25" Type="http://schemas.openxmlformats.org/officeDocument/2006/relationships/font" Target="fonts/Blinker-regular.fntdata"/><Relationship Id="rId28" Type="http://schemas.openxmlformats.org/officeDocument/2006/relationships/font" Target="fonts/Jura-bold.fntdata"/><Relationship Id="rId27" Type="http://schemas.openxmlformats.org/officeDocument/2006/relationships/font" Target="fonts/Jura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font" Target="fonts/Redressed-regular.fntdata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984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2984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2984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2984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984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2984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2984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2984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38" name="Shape 32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39" name="Google Shape;32039;p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040" name="Google Shape;32040;p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44" name="Shape 32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45" name="Google Shape;32045;p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046" name="Google Shape;32046;p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52" name="Shape 3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3" name="Google Shape;32053;g3f00585f536_3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54" name="Google Shape;32054;g3f00585f536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61" name="Shape 32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62" name="Google Shape;32062;g3f00585f536_3_320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63" name="Google Shape;32063;g3f00585f536_3_320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68" name="Shape 32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69" name="Google Shape;32069;p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070" name="Google Shape;32070;p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79" name="Shape 32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80" name="Google Shape;32080;p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081" name="Google Shape;32081;p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88" name="Shape 32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89" name="Google Shape;32089;g3f00585f536_3_629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90" name="Google Shape;32090;g3f00585f536_3_629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95" name="Shape 32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96" name="Google Shape;32096;p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097" name="Google Shape;32097;p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01" name="Shape 32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02" name="Google Shape;32102;p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03" name="Google Shape;32103;p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08" name="Shape 32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09" name="Google Shape;32109;p1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10" name="Google Shape;32110;p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15" name="Shape 3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16" name="Google Shape;32116;p1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17" name="Google Shape;32117;p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22" name="Shape 3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23" name="Google Shape;32123;p1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24" name="Google Shape;32124;p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29" name="Shape 32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30" name="Google Shape;32130;p1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31" name="Google Shape;32131;p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36" name="Shape 32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37" name="Google Shape;32137;p1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38" name="Google Shape;32138;p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43" name="Shape 32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44" name="Google Shape;32144;p1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45" name="Google Shape;32145;p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50" name="Shape 32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1" name="Google Shape;32151;p1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52" name="Google Shape;32152;p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57" name="Shape 32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8" name="Google Shape;32158;p1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59" name="Google Shape;32159;p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63" name="Shape 32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64" name="Google Shape;32164;p1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65" name="Google Shape;32165;p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70" name="Shape 32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71" name="Google Shape;32171;p1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2172" name="Google Shape;32172;p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slidesgo.com/" TargetMode="External"/><Relationship Id="rId3" Type="http://schemas.openxmlformats.org/officeDocument/2006/relationships/hyperlink" Target="https://www.flaticon.com/" TargetMode="External"/><Relationship Id="rId4" Type="http://schemas.openxmlformats.org/officeDocument/2006/relationships/hyperlink" Target="https://www.freepik.com/" TargetMode="Externa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63" y="5113583"/>
            <a:ext cx="26093" cy="29889"/>
          </a:xfrm>
          <a:custGeom>
            <a:rect b="b" l="l" r="r" t="t"/>
            <a:pathLst>
              <a:path extrusionOk="0" h="271" w="237">
                <a:moveTo>
                  <a:pt x="1" y="0"/>
                </a:moveTo>
                <a:lnTo>
                  <a:pt x="1" y="135"/>
                </a:lnTo>
                <a:cubicBezTo>
                  <a:pt x="41" y="182"/>
                  <a:pt x="82" y="230"/>
                  <a:pt x="122" y="270"/>
                </a:cubicBezTo>
                <a:lnTo>
                  <a:pt x="237" y="270"/>
                </a:lnTo>
                <a:cubicBezTo>
                  <a:pt x="156" y="182"/>
                  <a:pt x="75" y="95"/>
                  <a:pt x="1" y="0"/>
                </a:cubicBezTo>
                <a:close/>
              </a:path>
            </a:pathLst>
          </a:custGeom>
          <a:solidFill>
            <a:srgbClr val="DFC29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" name="Google Shape;10;p2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1" name="Google Shape;11;p2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33" name="Google Shape;1033;p2"/>
          <p:cNvSpPr/>
          <p:nvPr/>
        </p:nvSpPr>
        <p:spPr>
          <a:xfrm>
            <a:off x="2068025" y="145725"/>
            <a:ext cx="5007900" cy="5007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4" name="Google Shape;1034;p2"/>
          <p:cNvSpPr txBox="1"/>
          <p:nvPr>
            <p:ph type="ctrTitle"/>
          </p:nvPr>
        </p:nvSpPr>
        <p:spPr>
          <a:xfrm>
            <a:off x="2146200" y="814250"/>
            <a:ext cx="4851600" cy="1756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4500">
                <a:solidFill>
                  <a:schemeClr val="l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/>
        </p:txBody>
      </p:sp>
      <p:sp>
        <p:nvSpPr>
          <p:cNvPr id="1035" name="Google Shape;1035;p2"/>
          <p:cNvSpPr txBox="1"/>
          <p:nvPr>
            <p:ph idx="1" type="subTitle"/>
          </p:nvPr>
        </p:nvSpPr>
        <p:spPr>
          <a:xfrm>
            <a:off x="2146200" y="2439175"/>
            <a:ext cx="4851600" cy="59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18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9pPr>
          </a:lstStyle>
          <a:p/>
        </p:txBody>
      </p:sp>
      <p:grpSp>
        <p:nvGrpSpPr>
          <p:cNvPr id="1036" name="Google Shape;1036;p2"/>
          <p:cNvGrpSpPr/>
          <p:nvPr/>
        </p:nvGrpSpPr>
        <p:grpSpPr>
          <a:xfrm>
            <a:off x="1205748" y="3147450"/>
            <a:ext cx="6033840" cy="2010900"/>
            <a:chOff x="2182250" y="612700"/>
            <a:chExt cx="1215275" cy="528225"/>
          </a:xfrm>
        </p:grpSpPr>
        <p:sp>
          <p:nvSpPr>
            <p:cNvPr id="1037" name="Google Shape;1037;p2"/>
            <p:cNvSpPr/>
            <p:nvPr/>
          </p:nvSpPr>
          <p:spPr>
            <a:xfrm>
              <a:off x="2182250" y="627625"/>
              <a:ext cx="1211400" cy="513300"/>
            </a:xfrm>
            <a:custGeom>
              <a:rect b="b" l="l" r="r" t="t"/>
              <a:pathLst>
                <a:path extrusionOk="0" h="20532" w="48456">
                  <a:moveTo>
                    <a:pt x="27801" y="0"/>
                  </a:moveTo>
                  <a:cubicBezTo>
                    <a:pt x="27308" y="0"/>
                    <a:pt x="26808" y="63"/>
                    <a:pt x="26352" y="215"/>
                  </a:cubicBezTo>
                  <a:cubicBezTo>
                    <a:pt x="25573" y="475"/>
                    <a:pt x="24924" y="475"/>
                    <a:pt x="24341" y="475"/>
                  </a:cubicBezTo>
                  <a:cubicBezTo>
                    <a:pt x="23758" y="475"/>
                    <a:pt x="23240" y="475"/>
                    <a:pt x="22724" y="735"/>
                  </a:cubicBezTo>
                  <a:cubicBezTo>
                    <a:pt x="21686" y="1254"/>
                    <a:pt x="18571" y="4888"/>
                    <a:pt x="17013" y="6439"/>
                  </a:cubicBezTo>
                  <a:cubicBezTo>
                    <a:pt x="15462" y="7997"/>
                    <a:pt x="10789" y="12663"/>
                    <a:pt x="7681" y="15259"/>
                  </a:cubicBezTo>
                  <a:cubicBezTo>
                    <a:pt x="5584" y="17005"/>
                    <a:pt x="2071" y="18988"/>
                    <a:pt x="1" y="20100"/>
                  </a:cubicBezTo>
                  <a:lnTo>
                    <a:pt x="1" y="20532"/>
                  </a:lnTo>
                  <a:lnTo>
                    <a:pt x="48455" y="20532"/>
                  </a:lnTo>
                  <a:cubicBezTo>
                    <a:pt x="46311" y="19095"/>
                    <a:pt x="43553" y="17147"/>
                    <a:pt x="41395" y="15259"/>
                  </a:cubicBezTo>
                  <a:cubicBezTo>
                    <a:pt x="37242" y="11624"/>
                    <a:pt x="31018" y="1254"/>
                    <a:pt x="30499" y="735"/>
                  </a:cubicBezTo>
                  <a:cubicBezTo>
                    <a:pt x="30132" y="367"/>
                    <a:pt x="28989" y="0"/>
                    <a:pt x="27801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2323675" y="1009500"/>
              <a:ext cx="151350" cy="131425"/>
            </a:xfrm>
            <a:custGeom>
              <a:rect b="b" l="l" r="r" t="t"/>
              <a:pathLst>
                <a:path extrusionOk="0" h="5257" w="6054">
                  <a:moveTo>
                    <a:pt x="5845" y="0"/>
                  </a:moveTo>
                  <a:cubicBezTo>
                    <a:pt x="5840" y="0"/>
                    <a:pt x="5834" y="2"/>
                    <a:pt x="5827" y="4"/>
                  </a:cubicBezTo>
                  <a:cubicBezTo>
                    <a:pt x="5510" y="105"/>
                    <a:pt x="4370" y="624"/>
                    <a:pt x="62" y="5189"/>
                  </a:cubicBezTo>
                  <a:cubicBezTo>
                    <a:pt x="41" y="5216"/>
                    <a:pt x="21" y="5236"/>
                    <a:pt x="1" y="5257"/>
                  </a:cubicBezTo>
                  <a:lnTo>
                    <a:pt x="1700" y="5257"/>
                  </a:lnTo>
                  <a:cubicBezTo>
                    <a:pt x="1950" y="4872"/>
                    <a:pt x="2246" y="4475"/>
                    <a:pt x="2617" y="4056"/>
                  </a:cubicBezTo>
                  <a:cubicBezTo>
                    <a:pt x="4245" y="2251"/>
                    <a:pt x="6053" y="0"/>
                    <a:pt x="5845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2956575" y="1009500"/>
              <a:ext cx="151325" cy="131425"/>
            </a:xfrm>
            <a:custGeom>
              <a:rect b="b" l="l" r="r" t="t"/>
              <a:pathLst>
                <a:path extrusionOk="0" h="5257" w="6053">
                  <a:moveTo>
                    <a:pt x="209" y="0"/>
                  </a:moveTo>
                  <a:cubicBezTo>
                    <a:pt x="1" y="0"/>
                    <a:pt x="1809" y="2251"/>
                    <a:pt x="3437" y="4056"/>
                  </a:cubicBezTo>
                  <a:cubicBezTo>
                    <a:pt x="3808" y="4475"/>
                    <a:pt x="4104" y="4872"/>
                    <a:pt x="4347" y="5257"/>
                  </a:cubicBezTo>
                  <a:lnTo>
                    <a:pt x="6053" y="5257"/>
                  </a:lnTo>
                  <a:cubicBezTo>
                    <a:pt x="6033" y="5236"/>
                    <a:pt x="6012" y="5216"/>
                    <a:pt x="5992" y="5189"/>
                  </a:cubicBezTo>
                  <a:cubicBezTo>
                    <a:pt x="1677" y="624"/>
                    <a:pt x="537" y="105"/>
                    <a:pt x="227" y="4"/>
                  </a:cubicBezTo>
                  <a:cubicBezTo>
                    <a:pt x="220" y="2"/>
                    <a:pt x="214" y="0"/>
                    <a:pt x="209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2627800" y="1008250"/>
              <a:ext cx="69850" cy="132675"/>
            </a:xfrm>
            <a:custGeom>
              <a:rect b="b" l="l" r="r" t="t"/>
              <a:pathLst>
                <a:path extrusionOk="0" h="5307" w="2794">
                  <a:moveTo>
                    <a:pt x="2755" y="0"/>
                  </a:moveTo>
                  <a:cubicBezTo>
                    <a:pt x="2595" y="0"/>
                    <a:pt x="1848" y="1504"/>
                    <a:pt x="1848" y="1504"/>
                  </a:cubicBezTo>
                  <a:cubicBezTo>
                    <a:pt x="1848" y="1504"/>
                    <a:pt x="998" y="2920"/>
                    <a:pt x="486" y="4181"/>
                  </a:cubicBezTo>
                  <a:cubicBezTo>
                    <a:pt x="290" y="4659"/>
                    <a:pt x="162" y="5003"/>
                    <a:pt x="0" y="5307"/>
                  </a:cubicBezTo>
                  <a:lnTo>
                    <a:pt x="1275" y="5307"/>
                  </a:lnTo>
                  <a:cubicBezTo>
                    <a:pt x="1632" y="4653"/>
                    <a:pt x="1908" y="3938"/>
                    <a:pt x="2050" y="3264"/>
                  </a:cubicBezTo>
                  <a:cubicBezTo>
                    <a:pt x="2360" y="1814"/>
                    <a:pt x="2670" y="883"/>
                    <a:pt x="2778" y="155"/>
                  </a:cubicBezTo>
                  <a:cubicBezTo>
                    <a:pt x="2793" y="47"/>
                    <a:pt x="2783" y="0"/>
                    <a:pt x="2755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2527825" y="963625"/>
              <a:ext cx="73900" cy="111975"/>
            </a:xfrm>
            <a:custGeom>
              <a:rect b="b" l="l" r="r" t="t"/>
              <a:pathLst>
                <a:path extrusionOk="0" h="4479" w="2956">
                  <a:moveTo>
                    <a:pt x="2456" y="0"/>
                  </a:moveTo>
                  <a:cubicBezTo>
                    <a:pt x="2384" y="0"/>
                    <a:pt x="2323" y="21"/>
                    <a:pt x="2300" y="52"/>
                  </a:cubicBezTo>
                  <a:cubicBezTo>
                    <a:pt x="2300" y="52"/>
                    <a:pt x="2010" y="180"/>
                    <a:pt x="1909" y="490"/>
                  </a:cubicBezTo>
                  <a:cubicBezTo>
                    <a:pt x="1801" y="801"/>
                    <a:pt x="1390" y="1940"/>
                    <a:pt x="870" y="2668"/>
                  </a:cubicBezTo>
                  <a:cubicBezTo>
                    <a:pt x="351" y="3390"/>
                    <a:pt x="109" y="3484"/>
                    <a:pt x="21" y="4213"/>
                  </a:cubicBezTo>
                  <a:cubicBezTo>
                    <a:pt x="0" y="4399"/>
                    <a:pt x="18" y="4478"/>
                    <a:pt x="75" y="4478"/>
                  </a:cubicBezTo>
                  <a:cubicBezTo>
                    <a:pt x="241" y="4478"/>
                    <a:pt x="742" y="3799"/>
                    <a:pt x="1592" y="3181"/>
                  </a:cubicBezTo>
                  <a:cubicBezTo>
                    <a:pt x="2738" y="2358"/>
                    <a:pt x="2340" y="1482"/>
                    <a:pt x="2691" y="726"/>
                  </a:cubicBezTo>
                  <a:cubicBezTo>
                    <a:pt x="2956" y="167"/>
                    <a:pt x="2662" y="0"/>
                    <a:pt x="2456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2809450" y="987600"/>
              <a:ext cx="80150" cy="153325"/>
            </a:xfrm>
            <a:custGeom>
              <a:rect b="b" l="l" r="r" t="t"/>
              <a:pathLst>
                <a:path extrusionOk="0" h="6133" w="3206">
                  <a:moveTo>
                    <a:pt x="78" y="0"/>
                  </a:moveTo>
                  <a:cubicBezTo>
                    <a:pt x="15" y="0"/>
                    <a:pt x="1" y="105"/>
                    <a:pt x="70" y="361"/>
                  </a:cubicBezTo>
                  <a:cubicBezTo>
                    <a:pt x="70" y="361"/>
                    <a:pt x="279" y="1500"/>
                    <a:pt x="381" y="1912"/>
                  </a:cubicBezTo>
                  <a:cubicBezTo>
                    <a:pt x="482" y="2330"/>
                    <a:pt x="1210" y="2950"/>
                    <a:pt x="1621" y="4400"/>
                  </a:cubicBezTo>
                  <a:cubicBezTo>
                    <a:pt x="1857" y="5209"/>
                    <a:pt x="2053" y="5721"/>
                    <a:pt x="2275" y="6133"/>
                  </a:cubicBezTo>
                  <a:lnTo>
                    <a:pt x="3206" y="6133"/>
                  </a:lnTo>
                  <a:cubicBezTo>
                    <a:pt x="3172" y="5998"/>
                    <a:pt x="3125" y="5870"/>
                    <a:pt x="3078" y="5748"/>
                  </a:cubicBezTo>
                  <a:cubicBezTo>
                    <a:pt x="2761" y="5020"/>
                    <a:pt x="1938" y="4400"/>
                    <a:pt x="1830" y="3678"/>
                  </a:cubicBezTo>
                  <a:cubicBezTo>
                    <a:pt x="1729" y="2950"/>
                    <a:pt x="1048" y="2539"/>
                    <a:pt x="1075" y="1811"/>
                  </a:cubicBezTo>
                  <a:cubicBezTo>
                    <a:pt x="1101" y="1246"/>
                    <a:pt x="296" y="0"/>
                    <a:pt x="78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2182250" y="908275"/>
              <a:ext cx="346775" cy="232650"/>
            </a:xfrm>
            <a:custGeom>
              <a:rect b="b" l="l" r="r" t="t"/>
              <a:pathLst>
                <a:path extrusionOk="0" h="9306" w="13871">
                  <a:moveTo>
                    <a:pt x="12857" y="0"/>
                  </a:moveTo>
                  <a:cubicBezTo>
                    <a:pt x="12846" y="0"/>
                    <a:pt x="12835" y="3"/>
                    <a:pt x="12826" y="7"/>
                  </a:cubicBezTo>
                  <a:cubicBezTo>
                    <a:pt x="12623" y="115"/>
                    <a:pt x="8686" y="2913"/>
                    <a:pt x="7647" y="4053"/>
                  </a:cubicBezTo>
                  <a:cubicBezTo>
                    <a:pt x="6609" y="5193"/>
                    <a:pt x="1949" y="7782"/>
                    <a:pt x="1666" y="7957"/>
                  </a:cubicBezTo>
                  <a:cubicBezTo>
                    <a:pt x="1572" y="8018"/>
                    <a:pt x="884" y="8375"/>
                    <a:pt x="1" y="8834"/>
                  </a:cubicBezTo>
                  <a:lnTo>
                    <a:pt x="1" y="9306"/>
                  </a:lnTo>
                  <a:lnTo>
                    <a:pt x="10385" y="9306"/>
                  </a:lnTo>
                  <a:cubicBezTo>
                    <a:pt x="10742" y="8746"/>
                    <a:pt x="11187" y="8092"/>
                    <a:pt x="11794" y="7269"/>
                  </a:cubicBezTo>
                  <a:cubicBezTo>
                    <a:pt x="13871" y="4485"/>
                    <a:pt x="12826" y="3635"/>
                    <a:pt x="13197" y="2266"/>
                  </a:cubicBezTo>
                  <a:cubicBezTo>
                    <a:pt x="13550" y="962"/>
                    <a:pt x="13083" y="0"/>
                    <a:pt x="12857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2738025" y="813875"/>
              <a:ext cx="292500" cy="327050"/>
            </a:xfrm>
            <a:custGeom>
              <a:rect b="b" l="l" r="r" t="t"/>
              <a:pathLst>
                <a:path extrusionOk="0" h="13082" w="11700">
                  <a:moveTo>
                    <a:pt x="3217" y="0"/>
                  </a:moveTo>
                  <a:cubicBezTo>
                    <a:pt x="2434" y="0"/>
                    <a:pt x="1754" y="127"/>
                    <a:pt x="1511" y="358"/>
                  </a:cubicBezTo>
                  <a:cubicBezTo>
                    <a:pt x="1511" y="358"/>
                    <a:pt x="965" y="1612"/>
                    <a:pt x="1168" y="2650"/>
                  </a:cubicBezTo>
                  <a:cubicBezTo>
                    <a:pt x="1370" y="3682"/>
                    <a:pt x="911" y="4168"/>
                    <a:pt x="938" y="6413"/>
                  </a:cubicBezTo>
                  <a:cubicBezTo>
                    <a:pt x="958" y="8658"/>
                    <a:pt x="1309" y="9070"/>
                    <a:pt x="824" y="11194"/>
                  </a:cubicBezTo>
                  <a:cubicBezTo>
                    <a:pt x="635" y="11996"/>
                    <a:pt x="318" y="12569"/>
                    <a:pt x="1" y="13082"/>
                  </a:cubicBezTo>
                  <a:lnTo>
                    <a:pt x="11700" y="13082"/>
                  </a:lnTo>
                  <a:cubicBezTo>
                    <a:pt x="11194" y="11855"/>
                    <a:pt x="10574" y="10385"/>
                    <a:pt x="9744" y="9643"/>
                  </a:cubicBezTo>
                  <a:cubicBezTo>
                    <a:pt x="8524" y="8550"/>
                    <a:pt x="7546" y="7445"/>
                    <a:pt x="7411" y="5617"/>
                  </a:cubicBezTo>
                  <a:cubicBezTo>
                    <a:pt x="7277" y="3783"/>
                    <a:pt x="7175" y="1504"/>
                    <a:pt x="6036" y="675"/>
                  </a:cubicBezTo>
                  <a:cubicBezTo>
                    <a:pt x="5396" y="209"/>
                    <a:pt x="4222" y="0"/>
                    <a:pt x="3217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040125" y="886400"/>
              <a:ext cx="357400" cy="254525"/>
            </a:xfrm>
            <a:custGeom>
              <a:rect b="b" l="l" r="r" t="t"/>
              <a:pathLst>
                <a:path extrusionOk="0" h="10181" w="14296">
                  <a:moveTo>
                    <a:pt x="262" y="0"/>
                  </a:moveTo>
                  <a:cubicBezTo>
                    <a:pt x="154" y="0"/>
                    <a:pt x="66" y="15"/>
                    <a:pt x="0" y="46"/>
                  </a:cubicBezTo>
                  <a:cubicBezTo>
                    <a:pt x="0" y="46"/>
                    <a:pt x="479" y="2231"/>
                    <a:pt x="1207" y="3788"/>
                  </a:cubicBezTo>
                  <a:cubicBezTo>
                    <a:pt x="1929" y="5339"/>
                    <a:pt x="4680" y="5548"/>
                    <a:pt x="5894" y="7571"/>
                  </a:cubicBezTo>
                  <a:cubicBezTo>
                    <a:pt x="6426" y="8448"/>
                    <a:pt x="7188" y="9372"/>
                    <a:pt x="8071" y="10181"/>
                  </a:cubicBezTo>
                  <a:lnTo>
                    <a:pt x="14295" y="10181"/>
                  </a:lnTo>
                  <a:cubicBezTo>
                    <a:pt x="12313" y="8846"/>
                    <a:pt x="10121" y="7369"/>
                    <a:pt x="9865" y="7167"/>
                  </a:cubicBezTo>
                  <a:cubicBezTo>
                    <a:pt x="9393" y="6789"/>
                    <a:pt x="6163" y="4348"/>
                    <a:pt x="4929" y="2723"/>
                  </a:cubicBezTo>
                  <a:cubicBezTo>
                    <a:pt x="3811" y="1252"/>
                    <a:pt x="1245" y="0"/>
                    <a:pt x="262" y="0"/>
                  </a:cubicBezTo>
                  <a:close/>
                </a:path>
              </a:pathLst>
            </a:custGeom>
            <a:solidFill>
              <a:srgbClr val="141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2430225" y="612700"/>
              <a:ext cx="759775" cy="396925"/>
            </a:xfrm>
            <a:custGeom>
              <a:rect b="b" l="l" r="r" t="t"/>
              <a:pathLst>
                <a:path extrusionOk="0" h="15877" w="30391">
                  <a:moveTo>
                    <a:pt x="18636" y="0"/>
                  </a:moveTo>
                  <a:cubicBezTo>
                    <a:pt x="17845" y="0"/>
                    <a:pt x="17050" y="795"/>
                    <a:pt x="16255" y="795"/>
                  </a:cubicBezTo>
                  <a:cubicBezTo>
                    <a:pt x="16090" y="795"/>
                    <a:pt x="15924" y="761"/>
                    <a:pt x="15759" y="678"/>
                  </a:cubicBezTo>
                  <a:cubicBezTo>
                    <a:pt x="15293" y="446"/>
                    <a:pt x="14731" y="310"/>
                    <a:pt x="14151" y="310"/>
                  </a:cubicBezTo>
                  <a:cubicBezTo>
                    <a:pt x="13330" y="310"/>
                    <a:pt x="12474" y="583"/>
                    <a:pt x="11814" y="1244"/>
                  </a:cubicBezTo>
                  <a:cubicBezTo>
                    <a:pt x="10688" y="2370"/>
                    <a:pt x="8443" y="5182"/>
                    <a:pt x="6750" y="6868"/>
                  </a:cubicBezTo>
                  <a:cubicBezTo>
                    <a:pt x="5064" y="8560"/>
                    <a:pt x="560" y="13057"/>
                    <a:pt x="560" y="13057"/>
                  </a:cubicBezTo>
                  <a:cubicBezTo>
                    <a:pt x="560" y="13057"/>
                    <a:pt x="0" y="13624"/>
                    <a:pt x="0" y="14184"/>
                  </a:cubicBezTo>
                  <a:cubicBezTo>
                    <a:pt x="0" y="14235"/>
                    <a:pt x="28" y="14258"/>
                    <a:pt x="79" y="14258"/>
                  </a:cubicBezTo>
                  <a:cubicBezTo>
                    <a:pt x="588" y="14258"/>
                    <a:pt x="3423" y="11881"/>
                    <a:pt x="3938" y="11372"/>
                  </a:cubicBezTo>
                  <a:cubicBezTo>
                    <a:pt x="4261" y="11045"/>
                    <a:pt x="5147" y="10721"/>
                    <a:pt x="5839" y="10721"/>
                  </a:cubicBezTo>
                  <a:cubicBezTo>
                    <a:pt x="6347" y="10721"/>
                    <a:pt x="6750" y="10895"/>
                    <a:pt x="6750" y="11372"/>
                  </a:cubicBezTo>
                  <a:cubicBezTo>
                    <a:pt x="6750" y="12498"/>
                    <a:pt x="7876" y="11931"/>
                    <a:pt x="7876" y="13057"/>
                  </a:cubicBezTo>
                  <a:cubicBezTo>
                    <a:pt x="7876" y="13978"/>
                    <a:pt x="8255" y="14898"/>
                    <a:pt x="8698" y="14898"/>
                  </a:cubicBezTo>
                  <a:cubicBezTo>
                    <a:pt x="8798" y="14898"/>
                    <a:pt x="8900" y="14852"/>
                    <a:pt x="9002" y="14750"/>
                  </a:cubicBezTo>
                  <a:cubicBezTo>
                    <a:pt x="9569" y="14184"/>
                    <a:pt x="11814" y="10246"/>
                    <a:pt x="12940" y="9686"/>
                  </a:cubicBezTo>
                  <a:cubicBezTo>
                    <a:pt x="13222" y="9544"/>
                    <a:pt x="13469" y="9473"/>
                    <a:pt x="13681" y="9473"/>
                  </a:cubicBezTo>
                  <a:cubicBezTo>
                    <a:pt x="14314" y="9473"/>
                    <a:pt x="14633" y="10108"/>
                    <a:pt x="14633" y="11372"/>
                  </a:cubicBezTo>
                  <a:cubicBezTo>
                    <a:pt x="14633" y="13057"/>
                    <a:pt x="14633" y="14184"/>
                    <a:pt x="15192" y="14184"/>
                  </a:cubicBezTo>
                  <a:cubicBezTo>
                    <a:pt x="15759" y="14184"/>
                    <a:pt x="16318" y="14184"/>
                    <a:pt x="16318" y="11931"/>
                  </a:cubicBezTo>
                  <a:cubicBezTo>
                    <a:pt x="16318" y="10434"/>
                    <a:pt x="17071" y="9683"/>
                    <a:pt x="17572" y="9683"/>
                  </a:cubicBezTo>
                  <a:cubicBezTo>
                    <a:pt x="17823" y="9683"/>
                    <a:pt x="18011" y="9871"/>
                    <a:pt x="18011" y="10246"/>
                  </a:cubicBezTo>
                  <a:cubicBezTo>
                    <a:pt x="18011" y="11164"/>
                    <a:pt x="18383" y="12083"/>
                    <a:pt x="18824" y="12083"/>
                  </a:cubicBezTo>
                  <a:cubicBezTo>
                    <a:pt x="18924" y="12083"/>
                    <a:pt x="19027" y="12036"/>
                    <a:pt x="19130" y="11931"/>
                  </a:cubicBezTo>
                  <a:cubicBezTo>
                    <a:pt x="19413" y="11652"/>
                    <a:pt x="19555" y="11370"/>
                    <a:pt x="19766" y="11370"/>
                  </a:cubicBezTo>
                  <a:cubicBezTo>
                    <a:pt x="19978" y="11370"/>
                    <a:pt x="20259" y="11652"/>
                    <a:pt x="20823" y="12498"/>
                  </a:cubicBezTo>
                  <a:cubicBezTo>
                    <a:pt x="21949" y="14184"/>
                    <a:pt x="24201" y="15876"/>
                    <a:pt x="24760" y="15876"/>
                  </a:cubicBezTo>
                  <a:cubicBezTo>
                    <a:pt x="25327" y="15876"/>
                    <a:pt x="23634" y="14184"/>
                    <a:pt x="23634" y="13057"/>
                  </a:cubicBezTo>
                  <a:cubicBezTo>
                    <a:pt x="23634" y="12233"/>
                    <a:pt x="24542" y="11712"/>
                    <a:pt x="25248" y="11712"/>
                  </a:cubicBezTo>
                  <a:cubicBezTo>
                    <a:pt x="25506" y="11712"/>
                    <a:pt x="25737" y="11782"/>
                    <a:pt x="25886" y="11931"/>
                  </a:cubicBezTo>
                  <a:cubicBezTo>
                    <a:pt x="26384" y="12435"/>
                    <a:pt x="28671" y="14274"/>
                    <a:pt x="29563" y="14274"/>
                  </a:cubicBezTo>
                  <a:cubicBezTo>
                    <a:pt x="29674" y="14274"/>
                    <a:pt x="29763" y="14246"/>
                    <a:pt x="29824" y="14184"/>
                  </a:cubicBezTo>
                  <a:cubicBezTo>
                    <a:pt x="30391" y="13624"/>
                    <a:pt x="24760" y="7994"/>
                    <a:pt x="23634" y="5741"/>
                  </a:cubicBezTo>
                  <a:cubicBezTo>
                    <a:pt x="22508" y="3489"/>
                    <a:pt x="20256" y="678"/>
                    <a:pt x="19130" y="118"/>
                  </a:cubicBezTo>
                  <a:cubicBezTo>
                    <a:pt x="18966" y="35"/>
                    <a:pt x="18801" y="0"/>
                    <a:pt x="186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7" name="Google Shape;1047;p2"/>
          <p:cNvGrpSpPr/>
          <p:nvPr/>
        </p:nvGrpSpPr>
        <p:grpSpPr>
          <a:xfrm>
            <a:off x="2726082" y="1141361"/>
            <a:ext cx="443090" cy="415211"/>
            <a:chOff x="2987700" y="3560325"/>
            <a:chExt cx="386708" cy="362377"/>
          </a:xfrm>
        </p:grpSpPr>
        <p:sp>
          <p:nvSpPr>
            <p:cNvPr id="1048" name="Google Shape;1048;p2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1" name="Google Shape;1071;p2"/>
          <p:cNvGrpSpPr/>
          <p:nvPr/>
        </p:nvGrpSpPr>
        <p:grpSpPr>
          <a:xfrm>
            <a:off x="5974828" y="1141361"/>
            <a:ext cx="443090" cy="415211"/>
            <a:chOff x="2987700" y="3560325"/>
            <a:chExt cx="386708" cy="362377"/>
          </a:xfrm>
        </p:grpSpPr>
        <p:sp>
          <p:nvSpPr>
            <p:cNvPr id="1072" name="Google Shape;1072;p2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95" name="Google Shape;1095;p2"/>
          <p:cNvSpPr/>
          <p:nvPr/>
        </p:nvSpPr>
        <p:spPr>
          <a:xfrm>
            <a:off x="726213" y="3034077"/>
            <a:ext cx="2145672" cy="940573"/>
          </a:xfrm>
          <a:custGeom>
            <a:rect b="b" l="l" r="r" t="t"/>
            <a:pathLst>
              <a:path extrusionOk="0" h="21935" w="50039">
                <a:moveTo>
                  <a:pt x="26088" y="1"/>
                </a:moveTo>
                <a:cubicBezTo>
                  <a:pt x="24536" y="1"/>
                  <a:pt x="22754" y="409"/>
                  <a:pt x="20677" y="1296"/>
                </a:cubicBezTo>
                <a:cubicBezTo>
                  <a:pt x="14550" y="3927"/>
                  <a:pt x="17858" y="11221"/>
                  <a:pt x="20038" y="11973"/>
                </a:cubicBezTo>
                <a:cubicBezTo>
                  <a:pt x="20329" y="12073"/>
                  <a:pt x="20648" y="12116"/>
                  <a:pt x="20982" y="12116"/>
                </a:cubicBezTo>
                <a:cubicBezTo>
                  <a:pt x="23154" y="12116"/>
                  <a:pt x="25978" y="10281"/>
                  <a:pt x="25978" y="10281"/>
                </a:cubicBezTo>
                <a:lnTo>
                  <a:pt x="25978" y="10281"/>
                </a:lnTo>
                <a:cubicBezTo>
                  <a:pt x="25978" y="10281"/>
                  <a:pt x="24549" y="12236"/>
                  <a:pt x="21580" y="12837"/>
                </a:cubicBezTo>
                <a:cubicBezTo>
                  <a:pt x="21074" y="12947"/>
                  <a:pt x="20599" y="12996"/>
                  <a:pt x="20129" y="12996"/>
                </a:cubicBezTo>
                <a:cubicBezTo>
                  <a:pt x="17875" y="12996"/>
                  <a:pt x="15752" y="11873"/>
                  <a:pt x="11053" y="11033"/>
                </a:cubicBezTo>
                <a:cubicBezTo>
                  <a:pt x="10527" y="10934"/>
                  <a:pt x="10003" y="10890"/>
                  <a:pt x="9485" y="10890"/>
                </a:cubicBezTo>
                <a:cubicBezTo>
                  <a:pt x="4451" y="10890"/>
                  <a:pt x="1" y="15093"/>
                  <a:pt x="1" y="15093"/>
                </a:cubicBezTo>
                <a:lnTo>
                  <a:pt x="1" y="15093"/>
                </a:lnTo>
                <a:cubicBezTo>
                  <a:pt x="3171" y="13239"/>
                  <a:pt x="5861" y="12590"/>
                  <a:pt x="8143" y="12590"/>
                </a:cubicBezTo>
                <a:cubicBezTo>
                  <a:pt x="12248" y="12590"/>
                  <a:pt x="15033" y="14690"/>
                  <a:pt x="16918" y="15657"/>
                </a:cubicBezTo>
                <a:cubicBezTo>
                  <a:pt x="19850" y="17161"/>
                  <a:pt x="19550" y="20168"/>
                  <a:pt x="22971" y="21521"/>
                </a:cubicBezTo>
                <a:cubicBezTo>
                  <a:pt x="23713" y="21819"/>
                  <a:pt x="24616" y="21934"/>
                  <a:pt x="25571" y="21934"/>
                </a:cubicBezTo>
                <a:cubicBezTo>
                  <a:pt x="28970" y="21934"/>
                  <a:pt x="33046" y="20469"/>
                  <a:pt x="33046" y="20469"/>
                </a:cubicBezTo>
                <a:cubicBezTo>
                  <a:pt x="33046" y="20469"/>
                  <a:pt x="31166" y="19040"/>
                  <a:pt x="29738" y="17161"/>
                </a:cubicBezTo>
                <a:cubicBezTo>
                  <a:pt x="28347" y="15281"/>
                  <a:pt x="25001" y="14905"/>
                  <a:pt x="25001" y="14905"/>
                </a:cubicBezTo>
                <a:cubicBezTo>
                  <a:pt x="25001" y="14905"/>
                  <a:pt x="25514" y="14796"/>
                  <a:pt x="26269" y="14796"/>
                </a:cubicBezTo>
                <a:cubicBezTo>
                  <a:pt x="27497" y="14796"/>
                  <a:pt x="29365" y="15084"/>
                  <a:pt x="30715" y="16597"/>
                </a:cubicBezTo>
                <a:cubicBezTo>
                  <a:pt x="32727" y="18891"/>
                  <a:pt x="37094" y="21518"/>
                  <a:pt x="41230" y="21518"/>
                </a:cubicBezTo>
                <a:cubicBezTo>
                  <a:pt x="41498" y="21518"/>
                  <a:pt x="41765" y="21507"/>
                  <a:pt x="42031" y="21484"/>
                </a:cubicBezTo>
                <a:cubicBezTo>
                  <a:pt x="46354" y="21108"/>
                  <a:pt x="50038" y="15544"/>
                  <a:pt x="49963" y="12988"/>
                </a:cubicBezTo>
                <a:cubicBezTo>
                  <a:pt x="49850" y="10469"/>
                  <a:pt x="48835" y="8364"/>
                  <a:pt x="44587" y="6409"/>
                </a:cubicBezTo>
                <a:cubicBezTo>
                  <a:pt x="43706" y="5995"/>
                  <a:pt x="42860" y="5818"/>
                  <a:pt x="42083" y="5818"/>
                </a:cubicBezTo>
                <a:cubicBezTo>
                  <a:pt x="39112" y="5818"/>
                  <a:pt x="37136" y="8404"/>
                  <a:pt x="37971" y="10281"/>
                </a:cubicBezTo>
                <a:cubicBezTo>
                  <a:pt x="38986" y="12612"/>
                  <a:pt x="43723" y="13176"/>
                  <a:pt x="43723" y="13176"/>
                </a:cubicBezTo>
                <a:cubicBezTo>
                  <a:pt x="43723" y="13176"/>
                  <a:pt x="43034" y="13417"/>
                  <a:pt x="41903" y="13417"/>
                </a:cubicBezTo>
                <a:cubicBezTo>
                  <a:pt x="40988" y="13417"/>
                  <a:pt x="39784" y="13259"/>
                  <a:pt x="38422" y="12687"/>
                </a:cubicBezTo>
                <a:cubicBezTo>
                  <a:pt x="35414" y="11409"/>
                  <a:pt x="35715" y="8176"/>
                  <a:pt x="33046" y="4228"/>
                </a:cubicBezTo>
                <a:cubicBezTo>
                  <a:pt x="31301" y="1585"/>
                  <a:pt x="29142" y="1"/>
                  <a:pt x="2608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6" name="Google Shape;1096;p2"/>
          <p:cNvSpPr/>
          <p:nvPr/>
        </p:nvSpPr>
        <p:spPr>
          <a:xfrm>
            <a:off x="5845550" y="2869575"/>
            <a:ext cx="3167674" cy="1013126"/>
          </a:xfrm>
          <a:custGeom>
            <a:rect b="b" l="l" r="r" t="t"/>
            <a:pathLst>
              <a:path extrusionOk="0" h="23627" w="73873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097" name="Shape 1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8" name="Google Shape;1098;p3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099" name="Google Shape;1099;p3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3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3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3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21" name="Google Shape;2121;p3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2" name="Google Shape;2122;p3"/>
          <p:cNvGrpSpPr/>
          <p:nvPr/>
        </p:nvGrpSpPr>
        <p:grpSpPr>
          <a:xfrm>
            <a:off x="1621763" y="795191"/>
            <a:ext cx="5900041" cy="3881065"/>
            <a:chOff x="2281775" y="2034175"/>
            <a:chExt cx="2861875" cy="1882550"/>
          </a:xfrm>
        </p:grpSpPr>
        <p:sp>
          <p:nvSpPr>
            <p:cNvPr id="2123" name="Google Shape;2123;p3"/>
            <p:cNvSpPr/>
            <p:nvPr/>
          </p:nvSpPr>
          <p:spPr>
            <a:xfrm>
              <a:off x="3713175" y="2558625"/>
              <a:ext cx="1219000" cy="118425"/>
            </a:xfrm>
            <a:custGeom>
              <a:rect b="b" l="l" r="r" t="t"/>
              <a:pathLst>
                <a:path extrusionOk="0" h="4737" w="48760">
                  <a:moveTo>
                    <a:pt x="0" y="0"/>
                  </a:moveTo>
                  <a:lnTo>
                    <a:pt x="0" y="4737"/>
                  </a:lnTo>
                  <a:lnTo>
                    <a:pt x="48760" y="4737"/>
                  </a:lnTo>
                  <a:lnTo>
                    <a:pt x="4876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4309975" y="2501275"/>
              <a:ext cx="273525" cy="57375"/>
            </a:xfrm>
            <a:custGeom>
              <a:rect b="b" l="l" r="r" t="t"/>
              <a:pathLst>
                <a:path extrusionOk="0" h="2295" w="10941">
                  <a:moveTo>
                    <a:pt x="1" y="1"/>
                  </a:moveTo>
                  <a:lnTo>
                    <a:pt x="339" y="2294"/>
                  </a:lnTo>
                  <a:lnTo>
                    <a:pt x="10602" y="2294"/>
                  </a:lnTo>
                  <a:lnTo>
                    <a:pt x="10940" y="1"/>
                  </a:lnTo>
                  <a:lnTo>
                    <a:pt x="10940" y="1"/>
                  </a:lnTo>
                  <a:cubicBezTo>
                    <a:pt x="10940" y="1"/>
                    <a:pt x="8797" y="828"/>
                    <a:pt x="5452" y="828"/>
                  </a:cubicBezTo>
                  <a:cubicBezTo>
                    <a:pt x="2106" y="82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3713175" y="2154475"/>
              <a:ext cx="1311100" cy="158850"/>
            </a:xfrm>
            <a:custGeom>
              <a:rect b="b" l="l" r="r" t="t"/>
              <a:pathLst>
                <a:path extrusionOk="0" h="6354" w="52444">
                  <a:moveTo>
                    <a:pt x="52444" y="1"/>
                  </a:moveTo>
                  <a:lnTo>
                    <a:pt x="0" y="3309"/>
                  </a:lnTo>
                  <a:lnTo>
                    <a:pt x="0" y="6354"/>
                  </a:lnTo>
                  <a:lnTo>
                    <a:pt x="34286" y="6354"/>
                  </a:lnTo>
                  <a:cubicBezTo>
                    <a:pt x="41203" y="6354"/>
                    <a:pt x="52181" y="4888"/>
                    <a:pt x="52181" y="4888"/>
                  </a:cubicBezTo>
                  <a:lnTo>
                    <a:pt x="524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4337225" y="2313300"/>
              <a:ext cx="218075" cy="60175"/>
            </a:xfrm>
            <a:custGeom>
              <a:rect b="b" l="l" r="r" t="t"/>
              <a:pathLst>
                <a:path extrusionOk="0" h="2407" w="8723">
                  <a:moveTo>
                    <a:pt x="1" y="1"/>
                  </a:moveTo>
                  <a:lnTo>
                    <a:pt x="1" y="2407"/>
                  </a:lnTo>
                  <a:lnTo>
                    <a:pt x="8723" y="2407"/>
                  </a:lnTo>
                  <a:lnTo>
                    <a:pt x="872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4352275" y="2313300"/>
              <a:ext cx="131600" cy="60175"/>
            </a:xfrm>
            <a:custGeom>
              <a:rect b="b" l="l" r="r" t="t"/>
              <a:pathLst>
                <a:path extrusionOk="0" h="2407" w="5264">
                  <a:moveTo>
                    <a:pt x="0" y="1"/>
                  </a:moveTo>
                  <a:lnTo>
                    <a:pt x="0" y="2407"/>
                  </a:lnTo>
                  <a:lnTo>
                    <a:pt x="5263" y="2407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4392675" y="2313300"/>
              <a:ext cx="49850" cy="60175"/>
            </a:xfrm>
            <a:custGeom>
              <a:rect b="b" l="l" r="r" t="t"/>
              <a:pathLst>
                <a:path extrusionOk="0" h="2407" w="1994">
                  <a:moveTo>
                    <a:pt x="1" y="1"/>
                  </a:moveTo>
                  <a:lnTo>
                    <a:pt x="1" y="2407"/>
                  </a:lnTo>
                  <a:lnTo>
                    <a:pt x="1993" y="2407"/>
                  </a:lnTo>
                  <a:lnTo>
                    <a:pt x="19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4366375" y="2373450"/>
              <a:ext cx="160725" cy="1543275"/>
            </a:xfrm>
            <a:custGeom>
              <a:rect b="b" l="l" r="r" t="t"/>
              <a:pathLst>
                <a:path extrusionOk="0" h="61731" w="6429">
                  <a:moveTo>
                    <a:pt x="0" y="1"/>
                  </a:moveTo>
                  <a:lnTo>
                    <a:pt x="0" y="61731"/>
                  </a:lnTo>
                  <a:cubicBezTo>
                    <a:pt x="2181" y="60866"/>
                    <a:pt x="4323" y="59889"/>
                    <a:pt x="6429" y="58836"/>
                  </a:cubicBezTo>
                  <a:lnTo>
                    <a:pt x="64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4377650" y="2386625"/>
              <a:ext cx="111850" cy="1525400"/>
            </a:xfrm>
            <a:custGeom>
              <a:rect b="b" l="l" r="r" t="t"/>
              <a:pathLst>
                <a:path extrusionOk="0" h="61016" w="4474">
                  <a:moveTo>
                    <a:pt x="0" y="0"/>
                  </a:moveTo>
                  <a:lnTo>
                    <a:pt x="0" y="61016"/>
                  </a:lnTo>
                  <a:cubicBezTo>
                    <a:pt x="1504" y="60414"/>
                    <a:pt x="3008" y="59737"/>
                    <a:pt x="4474" y="59023"/>
                  </a:cubicBezTo>
                  <a:lnTo>
                    <a:pt x="447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4392675" y="2386625"/>
              <a:ext cx="60175" cy="1518825"/>
            </a:xfrm>
            <a:custGeom>
              <a:rect b="b" l="l" r="r" t="t"/>
              <a:pathLst>
                <a:path extrusionOk="0" h="60753" w="2407">
                  <a:moveTo>
                    <a:pt x="1" y="0"/>
                  </a:moveTo>
                  <a:lnTo>
                    <a:pt x="1" y="60753"/>
                  </a:lnTo>
                  <a:cubicBezTo>
                    <a:pt x="790" y="60414"/>
                    <a:pt x="1617" y="60076"/>
                    <a:pt x="2407" y="59700"/>
                  </a:cubicBezTo>
                  <a:lnTo>
                    <a:pt x="24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3713175" y="2313300"/>
              <a:ext cx="78025" cy="245350"/>
            </a:xfrm>
            <a:custGeom>
              <a:rect b="b" l="l" r="r" t="t"/>
              <a:pathLst>
                <a:path extrusionOk="0" h="9814" w="3121">
                  <a:moveTo>
                    <a:pt x="0" y="1"/>
                  </a:moveTo>
                  <a:lnTo>
                    <a:pt x="0" y="9813"/>
                  </a:lnTo>
                  <a:lnTo>
                    <a:pt x="3121" y="9813"/>
                  </a:lnTo>
                  <a:lnTo>
                    <a:pt x="31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3713175" y="2328350"/>
              <a:ext cx="78025" cy="230300"/>
            </a:xfrm>
            <a:custGeom>
              <a:rect b="b" l="l" r="r" t="t"/>
              <a:pathLst>
                <a:path extrusionOk="0" h="9212" w="3121">
                  <a:moveTo>
                    <a:pt x="0" y="0"/>
                  </a:moveTo>
                  <a:lnTo>
                    <a:pt x="0" y="9211"/>
                  </a:lnTo>
                  <a:lnTo>
                    <a:pt x="3121" y="9211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3713175" y="2154475"/>
              <a:ext cx="1311100" cy="101650"/>
            </a:xfrm>
            <a:custGeom>
              <a:rect b="b" l="l" r="r" t="t"/>
              <a:pathLst>
                <a:path extrusionOk="0" h="4066" w="52444">
                  <a:moveTo>
                    <a:pt x="52444" y="1"/>
                  </a:moveTo>
                  <a:lnTo>
                    <a:pt x="0" y="3309"/>
                  </a:lnTo>
                  <a:lnTo>
                    <a:pt x="0" y="4023"/>
                  </a:lnTo>
                  <a:cubicBezTo>
                    <a:pt x="0" y="4023"/>
                    <a:pt x="2897" y="4065"/>
                    <a:pt x="7257" y="4065"/>
                  </a:cubicBezTo>
                  <a:cubicBezTo>
                    <a:pt x="16571" y="4065"/>
                    <a:pt x="32560" y="3873"/>
                    <a:pt x="41241" y="2670"/>
                  </a:cubicBezTo>
                  <a:cubicBezTo>
                    <a:pt x="46617" y="1918"/>
                    <a:pt x="50151" y="1241"/>
                    <a:pt x="52406" y="715"/>
                  </a:cubicBezTo>
                  <a:lnTo>
                    <a:pt x="524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3713175" y="2034175"/>
              <a:ext cx="1430475" cy="204075"/>
            </a:xfrm>
            <a:custGeom>
              <a:rect b="b" l="l" r="r" t="t"/>
              <a:pathLst>
                <a:path extrusionOk="0" h="8163" w="57219">
                  <a:moveTo>
                    <a:pt x="57218" y="0"/>
                  </a:moveTo>
                  <a:cubicBezTo>
                    <a:pt x="57218" y="1"/>
                    <a:pt x="54022" y="2219"/>
                    <a:pt x="41241" y="3985"/>
                  </a:cubicBezTo>
                  <a:cubicBezTo>
                    <a:pt x="32560" y="5189"/>
                    <a:pt x="16571" y="5381"/>
                    <a:pt x="7257" y="5381"/>
                  </a:cubicBezTo>
                  <a:cubicBezTo>
                    <a:pt x="2897" y="5381"/>
                    <a:pt x="0" y="5339"/>
                    <a:pt x="0" y="5339"/>
                  </a:cubicBezTo>
                  <a:lnTo>
                    <a:pt x="0" y="8121"/>
                  </a:lnTo>
                  <a:cubicBezTo>
                    <a:pt x="0" y="8121"/>
                    <a:pt x="2897" y="8163"/>
                    <a:pt x="7257" y="8163"/>
                  </a:cubicBezTo>
                  <a:cubicBezTo>
                    <a:pt x="16571" y="8163"/>
                    <a:pt x="32560" y="7971"/>
                    <a:pt x="41241" y="6767"/>
                  </a:cubicBezTo>
                  <a:cubicBezTo>
                    <a:pt x="54023" y="5001"/>
                    <a:pt x="56203" y="3647"/>
                    <a:pt x="56203" y="3647"/>
                  </a:cubicBezTo>
                  <a:lnTo>
                    <a:pt x="5721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2493250" y="2558625"/>
              <a:ext cx="1219950" cy="118425"/>
            </a:xfrm>
            <a:custGeom>
              <a:rect b="b" l="l" r="r" t="t"/>
              <a:pathLst>
                <a:path extrusionOk="0" h="4737" w="48798">
                  <a:moveTo>
                    <a:pt x="0" y="0"/>
                  </a:moveTo>
                  <a:lnTo>
                    <a:pt x="0" y="4737"/>
                  </a:lnTo>
                  <a:lnTo>
                    <a:pt x="48797" y="4737"/>
                  </a:lnTo>
                  <a:lnTo>
                    <a:pt x="48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2842875" y="2501275"/>
              <a:ext cx="273525" cy="57375"/>
            </a:xfrm>
            <a:custGeom>
              <a:rect b="b" l="l" r="r" t="t"/>
              <a:pathLst>
                <a:path extrusionOk="0" h="2295" w="10941">
                  <a:moveTo>
                    <a:pt x="0" y="1"/>
                  </a:moveTo>
                  <a:lnTo>
                    <a:pt x="339" y="2294"/>
                  </a:lnTo>
                  <a:lnTo>
                    <a:pt x="10602" y="2294"/>
                  </a:lnTo>
                  <a:lnTo>
                    <a:pt x="10940" y="1"/>
                  </a:lnTo>
                  <a:lnTo>
                    <a:pt x="10940" y="1"/>
                  </a:lnTo>
                  <a:cubicBezTo>
                    <a:pt x="10940" y="1"/>
                    <a:pt x="8797" y="828"/>
                    <a:pt x="5489" y="828"/>
                  </a:cubicBezTo>
                  <a:cubicBezTo>
                    <a:pt x="2143" y="828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2402075" y="2154475"/>
              <a:ext cx="1311125" cy="158850"/>
            </a:xfrm>
            <a:custGeom>
              <a:rect b="b" l="l" r="r" t="t"/>
              <a:pathLst>
                <a:path extrusionOk="0" h="6354" w="52445">
                  <a:moveTo>
                    <a:pt x="1" y="1"/>
                  </a:moveTo>
                  <a:lnTo>
                    <a:pt x="264" y="4888"/>
                  </a:lnTo>
                  <a:cubicBezTo>
                    <a:pt x="264" y="4888"/>
                    <a:pt x="11241" y="6354"/>
                    <a:pt x="18121" y="6354"/>
                  </a:cubicBezTo>
                  <a:lnTo>
                    <a:pt x="52444" y="6354"/>
                  </a:lnTo>
                  <a:lnTo>
                    <a:pt x="52444" y="330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2871075" y="2313300"/>
              <a:ext cx="217125" cy="60175"/>
            </a:xfrm>
            <a:custGeom>
              <a:rect b="b" l="l" r="r" t="t"/>
              <a:pathLst>
                <a:path extrusionOk="0" h="2407" w="8685">
                  <a:moveTo>
                    <a:pt x="0" y="1"/>
                  </a:moveTo>
                  <a:lnTo>
                    <a:pt x="0" y="2407"/>
                  </a:lnTo>
                  <a:lnTo>
                    <a:pt x="8684" y="2407"/>
                  </a:lnTo>
                  <a:lnTo>
                    <a:pt x="86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2942500" y="2313300"/>
              <a:ext cx="131600" cy="60175"/>
            </a:xfrm>
            <a:custGeom>
              <a:rect b="b" l="l" r="r" t="t"/>
              <a:pathLst>
                <a:path extrusionOk="0" h="2407" w="5264">
                  <a:moveTo>
                    <a:pt x="0" y="1"/>
                  </a:moveTo>
                  <a:lnTo>
                    <a:pt x="0" y="2407"/>
                  </a:lnTo>
                  <a:lnTo>
                    <a:pt x="5263" y="2407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2982900" y="2313300"/>
              <a:ext cx="50775" cy="60175"/>
            </a:xfrm>
            <a:custGeom>
              <a:rect b="b" l="l" r="r" t="t"/>
              <a:pathLst>
                <a:path extrusionOk="0" h="2407" w="2031">
                  <a:moveTo>
                    <a:pt x="1" y="1"/>
                  </a:moveTo>
                  <a:lnTo>
                    <a:pt x="1" y="2407"/>
                  </a:lnTo>
                  <a:lnTo>
                    <a:pt x="2031" y="2407"/>
                  </a:lnTo>
                  <a:lnTo>
                    <a:pt x="20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2899250" y="2373450"/>
              <a:ext cx="160750" cy="1543275"/>
            </a:xfrm>
            <a:custGeom>
              <a:rect b="b" l="l" r="r" t="t"/>
              <a:pathLst>
                <a:path extrusionOk="0" h="61731" w="6430">
                  <a:moveTo>
                    <a:pt x="1" y="1"/>
                  </a:moveTo>
                  <a:lnTo>
                    <a:pt x="1" y="58836"/>
                  </a:lnTo>
                  <a:cubicBezTo>
                    <a:pt x="2106" y="59889"/>
                    <a:pt x="4249" y="60866"/>
                    <a:pt x="6429" y="61731"/>
                  </a:cubicBezTo>
                  <a:lnTo>
                    <a:pt x="64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2935925" y="2386625"/>
              <a:ext cx="112800" cy="1525400"/>
            </a:xfrm>
            <a:custGeom>
              <a:rect b="b" l="l" r="r" t="t"/>
              <a:pathLst>
                <a:path extrusionOk="0" h="61016" w="4512">
                  <a:moveTo>
                    <a:pt x="0" y="0"/>
                  </a:moveTo>
                  <a:lnTo>
                    <a:pt x="0" y="59023"/>
                  </a:lnTo>
                  <a:cubicBezTo>
                    <a:pt x="1466" y="59737"/>
                    <a:pt x="2970" y="60414"/>
                    <a:pt x="4511" y="61016"/>
                  </a:cubicBezTo>
                  <a:lnTo>
                    <a:pt x="45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2972575" y="2386625"/>
              <a:ext cx="61100" cy="1518825"/>
            </a:xfrm>
            <a:custGeom>
              <a:rect b="b" l="l" r="r" t="t"/>
              <a:pathLst>
                <a:path extrusionOk="0" h="60753" w="2444">
                  <a:moveTo>
                    <a:pt x="0" y="0"/>
                  </a:moveTo>
                  <a:lnTo>
                    <a:pt x="0" y="59700"/>
                  </a:lnTo>
                  <a:cubicBezTo>
                    <a:pt x="827" y="60076"/>
                    <a:pt x="1617" y="60414"/>
                    <a:pt x="2444" y="60753"/>
                  </a:cubicBezTo>
                  <a:lnTo>
                    <a:pt x="24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3635175" y="2313300"/>
              <a:ext cx="78025" cy="245350"/>
            </a:xfrm>
            <a:custGeom>
              <a:rect b="b" l="l" r="r" t="t"/>
              <a:pathLst>
                <a:path extrusionOk="0" h="9814" w="3121">
                  <a:moveTo>
                    <a:pt x="0" y="1"/>
                  </a:moveTo>
                  <a:lnTo>
                    <a:pt x="0" y="9813"/>
                  </a:lnTo>
                  <a:lnTo>
                    <a:pt x="3120" y="9813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3635175" y="2328350"/>
              <a:ext cx="78025" cy="230300"/>
            </a:xfrm>
            <a:custGeom>
              <a:rect b="b" l="l" r="r" t="t"/>
              <a:pathLst>
                <a:path extrusionOk="0" h="9212" w="3121">
                  <a:moveTo>
                    <a:pt x="0" y="0"/>
                  </a:moveTo>
                  <a:lnTo>
                    <a:pt x="0" y="9211"/>
                  </a:lnTo>
                  <a:lnTo>
                    <a:pt x="3120" y="9211"/>
                  </a:lnTo>
                  <a:lnTo>
                    <a:pt x="31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2402075" y="2154475"/>
              <a:ext cx="1311125" cy="101650"/>
            </a:xfrm>
            <a:custGeom>
              <a:rect b="b" l="l" r="r" t="t"/>
              <a:pathLst>
                <a:path extrusionOk="0" h="4066" w="52445">
                  <a:moveTo>
                    <a:pt x="1" y="1"/>
                  </a:moveTo>
                  <a:lnTo>
                    <a:pt x="38" y="715"/>
                  </a:lnTo>
                  <a:cubicBezTo>
                    <a:pt x="2294" y="1241"/>
                    <a:pt x="5790" y="1918"/>
                    <a:pt x="11166" y="2670"/>
                  </a:cubicBezTo>
                  <a:cubicBezTo>
                    <a:pt x="19873" y="3873"/>
                    <a:pt x="35870" y="4065"/>
                    <a:pt x="45187" y="4065"/>
                  </a:cubicBezTo>
                  <a:cubicBezTo>
                    <a:pt x="49547" y="4065"/>
                    <a:pt x="52444" y="4023"/>
                    <a:pt x="52444" y="4023"/>
                  </a:cubicBezTo>
                  <a:lnTo>
                    <a:pt x="52444" y="330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2281775" y="2034175"/>
              <a:ext cx="1431425" cy="204075"/>
            </a:xfrm>
            <a:custGeom>
              <a:rect b="b" l="l" r="r" t="t"/>
              <a:pathLst>
                <a:path extrusionOk="0" h="8163" w="57257">
                  <a:moveTo>
                    <a:pt x="1" y="0"/>
                  </a:moveTo>
                  <a:lnTo>
                    <a:pt x="1016" y="3647"/>
                  </a:lnTo>
                  <a:cubicBezTo>
                    <a:pt x="1016" y="3647"/>
                    <a:pt x="3234" y="5001"/>
                    <a:pt x="15978" y="6767"/>
                  </a:cubicBezTo>
                  <a:cubicBezTo>
                    <a:pt x="24685" y="7971"/>
                    <a:pt x="40682" y="8163"/>
                    <a:pt x="49999" y="8163"/>
                  </a:cubicBezTo>
                  <a:cubicBezTo>
                    <a:pt x="54359" y="8163"/>
                    <a:pt x="57256" y="8121"/>
                    <a:pt x="57256" y="8121"/>
                  </a:cubicBezTo>
                  <a:lnTo>
                    <a:pt x="57256" y="5339"/>
                  </a:lnTo>
                  <a:cubicBezTo>
                    <a:pt x="57256" y="5339"/>
                    <a:pt x="54359" y="5381"/>
                    <a:pt x="49999" y="5381"/>
                  </a:cubicBezTo>
                  <a:cubicBezTo>
                    <a:pt x="40682" y="5381"/>
                    <a:pt x="24685" y="5189"/>
                    <a:pt x="15978" y="3985"/>
                  </a:cubicBezTo>
                  <a:cubicBezTo>
                    <a:pt x="3234" y="221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9" name="Google Shape;2149;p3"/>
          <p:cNvGrpSpPr/>
          <p:nvPr/>
        </p:nvGrpSpPr>
        <p:grpSpPr>
          <a:xfrm>
            <a:off x="1417207" y="4189248"/>
            <a:ext cx="443090" cy="415211"/>
            <a:chOff x="2987700" y="3560325"/>
            <a:chExt cx="386708" cy="362377"/>
          </a:xfrm>
        </p:grpSpPr>
        <p:sp>
          <p:nvSpPr>
            <p:cNvPr id="2150" name="Google Shape;2150;p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73" name="Google Shape;2173;p3"/>
          <p:cNvGrpSpPr/>
          <p:nvPr/>
        </p:nvGrpSpPr>
        <p:grpSpPr>
          <a:xfrm>
            <a:off x="1121937" y="3563436"/>
            <a:ext cx="295252" cy="276675"/>
            <a:chOff x="2987700" y="3560325"/>
            <a:chExt cx="386708" cy="362377"/>
          </a:xfrm>
        </p:grpSpPr>
        <p:sp>
          <p:nvSpPr>
            <p:cNvPr id="2174" name="Google Shape;2174;p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97" name="Google Shape;2197;p3"/>
          <p:cNvSpPr/>
          <p:nvPr/>
        </p:nvSpPr>
        <p:spPr>
          <a:xfrm>
            <a:off x="5960598" y="4038201"/>
            <a:ext cx="2909303" cy="930490"/>
          </a:xfrm>
          <a:custGeom>
            <a:rect b="b" l="l" r="r" t="t"/>
            <a:pathLst>
              <a:path extrusionOk="0" h="23627" w="73873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98" name="Google Shape;2198;p3"/>
          <p:cNvGrpSpPr/>
          <p:nvPr/>
        </p:nvGrpSpPr>
        <p:grpSpPr>
          <a:xfrm>
            <a:off x="7950387" y="2502973"/>
            <a:ext cx="295252" cy="276675"/>
            <a:chOff x="2987700" y="3560325"/>
            <a:chExt cx="386708" cy="362377"/>
          </a:xfrm>
        </p:grpSpPr>
        <p:sp>
          <p:nvSpPr>
            <p:cNvPr id="2199" name="Google Shape;2199;p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22" name="Google Shape;2222;p3"/>
          <p:cNvSpPr/>
          <p:nvPr/>
        </p:nvSpPr>
        <p:spPr>
          <a:xfrm>
            <a:off x="0" y="1027413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23" name="Google Shape;2223;p3"/>
          <p:cNvGrpSpPr/>
          <p:nvPr/>
        </p:nvGrpSpPr>
        <p:grpSpPr>
          <a:xfrm>
            <a:off x="8245657" y="1182248"/>
            <a:ext cx="443090" cy="415211"/>
            <a:chOff x="2987700" y="3560325"/>
            <a:chExt cx="386708" cy="362377"/>
          </a:xfrm>
        </p:grpSpPr>
        <p:sp>
          <p:nvSpPr>
            <p:cNvPr id="2224" name="Google Shape;2224;p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47" name="Google Shape;2247;p3"/>
          <p:cNvSpPr txBox="1"/>
          <p:nvPr>
            <p:ph type="title"/>
          </p:nvPr>
        </p:nvSpPr>
        <p:spPr>
          <a:xfrm>
            <a:off x="2026750" y="2220400"/>
            <a:ext cx="50910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7200"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2248" name="Google Shape;2248;p3"/>
          <p:cNvSpPr txBox="1"/>
          <p:nvPr>
            <p:ph idx="2" type="title"/>
          </p:nvPr>
        </p:nvSpPr>
        <p:spPr>
          <a:xfrm>
            <a:off x="3915825" y="1079500"/>
            <a:ext cx="13137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6000">
                <a:solidFill>
                  <a:schemeClr val="l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249" name="Google Shape;2249;p3"/>
          <p:cNvSpPr txBox="1"/>
          <p:nvPr>
            <p:ph idx="1" type="subTitle"/>
          </p:nvPr>
        </p:nvSpPr>
        <p:spPr>
          <a:xfrm>
            <a:off x="2029625" y="3118224"/>
            <a:ext cx="5091000" cy="44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250" name="Shape 2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1" name="Google Shape;2251;p4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252" name="Google Shape;2252;p4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4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4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4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4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4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4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4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4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4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4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4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4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4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4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4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4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4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4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4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4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4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4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4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4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4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4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4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4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4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4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4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4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4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4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4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4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4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4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4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4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4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4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4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4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4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4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4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4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4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4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4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4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4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4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4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4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4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4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4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4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4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4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4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4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4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4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4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4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4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4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4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4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4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4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4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4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4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4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4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4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4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4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4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4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4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4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4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4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4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4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4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4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4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4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4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4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4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4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4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4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4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4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4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4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4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4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4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4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4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4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4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4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4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4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4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4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4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4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4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4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4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4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4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4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4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4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4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4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4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4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4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4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4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4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4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4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4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4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4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4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4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4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4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4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4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4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4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4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4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4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4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4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4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4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4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4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4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4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4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4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4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4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4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4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4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4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4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4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4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4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4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4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4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4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4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4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4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4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4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4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4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4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4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4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4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4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4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4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4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4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4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4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4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4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4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4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4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4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4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4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4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4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4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4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4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4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4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4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4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4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4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4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4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4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4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4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4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4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4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4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4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4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4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4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4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4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4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4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4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4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4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4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4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4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4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4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4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4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4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4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4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4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4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4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4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4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4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4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4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4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4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4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4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4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4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4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4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4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4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4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4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4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4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4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4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4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4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4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4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4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4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4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4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4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4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4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4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4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4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4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4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4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4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4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4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4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4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4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4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4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4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4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4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4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4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4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4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4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4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4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4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4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4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4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4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4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4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4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4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4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4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4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4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4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4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4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4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4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4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4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4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4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4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4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4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4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4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4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4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4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4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4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4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4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4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4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4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4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4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4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4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4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4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4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4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4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4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4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4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4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4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4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4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4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4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4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4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4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4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4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4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4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4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4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4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4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4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4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4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4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4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4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4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4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4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4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4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4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4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4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4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4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4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4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4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4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4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4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4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4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4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4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4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4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4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4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4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4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4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4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4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4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4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4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4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4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4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4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4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4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4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4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4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4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4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4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4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4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4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4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4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4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4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4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4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4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4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4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4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4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4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4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4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4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4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4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4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4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4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4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4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4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4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4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4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4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4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4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4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4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4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4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4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4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4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4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4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4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4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4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4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4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4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4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4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4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4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4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4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4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4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4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4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4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4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4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4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4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4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4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4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4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4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4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4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4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4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4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4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4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4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4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4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4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4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4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4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4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4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4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4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4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4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4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4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4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4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4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4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4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4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4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4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4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4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4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4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4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4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4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4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4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4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4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4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4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4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4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4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4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4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4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4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4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4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4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4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4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4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4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4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4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4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4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4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4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4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4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4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4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4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4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4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4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4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4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4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4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4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4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4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4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4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4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4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4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4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4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4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4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4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4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4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4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4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4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4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4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4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4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4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4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4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4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4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4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4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4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4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4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4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4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4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4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4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4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4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4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4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4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4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4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4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4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4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4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4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4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4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4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4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4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4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4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4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4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4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4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4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4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4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4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4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4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4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4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4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4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4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4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4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4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4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4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4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4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4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4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4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4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4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4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4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4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4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4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4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4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4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4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4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4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4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4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4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4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4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4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4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4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4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4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4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4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4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4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4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4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4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4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4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4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4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4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4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4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4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4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4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4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4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4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4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4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4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4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4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4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4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4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4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4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4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4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4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4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4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4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4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4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4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4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4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4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4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4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4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4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4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4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4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4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4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4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4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4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4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4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4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4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4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4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4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4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4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4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4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4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4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4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4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4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4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4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4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4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4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4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4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4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4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4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4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4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4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4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4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4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4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4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4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4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4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4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4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4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4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4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4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4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4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4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4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4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4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4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4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4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4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4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4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4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4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4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4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4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4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4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4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4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4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4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4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4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4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4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4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4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4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4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4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4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4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4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4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4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4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74" name="Google Shape;3274;p4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75" name="Google Shape;3275;p4"/>
          <p:cNvSpPr txBox="1"/>
          <p:nvPr>
            <p:ph type="title"/>
          </p:nvPr>
        </p:nvSpPr>
        <p:spPr>
          <a:xfrm>
            <a:off x="1444725" y="441350"/>
            <a:ext cx="62544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276" name="Google Shape;3276;p4"/>
          <p:cNvSpPr txBox="1"/>
          <p:nvPr>
            <p:ph idx="1" type="subTitle"/>
          </p:nvPr>
        </p:nvSpPr>
        <p:spPr>
          <a:xfrm>
            <a:off x="2200000" y="2245525"/>
            <a:ext cx="22434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3277" name="Google Shape;3277;p4"/>
          <p:cNvSpPr txBox="1"/>
          <p:nvPr>
            <p:ph idx="2" type="subTitle"/>
          </p:nvPr>
        </p:nvSpPr>
        <p:spPr>
          <a:xfrm>
            <a:off x="2200000" y="2603400"/>
            <a:ext cx="22434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9pPr>
          </a:lstStyle>
          <a:p/>
        </p:txBody>
      </p:sp>
      <p:sp>
        <p:nvSpPr>
          <p:cNvPr id="3278" name="Google Shape;3278;p4"/>
          <p:cNvSpPr txBox="1"/>
          <p:nvPr>
            <p:ph idx="3" type="subTitle"/>
          </p:nvPr>
        </p:nvSpPr>
        <p:spPr>
          <a:xfrm>
            <a:off x="4700600" y="2245525"/>
            <a:ext cx="22434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3279" name="Google Shape;3279;p4"/>
          <p:cNvSpPr txBox="1"/>
          <p:nvPr>
            <p:ph idx="4" type="subTitle"/>
          </p:nvPr>
        </p:nvSpPr>
        <p:spPr>
          <a:xfrm>
            <a:off x="4700600" y="2603402"/>
            <a:ext cx="22434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9pPr>
          </a:lstStyle>
          <a:p/>
        </p:txBody>
      </p:sp>
      <p:grpSp>
        <p:nvGrpSpPr>
          <p:cNvPr id="3280" name="Google Shape;3280;p4"/>
          <p:cNvGrpSpPr/>
          <p:nvPr/>
        </p:nvGrpSpPr>
        <p:grpSpPr>
          <a:xfrm>
            <a:off x="7363450" y="1343575"/>
            <a:ext cx="1780550" cy="3108550"/>
            <a:chOff x="7363450" y="1343575"/>
            <a:chExt cx="1780550" cy="3108550"/>
          </a:xfrm>
        </p:grpSpPr>
        <p:sp>
          <p:nvSpPr>
            <p:cNvPr id="3281" name="Google Shape;3281;p4"/>
            <p:cNvSpPr/>
            <p:nvPr/>
          </p:nvSpPr>
          <p:spPr>
            <a:xfrm>
              <a:off x="7954675" y="3468600"/>
              <a:ext cx="1189325" cy="737950"/>
            </a:xfrm>
            <a:custGeom>
              <a:rect b="b" l="l" r="r" t="t"/>
              <a:pathLst>
                <a:path extrusionOk="0" h="29518" w="47573">
                  <a:moveTo>
                    <a:pt x="1" y="1"/>
                  </a:moveTo>
                  <a:lnTo>
                    <a:pt x="1" y="29517"/>
                  </a:lnTo>
                  <a:lnTo>
                    <a:pt x="47573" y="29517"/>
                  </a:lnTo>
                  <a:lnTo>
                    <a:pt x="47573" y="1"/>
                  </a:ln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"/>
            <p:cNvSpPr/>
            <p:nvPr/>
          </p:nvSpPr>
          <p:spPr>
            <a:xfrm>
              <a:off x="8987075" y="3733525"/>
              <a:ext cx="156925" cy="473025"/>
            </a:xfrm>
            <a:custGeom>
              <a:rect b="b" l="l" r="r" t="t"/>
              <a:pathLst>
                <a:path extrusionOk="0" h="18921" w="6277">
                  <a:moveTo>
                    <a:pt x="1" y="1"/>
                  </a:moveTo>
                  <a:lnTo>
                    <a:pt x="1" y="18920"/>
                  </a:lnTo>
                  <a:lnTo>
                    <a:pt x="6277" y="18920"/>
                  </a:lnTo>
                  <a:lnTo>
                    <a:pt x="62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"/>
            <p:cNvSpPr/>
            <p:nvPr/>
          </p:nvSpPr>
          <p:spPr>
            <a:xfrm>
              <a:off x="7981975" y="1922300"/>
              <a:ext cx="1162025" cy="350225"/>
            </a:xfrm>
            <a:custGeom>
              <a:rect b="b" l="l" r="r" t="t"/>
              <a:pathLst>
                <a:path extrusionOk="0" h="14009" w="46481">
                  <a:moveTo>
                    <a:pt x="0" y="0"/>
                  </a:moveTo>
                  <a:cubicBezTo>
                    <a:pt x="0" y="1"/>
                    <a:pt x="4594" y="14008"/>
                    <a:pt x="15145" y="14008"/>
                  </a:cubicBezTo>
                  <a:lnTo>
                    <a:pt x="46481" y="14008"/>
                  </a:lnTo>
                  <a:lnTo>
                    <a:pt x="46481" y="5367"/>
                  </a:lnTo>
                  <a:lnTo>
                    <a:pt x="14872" y="5367"/>
                  </a:lnTo>
                  <a:cubicBezTo>
                    <a:pt x="7050" y="5367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"/>
            <p:cNvSpPr/>
            <p:nvPr/>
          </p:nvSpPr>
          <p:spPr>
            <a:xfrm>
              <a:off x="8470875" y="2056475"/>
              <a:ext cx="673125" cy="216050"/>
            </a:xfrm>
            <a:custGeom>
              <a:rect b="b" l="l" r="r" t="t"/>
              <a:pathLst>
                <a:path extrusionOk="0" h="8642" w="26925">
                  <a:moveTo>
                    <a:pt x="1" y="0"/>
                  </a:moveTo>
                  <a:cubicBezTo>
                    <a:pt x="1456" y="3957"/>
                    <a:pt x="3957" y="8641"/>
                    <a:pt x="7687" y="8641"/>
                  </a:cubicBezTo>
                  <a:lnTo>
                    <a:pt x="26925" y="8641"/>
                  </a:lnTo>
                  <a:lnTo>
                    <a:pt x="26925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"/>
            <p:cNvSpPr/>
            <p:nvPr/>
          </p:nvSpPr>
          <p:spPr>
            <a:xfrm>
              <a:off x="8238925" y="2845525"/>
              <a:ext cx="905075" cy="372975"/>
            </a:xfrm>
            <a:custGeom>
              <a:rect b="b" l="l" r="r" t="t"/>
              <a:pathLst>
                <a:path extrusionOk="0" h="14919" w="36203">
                  <a:moveTo>
                    <a:pt x="1" y="1"/>
                  </a:moveTo>
                  <a:lnTo>
                    <a:pt x="1" y="14918"/>
                  </a:lnTo>
                  <a:lnTo>
                    <a:pt x="36203" y="14918"/>
                  </a:lnTo>
                  <a:lnTo>
                    <a:pt x="36203" y="1"/>
                  </a:ln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"/>
            <p:cNvSpPr/>
            <p:nvPr/>
          </p:nvSpPr>
          <p:spPr>
            <a:xfrm>
              <a:off x="7954675" y="3468600"/>
              <a:ext cx="1189325" cy="79625"/>
            </a:xfrm>
            <a:custGeom>
              <a:rect b="b" l="l" r="r" t="t"/>
              <a:pathLst>
                <a:path extrusionOk="0" h="3185" w="47573">
                  <a:moveTo>
                    <a:pt x="1" y="1"/>
                  </a:moveTo>
                  <a:lnTo>
                    <a:pt x="1" y="3184"/>
                  </a:lnTo>
                  <a:lnTo>
                    <a:pt x="47573" y="3184"/>
                  </a:lnTo>
                  <a:lnTo>
                    <a:pt x="4757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4"/>
            <p:cNvSpPr/>
            <p:nvPr/>
          </p:nvSpPr>
          <p:spPr>
            <a:xfrm>
              <a:off x="8152525" y="3468600"/>
              <a:ext cx="134175" cy="582175"/>
            </a:xfrm>
            <a:custGeom>
              <a:rect b="b" l="l" r="r" t="t"/>
              <a:pathLst>
                <a:path extrusionOk="0" h="23287" w="5367">
                  <a:moveTo>
                    <a:pt x="0" y="1"/>
                  </a:moveTo>
                  <a:lnTo>
                    <a:pt x="0" y="23286"/>
                  </a:lnTo>
                  <a:lnTo>
                    <a:pt x="5367" y="23286"/>
                  </a:lnTo>
                  <a:lnTo>
                    <a:pt x="5367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4"/>
            <p:cNvSpPr/>
            <p:nvPr/>
          </p:nvSpPr>
          <p:spPr>
            <a:xfrm>
              <a:off x="8117275" y="4050750"/>
              <a:ext cx="204675" cy="155800"/>
            </a:xfrm>
            <a:custGeom>
              <a:rect b="b" l="l" r="r" t="t"/>
              <a:pathLst>
                <a:path extrusionOk="0" h="6232" w="8187">
                  <a:moveTo>
                    <a:pt x="0" y="0"/>
                  </a:moveTo>
                  <a:lnTo>
                    <a:pt x="0" y="6231"/>
                  </a:lnTo>
                  <a:lnTo>
                    <a:pt x="8187" y="6231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"/>
            <p:cNvSpPr/>
            <p:nvPr/>
          </p:nvSpPr>
          <p:spPr>
            <a:xfrm>
              <a:off x="7407775" y="4309975"/>
              <a:ext cx="1736225" cy="142150"/>
            </a:xfrm>
            <a:custGeom>
              <a:rect b="b" l="l" r="r" t="t"/>
              <a:pathLst>
                <a:path extrusionOk="0" h="5686" w="69449">
                  <a:moveTo>
                    <a:pt x="1" y="1"/>
                  </a:moveTo>
                  <a:lnTo>
                    <a:pt x="1" y="5686"/>
                  </a:lnTo>
                  <a:lnTo>
                    <a:pt x="69449" y="5686"/>
                  </a:lnTo>
                  <a:lnTo>
                    <a:pt x="694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4"/>
            <p:cNvSpPr/>
            <p:nvPr/>
          </p:nvSpPr>
          <p:spPr>
            <a:xfrm>
              <a:off x="8449275" y="2272500"/>
              <a:ext cx="694725" cy="357025"/>
            </a:xfrm>
            <a:custGeom>
              <a:rect b="b" l="l" r="r" t="t"/>
              <a:pathLst>
                <a:path extrusionOk="0" h="14281" w="27789">
                  <a:moveTo>
                    <a:pt x="1" y="0"/>
                  </a:moveTo>
                  <a:lnTo>
                    <a:pt x="1" y="14281"/>
                  </a:lnTo>
                  <a:lnTo>
                    <a:pt x="27789" y="14281"/>
                  </a:lnTo>
                  <a:lnTo>
                    <a:pt x="27789" y="0"/>
                  </a:ln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4"/>
            <p:cNvSpPr/>
            <p:nvPr/>
          </p:nvSpPr>
          <p:spPr>
            <a:xfrm>
              <a:off x="8374225" y="2272500"/>
              <a:ext cx="769775" cy="54600"/>
            </a:xfrm>
            <a:custGeom>
              <a:rect b="b" l="l" r="r" t="t"/>
              <a:pathLst>
                <a:path extrusionOk="0" h="2184" w="30791">
                  <a:moveTo>
                    <a:pt x="1" y="0"/>
                  </a:moveTo>
                  <a:lnTo>
                    <a:pt x="1" y="2183"/>
                  </a:lnTo>
                  <a:lnTo>
                    <a:pt x="30791" y="2183"/>
                  </a:lnTo>
                  <a:lnTo>
                    <a:pt x="307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4"/>
            <p:cNvSpPr/>
            <p:nvPr/>
          </p:nvSpPr>
          <p:spPr>
            <a:xfrm>
              <a:off x="8374225" y="2272500"/>
              <a:ext cx="769775" cy="27300"/>
            </a:xfrm>
            <a:custGeom>
              <a:rect b="b" l="l" r="r" t="t"/>
              <a:pathLst>
                <a:path extrusionOk="0" h="1092" w="30791">
                  <a:moveTo>
                    <a:pt x="1" y="0"/>
                  </a:moveTo>
                  <a:lnTo>
                    <a:pt x="1" y="1092"/>
                  </a:lnTo>
                  <a:lnTo>
                    <a:pt x="30791" y="1092"/>
                  </a:lnTo>
                  <a:lnTo>
                    <a:pt x="307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4"/>
            <p:cNvSpPr/>
            <p:nvPr/>
          </p:nvSpPr>
          <p:spPr>
            <a:xfrm>
              <a:off x="8506125" y="3468600"/>
              <a:ext cx="134200" cy="582175"/>
            </a:xfrm>
            <a:custGeom>
              <a:rect b="b" l="l" r="r" t="t"/>
              <a:pathLst>
                <a:path extrusionOk="0" h="23287" w="5368">
                  <a:moveTo>
                    <a:pt x="1" y="1"/>
                  </a:moveTo>
                  <a:lnTo>
                    <a:pt x="1" y="23286"/>
                  </a:lnTo>
                  <a:lnTo>
                    <a:pt x="5367" y="23286"/>
                  </a:lnTo>
                  <a:lnTo>
                    <a:pt x="5367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"/>
            <p:cNvSpPr/>
            <p:nvPr/>
          </p:nvSpPr>
          <p:spPr>
            <a:xfrm>
              <a:off x="8472025" y="4050750"/>
              <a:ext cx="203550" cy="155800"/>
            </a:xfrm>
            <a:custGeom>
              <a:rect b="b" l="l" r="r" t="t"/>
              <a:pathLst>
                <a:path extrusionOk="0" h="6232" w="8142">
                  <a:moveTo>
                    <a:pt x="0" y="0"/>
                  </a:moveTo>
                  <a:lnTo>
                    <a:pt x="0" y="6231"/>
                  </a:lnTo>
                  <a:lnTo>
                    <a:pt x="8141" y="6231"/>
                  </a:lnTo>
                  <a:lnTo>
                    <a:pt x="8141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4"/>
            <p:cNvSpPr/>
            <p:nvPr/>
          </p:nvSpPr>
          <p:spPr>
            <a:xfrm>
              <a:off x="8353775" y="1343575"/>
              <a:ext cx="790225" cy="712925"/>
            </a:xfrm>
            <a:custGeom>
              <a:rect b="b" l="l" r="r" t="t"/>
              <a:pathLst>
                <a:path extrusionOk="0" h="28517" w="31609">
                  <a:moveTo>
                    <a:pt x="31609" y="0"/>
                  </a:moveTo>
                  <a:lnTo>
                    <a:pt x="0" y="28516"/>
                  </a:lnTo>
                  <a:lnTo>
                    <a:pt x="31609" y="28516"/>
                  </a:lnTo>
                  <a:lnTo>
                    <a:pt x="31609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4"/>
            <p:cNvSpPr/>
            <p:nvPr/>
          </p:nvSpPr>
          <p:spPr>
            <a:xfrm>
              <a:off x="8553875" y="1524350"/>
              <a:ext cx="590125" cy="532150"/>
            </a:xfrm>
            <a:custGeom>
              <a:rect b="b" l="l" r="r" t="t"/>
              <a:pathLst>
                <a:path extrusionOk="0" h="21286" w="23605">
                  <a:moveTo>
                    <a:pt x="23605" y="1"/>
                  </a:moveTo>
                  <a:lnTo>
                    <a:pt x="1" y="21285"/>
                  </a:lnTo>
                  <a:lnTo>
                    <a:pt x="23605" y="21285"/>
                  </a:lnTo>
                  <a:lnTo>
                    <a:pt x="236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4"/>
            <p:cNvSpPr/>
            <p:nvPr/>
          </p:nvSpPr>
          <p:spPr>
            <a:xfrm>
              <a:off x="7875100" y="3468600"/>
              <a:ext cx="1268900" cy="79625"/>
            </a:xfrm>
            <a:custGeom>
              <a:rect b="b" l="l" r="r" t="t"/>
              <a:pathLst>
                <a:path extrusionOk="0" h="3185" w="50756">
                  <a:moveTo>
                    <a:pt x="0" y="1"/>
                  </a:moveTo>
                  <a:lnTo>
                    <a:pt x="0" y="3184"/>
                  </a:lnTo>
                  <a:lnTo>
                    <a:pt x="50756" y="3184"/>
                  </a:lnTo>
                  <a:lnTo>
                    <a:pt x="507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4"/>
            <p:cNvSpPr/>
            <p:nvPr/>
          </p:nvSpPr>
          <p:spPr>
            <a:xfrm>
              <a:off x="7875100" y="3468600"/>
              <a:ext cx="1268900" cy="26175"/>
            </a:xfrm>
            <a:custGeom>
              <a:rect b="b" l="l" r="r" t="t"/>
              <a:pathLst>
                <a:path extrusionOk="0" h="1047" w="50756">
                  <a:moveTo>
                    <a:pt x="0" y="1"/>
                  </a:moveTo>
                  <a:lnTo>
                    <a:pt x="0" y="1047"/>
                  </a:lnTo>
                  <a:lnTo>
                    <a:pt x="50756" y="1047"/>
                  </a:lnTo>
                  <a:lnTo>
                    <a:pt x="507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4"/>
            <p:cNvSpPr/>
            <p:nvPr/>
          </p:nvSpPr>
          <p:spPr>
            <a:xfrm>
              <a:off x="8897250" y="2993350"/>
              <a:ext cx="19350" cy="227425"/>
            </a:xfrm>
            <a:custGeom>
              <a:rect b="b" l="l" r="r" t="t"/>
              <a:pathLst>
                <a:path extrusionOk="0" h="9097" w="774">
                  <a:moveTo>
                    <a:pt x="1" y="0"/>
                  </a:moveTo>
                  <a:lnTo>
                    <a:pt x="1" y="9096"/>
                  </a:lnTo>
                  <a:lnTo>
                    <a:pt x="774" y="9096"/>
                  </a:lnTo>
                  <a:lnTo>
                    <a:pt x="774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4"/>
            <p:cNvSpPr/>
            <p:nvPr/>
          </p:nvSpPr>
          <p:spPr>
            <a:xfrm>
              <a:off x="8422000" y="2993350"/>
              <a:ext cx="19350" cy="227425"/>
            </a:xfrm>
            <a:custGeom>
              <a:rect b="b" l="l" r="r" t="t"/>
              <a:pathLst>
                <a:path extrusionOk="0" h="9097" w="774">
                  <a:moveTo>
                    <a:pt x="0" y="0"/>
                  </a:moveTo>
                  <a:lnTo>
                    <a:pt x="0" y="9096"/>
                  </a:lnTo>
                  <a:lnTo>
                    <a:pt x="773" y="9096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4"/>
            <p:cNvSpPr/>
            <p:nvPr/>
          </p:nvSpPr>
          <p:spPr>
            <a:xfrm>
              <a:off x="8238925" y="2984250"/>
              <a:ext cx="905075" cy="19350"/>
            </a:xfrm>
            <a:custGeom>
              <a:rect b="b" l="l" r="r" t="t"/>
              <a:pathLst>
                <a:path extrusionOk="0" h="774" w="36203">
                  <a:moveTo>
                    <a:pt x="1" y="0"/>
                  </a:moveTo>
                  <a:lnTo>
                    <a:pt x="1" y="774"/>
                  </a:lnTo>
                  <a:lnTo>
                    <a:pt x="36203" y="774"/>
                  </a:lnTo>
                  <a:lnTo>
                    <a:pt x="36203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4"/>
            <p:cNvSpPr/>
            <p:nvPr/>
          </p:nvSpPr>
          <p:spPr>
            <a:xfrm>
              <a:off x="8951825" y="2420300"/>
              <a:ext cx="19350" cy="209225"/>
            </a:xfrm>
            <a:custGeom>
              <a:rect b="b" l="l" r="r" t="t"/>
              <a:pathLst>
                <a:path extrusionOk="0" h="8369" w="774">
                  <a:moveTo>
                    <a:pt x="1" y="1"/>
                  </a:moveTo>
                  <a:lnTo>
                    <a:pt x="1" y="8369"/>
                  </a:lnTo>
                  <a:lnTo>
                    <a:pt x="774" y="8369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4"/>
            <p:cNvSpPr/>
            <p:nvPr/>
          </p:nvSpPr>
          <p:spPr>
            <a:xfrm>
              <a:off x="8586850" y="2420300"/>
              <a:ext cx="19350" cy="209225"/>
            </a:xfrm>
            <a:custGeom>
              <a:rect b="b" l="l" r="r" t="t"/>
              <a:pathLst>
                <a:path extrusionOk="0" h="8369" w="774">
                  <a:moveTo>
                    <a:pt x="1" y="1"/>
                  </a:moveTo>
                  <a:lnTo>
                    <a:pt x="1" y="8369"/>
                  </a:lnTo>
                  <a:lnTo>
                    <a:pt x="774" y="8369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4"/>
            <p:cNvSpPr/>
            <p:nvPr/>
          </p:nvSpPr>
          <p:spPr>
            <a:xfrm>
              <a:off x="8449275" y="2410075"/>
              <a:ext cx="694725" cy="19350"/>
            </a:xfrm>
            <a:custGeom>
              <a:rect b="b" l="l" r="r" t="t"/>
              <a:pathLst>
                <a:path extrusionOk="0" h="774" w="27789">
                  <a:moveTo>
                    <a:pt x="1" y="0"/>
                  </a:moveTo>
                  <a:lnTo>
                    <a:pt x="1" y="773"/>
                  </a:lnTo>
                  <a:lnTo>
                    <a:pt x="27789" y="773"/>
                  </a:lnTo>
                  <a:lnTo>
                    <a:pt x="27789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4"/>
            <p:cNvSpPr/>
            <p:nvPr/>
          </p:nvSpPr>
          <p:spPr>
            <a:xfrm>
              <a:off x="8229825" y="2486250"/>
              <a:ext cx="46650" cy="46650"/>
            </a:xfrm>
            <a:custGeom>
              <a:rect b="b" l="l" r="r" t="t"/>
              <a:pathLst>
                <a:path extrusionOk="0" h="1866" w="1866">
                  <a:moveTo>
                    <a:pt x="911" y="774"/>
                  </a:moveTo>
                  <a:cubicBezTo>
                    <a:pt x="1001" y="774"/>
                    <a:pt x="1092" y="864"/>
                    <a:pt x="1092" y="955"/>
                  </a:cubicBezTo>
                  <a:cubicBezTo>
                    <a:pt x="1092" y="1046"/>
                    <a:pt x="1001" y="1092"/>
                    <a:pt x="911" y="1092"/>
                  </a:cubicBezTo>
                  <a:cubicBezTo>
                    <a:pt x="820" y="1092"/>
                    <a:pt x="729" y="1046"/>
                    <a:pt x="729" y="955"/>
                  </a:cubicBezTo>
                  <a:cubicBezTo>
                    <a:pt x="729" y="864"/>
                    <a:pt x="820" y="774"/>
                    <a:pt x="911" y="774"/>
                  </a:cubicBezTo>
                  <a:close/>
                  <a:moveTo>
                    <a:pt x="911" y="0"/>
                  </a:moveTo>
                  <a:cubicBezTo>
                    <a:pt x="410" y="0"/>
                    <a:pt x="1" y="410"/>
                    <a:pt x="1" y="955"/>
                  </a:cubicBezTo>
                  <a:cubicBezTo>
                    <a:pt x="1" y="1456"/>
                    <a:pt x="410" y="1865"/>
                    <a:pt x="911" y="1865"/>
                  </a:cubicBezTo>
                  <a:cubicBezTo>
                    <a:pt x="1456" y="1865"/>
                    <a:pt x="1866" y="1456"/>
                    <a:pt x="1866" y="955"/>
                  </a:cubicBezTo>
                  <a:cubicBezTo>
                    <a:pt x="1866" y="410"/>
                    <a:pt x="1456" y="0"/>
                    <a:pt x="9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4"/>
            <p:cNvSpPr/>
            <p:nvPr/>
          </p:nvSpPr>
          <p:spPr>
            <a:xfrm>
              <a:off x="8243475" y="2513525"/>
              <a:ext cx="900525" cy="150125"/>
            </a:xfrm>
            <a:custGeom>
              <a:rect b="b" l="l" r="r" t="t"/>
              <a:pathLst>
                <a:path extrusionOk="0" h="6005" w="36021">
                  <a:moveTo>
                    <a:pt x="1" y="1"/>
                  </a:moveTo>
                  <a:lnTo>
                    <a:pt x="1" y="6004"/>
                  </a:lnTo>
                  <a:lnTo>
                    <a:pt x="36021" y="6004"/>
                  </a:lnTo>
                  <a:lnTo>
                    <a:pt x="36021" y="5231"/>
                  </a:lnTo>
                  <a:lnTo>
                    <a:pt x="774" y="5231"/>
                  </a:lnTo>
                  <a:lnTo>
                    <a:pt x="774" y="774"/>
                  </a:lnTo>
                  <a:lnTo>
                    <a:pt x="36021" y="774"/>
                  </a:lnTo>
                  <a:lnTo>
                    <a:pt x="360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4"/>
            <p:cNvSpPr/>
            <p:nvPr/>
          </p:nvSpPr>
          <p:spPr>
            <a:xfrm>
              <a:off x="7786400" y="2495350"/>
              <a:ext cx="1357600" cy="350200"/>
            </a:xfrm>
            <a:custGeom>
              <a:rect b="b" l="l" r="r" t="t"/>
              <a:pathLst>
                <a:path extrusionOk="0" h="14008" w="54304">
                  <a:moveTo>
                    <a:pt x="1" y="0"/>
                  </a:moveTo>
                  <a:cubicBezTo>
                    <a:pt x="1" y="0"/>
                    <a:pt x="4594" y="14008"/>
                    <a:pt x="15146" y="14008"/>
                  </a:cubicBezTo>
                  <a:lnTo>
                    <a:pt x="54304" y="14008"/>
                  </a:lnTo>
                  <a:lnTo>
                    <a:pt x="54304" y="5367"/>
                  </a:lnTo>
                  <a:lnTo>
                    <a:pt x="14873" y="5367"/>
                  </a:lnTo>
                  <a:cubicBezTo>
                    <a:pt x="7050" y="536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4"/>
            <p:cNvSpPr/>
            <p:nvPr/>
          </p:nvSpPr>
          <p:spPr>
            <a:xfrm>
              <a:off x="8335575" y="2629500"/>
              <a:ext cx="808425" cy="216050"/>
            </a:xfrm>
            <a:custGeom>
              <a:rect b="b" l="l" r="r" t="t"/>
              <a:pathLst>
                <a:path extrusionOk="0" h="8642" w="32337">
                  <a:moveTo>
                    <a:pt x="1" y="1"/>
                  </a:moveTo>
                  <a:cubicBezTo>
                    <a:pt x="1501" y="3958"/>
                    <a:pt x="4048" y="8642"/>
                    <a:pt x="7869" y="8642"/>
                  </a:cubicBezTo>
                  <a:lnTo>
                    <a:pt x="32337" y="8642"/>
                  </a:lnTo>
                  <a:lnTo>
                    <a:pt x="32337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4"/>
            <p:cNvSpPr/>
            <p:nvPr/>
          </p:nvSpPr>
          <p:spPr>
            <a:xfrm>
              <a:off x="8165025" y="2845525"/>
              <a:ext cx="978975" cy="58025"/>
            </a:xfrm>
            <a:custGeom>
              <a:rect b="b" l="l" r="r" t="t"/>
              <a:pathLst>
                <a:path extrusionOk="0" h="2321" w="39159">
                  <a:moveTo>
                    <a:pt x="1" y="1"/>
                  </a:moveTo>
                  <a:lnTo>
                    <a:pt x="1" y="2320"/>
                  </a:lnTo>
                  <a:lnTo>
                    <a:pt x="39159" y="2320"/>
                  </a:lnTo>
                  <a:lnTo>
                    <a:pt x="391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4"/>
            <p:cNvSpPr/>
            <p:nvPr/>
          </p:nvSpPr>
          <p:spPr>
            <a:xfrm>
              <a:off x="8165025" y="2845525"/>
              <a:ext cx="978975" cy="29600"/>
            </a:xfrm>
            <a:custGeom>
              <a:rect b="b" l="l" r="r" t="t"/>
              <a:pathLst>
                <a:path extrusionOk="0" h="1184" w="39159">
                  <a:moveTo>
                    <a:pt x="1" y="1"/>
                  </a:moveTo>
                  <a:lnTo>
                    <a:pt x="1" y="1183"/>
                  </a:lnTo>
                  <a:lnTo>
                    <a:pt x="39159" y="1183"/>
                  </a:lnTo>
                  <a:lnTo>
                    <a:pt x="391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4"/>
            <p:cNvSpPr/>
            <p:nvPr/>
          </p:nvSpPr>
          <p:spPr>
            <a:xfrm>
              <a:off x="7363450" y="3067250"/>
              <a:ext cx="1780550" cy="401375"/>
            </a:xfrm>
            <a:custGeom>
              <a:rect b="b" l="l" r="r" t="t"/>
              <a:pathLst>
                <a:path extrusionOk="0" h="16055" w="71222">
                  <a:moveTo>
                    <a:pt x="0" y="1"/>
                  </a:moveTo>
                  <a:cubicBezTo>
                    <a:pt x="0" y="1"/>
                    <a:pt x="5231" y="16055"/>
                    <a:pt x="17328" y="16055"/>
                  </a:cubicBezTo>
                  <a:lnTo>
                    <a:pt x="71222" y="16055"/>
                  </a:lnTo>
                  <a:lnTo>
                    <a:pt x="71222" y="6140"/>
                  </a:lnTo>
                  <a:lnTo>
                    <a:pt x="17010" y="6140"/>
                  </a:lnTo>
                  <a:cubicBezTo>
                    <a:pt x="8050" y="614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4"/>
            <p:cNvSpPr/>
            <p:nvPr/>
          </p:nvSpPr>
          <p:spPr>
            <a:xfrm>
              <a:off x="8029725" y="3220750"/>
              <a:ext cx="1114275" cy="247875"/>
            </a:xfrm>
            <a:custGeom>
              <a:rect b="b" l="l" r="r" t="t"/>
              <a:pathLst>
                <a:path extrusionOk="0" h="9915" w="44571">
                  <a:moveTo>
                    <a:pt x="0" y="0"/>
                  </a:moveTo>
                  <a:cubicBezTo>
                    <a:pt x="1774" y="4503"/>
                    <a:pt x="4867" y="9915"/>
                    <a:pt x="9415" y="9915"/>
                  </a:cubicBezTo>
                  <a:lnTo>
                    <a:pt x="44571" y="9915"/>
                  </a:lnTo>
                  <a:lnTo>
                    <a:pt x="44571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4"/>
            <p:cNvSpPr/>
            <p:nvPr/>
          </p:nvSpPr>
          <p:spPr>
            <a:xfrm>
              <a:off x="7685225" y="4206525"/>
              <a:ext cx="1458775" cy="103475"/>
            </a:xfrm>
            <a:custGeom>
              <a:rect b="b" l="l" r="r" t="t"/>
              <a:pathLst>
                <a:path extrusionOk="0" h="4139" w="58351">
                  <a:moveTo>
                    <a:pt x="0" y="0"/>
                  </a:moveTo>
                  <a:lnTo>
                    <a:pt x="0" y="4139"/>
                  </a:lnTo>
                  <a:lnTo>
                    <a:pt x="58351" y="4139"/>
                  </a:lnTo>
                  <a:lnTo>
                    <a:pt x="583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4"/>
            <p:cNvSpPr/>
            <p:nvPr/>
          </p:nvSpPr>
          <p:spPr>
            <a:xfrm>
              <a:off x="8353775" y="2021225"/>
              <a:ext cx="790225" cy="35275"/>
            </a:xfrm>
            <a:custGeom>
              <a:rect b="b" l="l" r="r" t="t"/>
              <a:pathLst>
                <a:path extrusionOk="0" h="1411" w="31609">
                  <a:moveTo>
                    <a:pt x="1547" y="0"/>
                  </a:moveTo>
                  <a:lnTo>
                    <a:pt x="0" y="1410"/>
                  </a:lnTo>
                  <a:lnTo>
                    <a:pt x="31609" y="1410"/>
                  </a:lnTo>
                  <a:lnTo>
                    <a:pt x="3160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15" name="Google Shape;3315;p4"/>
          <p:cNvGrpSpPr/>
          <p:nvPr/>
        </p:nvGrpSpPr>
        <p:grpSpPr>
          <a:xfrm flipH="1">
            <a:off x="0" y="1343575"/>
            <a:ext cx="1780550" cy="3108550"/>
            <a:chOff x="7363450" y="1343575"/>
            <a:chExt cx="1780550" cy="3108550"/>
          </a:xfrm>
        </p:grpSpPr>
        <p:sp>
          <p:nvSpPr>
            <p:cNvPr id="3316" name="Google Shape;3316;p4"/>
            <p:cNvSpPr/>
            <p:nvPr/>
          </p:nvSpPr>
          <p:spPr>
            <a:xfrm>
              <a:off x="7954675" y="3468600"/>
              <a:ext cx="1189325" cy="737950"/>
            </a:xfrm>
            <a:custGeom>
              <a:rect b="b" l="l" r="r" t="t"/>
              <a:pathLst>
                <a:path extrusionOk="0" h="29518" w="47573">
                  <a:moveTo>
                    <a:pt x="1" y="1"/>
                  </a:moveTo>
                  <a:lnTo>
                    <a:pt x="1" y="29517"/>
                  </a:lnTo>
                  <a:lnTo>
                    <a:pt x="47573" y="29517"/>
                  </a:lnTo>
                  <a:lnTo>
                    <a:pt x="47573" y="1"/>
                  </a:ln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4"/>
            <p:cNvSpPr/>
            <p:nvPr/>
          </p:nvSpPr>
          <p:spPr>
            <a:xfrm>
              <a:off x="8987075" y="3733525"/>
              <a:ext cx="156925" cy="473025"/>
            </a:xfrm>
            <a:custGeom>
              <a:rect b="b" l="l" r="r" t="t"/>
              <a:pathLst>
                <a:path extrusionOk="0" h="18921" w="6277">
                  <a:moveTo>
                    <a:pt x="1" y="1"/>
                  </a:moveTo>
                  <a:lnTo>
                    <a:pt x="1" y="18920"/>
                  </a:lnTo>
                  <a:lnTo>
                    <a:pt x="6277" y="18920"/>
                  </a:lnTo>
                  <a:lnTo>
                    <a:pt x="62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4"/>
            <p:cNvSpPr/>
            <p:nvPr/>
          </p:nvSpPr>
          <p:spPr>
            <a:xfrm>
              <a:off x="7981975" y="1922300"/>
              <a:ext cx="1162025" cy="350225"/>
            </a:xfrm>
            <a:custGeom>
              <a:rect b="b" l="l" r="r" t="t"/>
              <a:pathLst>
                <a:path extrusionOk="0" h="14009" w="46481">
                  <a:moveTo>
                    <a:pt x="0" y="0"/>
                  </a:moveTo>
                  <a:cubicBezTo>
                    <a:pt x="0" y="1"/>
                    <a:pt x="4594" y="14008"/>
                    <a:pt x="15145" y="14008"/>
                  </a:cubicBezTo>
                  <a:lnTo>
                    <a:pt x="46481" y="14008"/>
                  </a:lnTo>
                  <a:lnTo>
                    <a:pt x="46481" y="5367"/>
                  </a:lnTo>
                  <a:lnTo>
                    <a:pt x="14872" y="5367"/>
                  </a:lnTo>
                  <a:cubicBezTo>
                    <a:pt x="7050" y="5367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"/>
            <p:cNvSpPr/>
            <p:nvPr/>
          </p:nvSpPr>
          <p:spPr>
            <a:xfrm>
              <a:off x="8470875" y="2056475"/>
              <a:ext cx="673125" cy="216050"/>
            </a:xfrm>
            <a:custGeom>
              <a:rect b="b" l="l" r="r" t="t"/>
              <a:pathLst>
                <a:path extrusionOk="0" h="8642" w="26925">
                  <a:moveTo>
                    <a:pt x="1" y="0"/>
                  </a:moveTo>
                  <a:cubicBezTo>
                    <a:pt x="1456" y="3957"/>
                    <a:pt x="3957" y="8641"/>
                    <a:pt x="7687" y="8641"/>
                  </a:cubicBezTo>
                  <a:lnTo>
                    <a:pt x="26925" y="8641"/>
                  </a:lnTo>
                  <a:lnTo>
                    <a:pt x="26925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4"/>
            <p:cNvSpPr/>
            <p:nvPr/>
          </p:nvSpPr>
          <p:spPr>
            <a:xfrm>
              <a:off x="8238925" y="2845525"/>
              <a:ext cx="905075" cy="372975"/>
            </a:xfrm>
            <a:custGeom>
              <a:rect b="b" l="l" r="r" t="t"/>
              <a:pathLst>
                <a:path extrusionOk="0" h="14919" w="36203">
                  <a:moveTo>
                    <a:pt x="1" y="1"/>
                  </a:moveTo>
                  <a:lnTo>
                    <a:pt x="1" y="14918"/>
                  </a:lnTo>
                  <a:lnTo>
                    <a:pt x="36203" y="14918"/>
                  </a:lnTo>
                  <a:lnTo>
                    <a:pt x="36203" y="1"/>
                  </a:ln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4"/>
            <p:cNvSpPr/>
            <p:nvPr/>
          </p:nvSpPr>
          <p:spPr>
            <a:xfrm>
              <a:off x="7954675" y="3468600"/>
              <a:ext cx="1189325" cy="79625"/>
            </a:xfrm>
            <a:custGeom>
              <a:rect b="b" l="l" r="r" t="t"/>
              <a:pathLst>
                <a:path extrusionOk="0" h="3185" w="47573">
                  <a:moveTo>
                    <a:pt x="1" y="1"/>
                  </a:moveTo>
                  <a:lnTo>
                    <a:pt x="1" y="3184"/>
                  </a:lnTo>
                  <a:lnTo>
                    <a:pt x="47573" y="3184"/>
                  </a:lnTo>
                  <a:lnTo>
                    <a:pt x="4757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4"/>
            <p:cNvSpPr/>
            <p:nvPr/>
          </p:nvSpPr>
          <p:spPr>
            <a:xfrm>
              <a:off x="8152525" y="3468600"/>
              <a:ext cx="134175" cy="582175"/>
            </a:xfrm>
            <a:custGeom>
              <a:rect b="b" l="l" r="r" t="t"/>
              <a:pathLst>
                <a:path extrusionOk="0" h="23287" w="5367">
                  <a:moveTo>
                    <a:pt x="0" y="1"/>
                  </a:moveTo>
                  <a:lnTo>
                    <a:pt x="0" y="23286"/>
                  </a:lnTo>
                  <a:lnTo>
                    <a:pt x="5367" y="23286"/>
                  </a:lnTo>
                  <a:lnTo>
                    <a:pt x="5367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4"/>
            <p:cNvSpPr/>
            <p:nvPr/>
          </p:nvSpPr>
          <p:spPr>
            <a:xfrm>
              <a:off x="8117275" y="4050750"/>
              <a:ext cx="204675" cy="155800"/>
            </a:xfrm>
            <a:custGeom>
              <a:rect b="b" l="l" r="r" t="t"/>
              <a:pathLst>
                <a:path extrusionOk="0" h="6232" w="8187">
                  <a:moveTo>
                    <a:pt x="0" y="0"/>
                  </a:moveTo>
                  <a:lnTo>
                    <a:pt x="0" y="6231"/>
                  </a:lnTo>
                  <a:lnTo>
                    <a:pt x="8187" y="6231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4"/>
            <p:cNvSpPr/>
            <p:nvPr/>
          </p:nvSpPr>
          <p:spPr>
            <a:xfrm>
              <a:off x="7407775" y="4309975"/>
              <a:ext cx="1736225" cy="142150"/>
            </a:xfrm>
            <a:custGeom>
              <a:rect b="b" l="l" r="r" t="t"/>
              <a:pathLst>
                <a:path extrusionOk="0" h="5686" w="69449">
                  <a:moveTo>
                    <a:pt x="1" y="1"/>
                  </a:moveTo>
                  <a:lnTo>
                    <a:pt x="1" y="5686"/>
                  </a:lnTo>
                  <a:lnTo>
                    <a:pt x="69449" y="5686"/>
                  </a:lnTo>
                  <a:lnTo>
                    <a:pt x="694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4"/>
            <p:cNvSpPr/>
            <p:nvPr/>
          </p:nvSpPr>
          <p:spPr>
            <a:xfrm>
              <a:off x="8449275" y="2272500"/>
              <a:ext cx="694725" cy="357025"/>
            </a:xfrm>
            <a:custGeom>
              <a:rect b="b" l="l" r="r" t="t"/>
              <a:pathLst>
                <a:path extrusionOk="0" h="14281" w="27789">
                  <a:moveTo>
                    <a:pt x="1" y="0"/>
                  </a:moveTo>
                  <a:lnTo>
                    <a:pt x="1" y="14281"/>
                  </a:lnTo>
                  <a:lnTo>
                    <a:pt x="27789" y="14281"/>
                  </a:lnTo>
                  <a:lnTo>
                    <a:pt x="27789" y="0"/>
                  </a:ln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4"/>
            <p:cNvSpPr/>
            <p:nvPr/>
          </p:nvSpPr>
          <p:spPr>
            <a:xfrm>
              <a:off x="8374225" y="2272500"/>
              <a:ext cx="769775" cy="54600"/>
            </a:xfrm>
            <a:custGeom>
              <a:rect b="b" l="l" r="r" t="t"/>
              <a:pathLst>
                <a:path extrusionOk="0" h="2184" w="30791">
                  <a:moveTo>
                    <a:pt x="1" y="0"/>
                  </a:moveTo>
                  <a:lnTo>
                    <a:pt x="1" y="2183"/>
                  </a:lnTo>
                  <a:lnTo>
                    <a:pt x="30791" y="2183"/>
                  </a:lnTo>
                  <a:lnTo>
                    <a:pt x="307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4"/>
            <p:cNvSpPr/>
            <p:nvPr/>
          </p:nvSpPr>
          <p:spPr>
            <a:xfrm>
              <a:off x="8374225" y="2272500"/>
              <a:ext cx="769775" cy="27300"/>
            </a:xfrm>
            <a:custGeom>
              <a:rect b="b" l="l" r="r" t="t"/>
              <a:pathLst>
                <a:path extrusionOk="0" h="1092" w="30791">
                  <a:moveTo>
                    <a:pt x="1" y="0"/>
                  </a:moveTo>
                  <a:lnTo>
                    <a:pt x="1" y="1092"/>
                  </a:lnTo>
                  <a:lnTo>
                    <a:pt x="30791" y="1092"/>
                  </a:lnTo>
                  <a:lnTo>
                    <a:pt x="307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4"/>
            <p:cNvSpPr/>
            <p:nvPr/>
          </p:nvSpPr>
          <p:spPr>
            <a:xfrm>
              <a:off x="8506125" y="3468600"/>
              <a:ext cx="134200" cy="582175"/>
            </a:xfrm>
            <a:custGeom>
              <a:rect b="b" l="l" r="r" t="t"/>
              <a:pathLst>
                <a:path extrusionOk="0" h="23287" w="5368">
                  <a:moveTo>
                    <a:pt x="1" y="1"/>
                  </a:moveTo>
                  <a:lnTo>
                    <a:pt x="1" y="23286"/>
                  </a:lnTo>
                  <a:lnTo>
                    <a:pt x="5367" y="23286"/>
                  </a:lnTo>
                  <a:lnTo>
                    <a:pt x="5367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4"/>
            <p:cNvSpPr/>
            <p:nvPr/>
          </p:nvSpPr>
          <p:spPr>
            <a:xfrm>
              <a:off x="8472025" y="4050750"/>
              <a:ext cx="203550" cy="155800"/>
            </a:xfrm>
            <a:custGeom>
              <a:rect b="b" l="l" r="r" t="t"/>
              <a:pathLst>
                <a:path extrusionOk="0" h="6232" w="8142">
                  <a:moveTo>
                    <a:pt x="0" y="0"/>
                  </a:moveTo>
                  <a:lnTo>
                    <a:pt x="0" y="6231"/>
                  </a:lnTo>
                  <a:lnTo>
                    <a:pt x="8141" y="6231"/>
                  </a:lnTo>
                  <a:lnTo>
                    <a:pt x="8141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4"/>
            <p:cNvSpPr/>
            <p:nvPr/>
          </p:nvSpPr>
          <p:spPr>
            <a:xfrm>
              <a:off x="8353775" y="1343575"/>
              <a:ext cx="790225" cy="712925"/>
            </a:xfrm>
            <a:custGeom>
              <a:rect b="b" l="l" r="r" t="t"/>
              <a:pathLst>
                <a:path extrusionOk="0" h="28517" w="31609">
                  <a:moveTo>
                    <a:pt x="31609" y="0"/>
                  </a:moveTo>
                  <a:lnTo>
                    <a:pt x="0" y="28516"/>
                  </a:lnTo>
                  <a:lnTo>
                    <a:pt x="31609" y="28516"/>
                  </a:lnTo>
                  <a:lnTo>
                    <a:pt x="31609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4"/>
            <p:cNvSpPr/>
            <p:nvPr/>
          </p:nvSpPr>
          <p:spPr>
            <a:xfrm>
              <a:off x="8553875" y="1524350"/>
              <a:ext cx="590125" cy="532150"/>
            </a:xfrm>
            <a:custGeom>
              <a:rect b="b" l="l" r="r" t="t"/>
              <a:pathLst>
                <a:path extrusionOk="0" h="21286" w="23605">
                  <a:moveTo>
                    <a:pt x="23605" y="1"/>
                  </a:moveTo>
                  <a:lnTo>
                    <a:pt x="1" y="21285"/>
                  </a:lnTo>
                  <a:lnTo>
                    <a:pt x="23605" y="21285"/>
                  </a:lnTo>
                  <a:lnTo>
                    <a:pt x="236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4"/>
            <p:cNvSpPr/>
            <p:nvPr/>
          </p:nvSpPr>
          <p:spPr>
            <a:xfrm>
              <a:off x="7875100" y="3468600"/>
              <a:ext cx="1268900" cy="79625"/>
            </a:xfrm>
            <a:custGeom>
              <a:rect b="b" l="l" r="r" t="t"/>
              <a:pathLst>
                <a:path extrusionOk="0" h="3185" w="50756">
                  <a:moveTo>
                    <a:pt x="0" y="1"/>
                  </a:moveTo>
                  <a:lnTo>
                    <a:pt x="0" y="3184"/>
                  </a:lnTo>
                  <a:lnTo>
                    <a:pt x="50756" y="3184"/>
                  </a:lnTo>
                  <a:lnTo>
                    <a:pt x="507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4"/>
            <p:cNvSpPr/>
            <p:nvPr/>
          </p:nvSpPr>
          <p:spPr>
            <a:xfrm>
              <a:off x="7875100" y="3468600"/>
              <a:ext cx="1268900" cy="26175"/>
            </a:xfrm>
            <a:custGeom>
              <a:rect b="b" l="l" r="r" t="t"/>
              <a:pathLst>
                <a:path extrusionOk="0" h="1047" w="50756">
                  <a:moveTo>
                    <a:pt x="0" y="1"/>
                  </a:moveTo>
                  <a:lnTo>
                    <a:pt x="0" y="1047"/>
                  </a:lnTo>
                  <a:lnTo>
                    <a:pt x="50756" y="1047"/>
                  </a:lnTo>
                  <a:lnTo>
                    <a:pt x="507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4"/>
            <p:cNvSpPr/>
            <p:nvPr/>
          </p:nvSpPr>
          <p:spPr>
            <a:xfrm>
              <a:off x="8897250" y="2993350"/>
              <a:ext cx="19350" cy="227425"/>
            </a:xfrm>
            <a:custGeom>
              <a:rect b="b" l="l" r="r" t="t"/>
              <a:pathLst>
                <a:path extrusionOk="0" h="9097" w="774">
                  <a:moveTo>
                    <a:pt x="1" y="0"/>
                  </a:moveTo>
                  <a:lnTo>
                    <a:pt x="1" y="9096"/>
                  </a:lnTo>
                  <a:lnTo>
                    <a:pt x="774" y="9096"/>
                  </a:lnTo>
                  <a:lnTo>
                    <a:pt x="774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4"/>
            <p:cNvSpPr/>
            <p:nvPr/>
          </p:nvSpPr>
          <p:spPr>
            <a:xfrm>
              <a:off x="8422000" y="2993350"/>
              <a:ext cx="19350" cy="227425"/>
            </a:xfrm>
            <a:custGeom>
              <a:rect b="b" l="l" r="r" t="t"/>
              <a:pathLst>
                <a:path extrusionOk="0" h="9097" w="774">
                  <a:moveTo>
                    <a:pt x="0" y="0"/>
                  </a:moveTo>
                  <a:lnTo>
                    <a:pt x="0" y="9096"/>
                  </a:lnTo>
                  <a:lnTo>
                    <a:pt x="773" y="9096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4"/>
            <p:cNvSpPr/>
            <p:nvPr/>
          </p:nvSpPr>
          <p:spPr>
            <a:xfrm>
              <a:off x="8238925" y="2984250"/>
              <a:ext cx="905075" cy="19350"/>
            </a:xfrm>
            <a:custGeom>
              <a:rect b="b" l="l" r="r" t="t"/>
              <a:pathLst>
                <a:path extrusionOk="0" h="774" w="36203">
                  <a:moveTo>
                    <a:pt x="1" y="0"/>
                  </a:moveTo>
                  <a:lnTo>
                    <a:pt x="1" y="774"/>
                  </a:lnTo>
                  <a:lnTo>
                    <a:pt x="36203" y="774"/>
                  </a:lnTo>
                  <a:lnTo>
                    <a:pt x="36203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4"/>
            <p:cNvSpPr/>
            <p:nvPr/>
          </p:nvSpPr>
          <p:spPr>
            <a:xfrm>
              <a:off x="8951825" y="2420300"/>
              <a:ext cx="19350" cy="209225"/>
            </a:xfrm>
            <a:custGeom>
              <a:rect b="b" l="l" r="r" t="t"/>
              <a:pathLst>
                <a:path extrusionOk="0" h="8369" w="774">
                  <a:moveTo>
                    <a:pt x="1" y="1"/>
                  </a:moveTo>
                  <a:lnTo>
                    <a:pt x="1" y="8369"/>
                  </a:lnTo>
                  <a:lnTo>
                    <a:pt x="774" y="8369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4"/>
            <p:cNvSpPr/>
            <p:nvPr/>
          </p:nvSpPr>
          <p:spPr>
            <a:xfrm>
              <a:off x="8586850" y="2420300"/>
              <a:ext cx="19350" cy="209225"/>
            </a:xfrm>
            <a:custGeom>
              <a:rect b="b" l="l" r="r" t="t"/>
              <a:pathLst>
                <a:path extrusionOk="0" h="8369" w="774">
                  <a:moveTo>
                    <a:pt x="1" y="1"/>
                  </a:moveTo>
                  <a:lnTo>
                    <a:pt x="1" y="8369"/>
                  </a:lnTo>
                  <a:lnTo>
                    <a:pt x="774" y="8369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4"/>
            <p:cNvSpPr/>
            <p:nvPr/>
          </p:nvSpPr>
          <p:spPr>
            <a:xfrm>
              <a:off x="8449275" y="2410075"/>
              <a:ext cx="694725" cy="19350"/>
            </a:xfrm>
            <a:custGeom>
              <a:rect b="b" l="l" r="r" t="t"/>
              <a:pathLst>
                <a:path extrusionOk="0" h="774" w="27789">
                  <a:moveTo>
                    <a:pt x="1" y="0"/>
                  </a:moveTo>
                  <a:lnTo>
                    <a:pt x="1" y="773"/>
                  </a:lnTo>
                  <a:lnTo>
                    <a:pt x="27789" y="773"/>
                  </a:lnTo>
                  <a:lnTo>
                    <a:pt x="27789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4"/>
            <p:cNvSpPr/>
            <p:nvPr/>
          </p:nvSpPr>
          <p:spPr>
            <a:xfrm>
              <a:off x="8229825" y="2486250"/>
              <a:ext cx="46650" cy="46650"/>
            </a:xfrm>
            <a:custGeom>
              <a:rect b="b" l="l" r="r" t="t"/>
              <a:pathLst>
                <a:path extrusionOk="0" h="1866" w="1866">
                  <a:moveTo>
                    <a:pt x="911" y="774"/>
                  </a:moveTo>
                  <a:cubicBezTo>
                    <a:pt x="1001" y="774"/>
                    <a:pt x="1092" y="864"/>
                    <a:pt x="1092" y="955"/>
                  </a:cubicBezTo>
                  <a:cubicBezTo>
                    <a:pt x="1092" y="1046"/>
                    <a:pt x="1001" y="1092"/>
                    <a:pt x="911" y="1092"/>
                  </a:cubicBezTo>
                  <a:cubicBezTo>
                    <a:pt x="820" y="1092"/>
                    <a:pt x="729" y="1046"/>
                    <a:pt x="729" y="955"/>
                  </a:cubicBezTo>
                  <a:cubicBezTo>
                    <a:pt x="729" y="864"/>
                    <a:pt x="820" y="774"/>
                    <a:pt x="911" y="774"/>
                  </a:cubicBezTo>
                  <a:close/>
                  <a:moveTo>
                    <a:pt x="911" y="0"/>
                  </a:moveTo>
                  <a:cubicBezTo>
                    <a:pt x="410" y="0"/>
                    <a:pt x="1" y="410"/>
                    <a:pt x="1" y="955"/>
                  </a:cubicBezTo>
                  <a:cubicBezTo>
                    <a:pt x="1" y="1456"/>
                    <a:pt x="410" y="1865"/>
                    <a:pt x="911" y="1865"/>
                  </a:cubicBezTo>
                  <a:cubicBezTo>
                    <a:pt x="1456" y="1865"/>
                    <a:pt x="1866" y="1456"/>
                    <a:pt x="1866" y="955"/>
                  </a:cubicBezTo>
                  <a:cubicBezTo>
                    <a:pt x="1866" y="410"/>
                    <a:pt x="1456" y="0"/>
                    <a:pt x="9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4"/>
            <p:cNvSpPr/>
            <p:nvPr/>
          </p:nvSpPr>
          <p:spPr>
            <a:xfrm>
              <a:off x="8243475" y="2513525"/>
              <a:ext cx="900525" cy="150125"/>
            </a:xfrm>
            <a:custGeom>
              <a:rect b="b" l="l" r="r" t="t"/>
              <a:pathLst>
                <a:path extrusionOk="0" h="6005" w="36021">
                  <a:moveTo>
                    <a:pt x="1" y="1"/>
                  </a:moveTo>
                  <a:lnTo>
                    <a:pt x="1" y="6004"/>
                  </a:lnTo>
                  <a:lnTo>
                    <a:pt x="36021" y="6004"/>
                  </a:lnTo>
                  <a:lnTo>
                    <a:pt x="36021" y="5231"/>
                  </a:lnTo>
                  <a:lnTo>
                    <a:pt x="774" y="5231"/>
                  </a:lnTo>
                  <a:lnTo>
                    <a:pt x="774" y="774"/>
                  </a:lnTo>
                  <a:lnTo>
                    <a:pt x="36021" y="774"/>
                  </a:lnTo>
                  <a:lnTo>
                    <a:pt x="360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4"/>
            <p:cNvSpPr/>
            <p:nvPr/>
          </p:nvSpPr>
          <p:spPr>
            <a:xfrm>
              <a:off x="7786400" y="2495350"/>
              <a:ext cx="1357600" cy="350200"/>
            </a:xfrm>
            <a:custGeom>
              <a:rect b="b" l="l" r="r" t="t"/>
              <a:pathLst>
                <a:path extrusionOk="0" h="14008" w="54304">
                  <a:moveTo>
                    <a:pt x="1" y="0"/>
                  </a:moveTo>
                  <a:cubicBezTo>
                    <a:pt x="1" y="0"/>
                    <a:pt x="4594" y="14008"/>
                    <a:pt x="15146" y="14008"/>
                  </a:cubicBezTo>
                  <a:lnTo>
                    <a:pt x="54304" y="14008"/>
                  </a:lnTo>
                  <a:lnTo>
                    <a:pt x="54304" y="5367"/>
                  </a:lnTo>
                  <a:lnTo>
                    <a:pt x="14873" y="5367"/>
                  </a:lnTo>
                  <a:cubicBezTo>
                    <a:pt x="7050" y="536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4"/>
            <p:cNvSpPr/>
            <p:nvPr/>
          </p:nvSpPr>
          <p:spPr>
            <a:xfrm>
              <a:off x="8335575" y="2629500"/>
              <a:ext cx="808425" cy="216050"/>
            </a:xfrm>
            <a:custGeom>
              <a:rect b="b" l="l" r="r" t="t"/>
              <a:pathLst>
                <a:path extrusionOk="0" h="8642" w="32337">
                  <a:moveTo>
                    <a:pt x="1" y="1"/>
                  </a:moveTo>
                  <a:cubicBezTo>
                    <a:pt x="1501" y="3958"/>
                    <a:pt x="4048" y="8642"/>
                    <a:pt x="7869" y="8642"/>
                  </a:cubicBezTo>
                  <a:lnTo>
                    <a:pt x="32337" y="8642"/>
                  </a:lnTo>
                  <a:lnTo>
                    <a:pt x="32337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4"/>
            <p:cNvSpPr/>
            <p:nvPr/>
          </p:nvSpPr>
          <p:spPr>
            <a:xfrm>
              <a:off x="8165025" y="2845525"/>
              <a:ext cx="978975" cy="58025"/>
            </a:xfrm>
            <a:custGeom>
              <a:rect b="b" l="l" r="r" t="t"/>
              <a:pathLst>
                <a:path extrusionOk="0" h="2321" w="39159">
                  <a:moveTo>
                    <a:pt x="1" y="1"/>
                  </a:moveTo>
                  <a:lnTo>
                    <a:pt x="1" y="2320"/>
                  </a:lnTo>
                  <a:lnTo>
                    <a:pt x="39159" y="2320"/>
                  </a:lnTo>
                  <a:lnTo>
                    <a:pt x="391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4"/>
            <p:cNvSpPr/>
            <p:nvPr/>
          </p:nvSpPr>
          <p:spPr>
            <a:xfrm>
              <a:off x="8165025" y="2845525"/>
              <a:ext cx="978975" cy="29600"/>
            </a:xfrm>
            <a:custGeom>
              <a:rect b="b" l="l" r="r" t="t"/>
              <a:pathLst>
                <a:path extrusionOk="0" h="1184" w="39159">
                  <a:moveTo>
                    <a:pt x="1" y="1"/>
                  </a:moveTo>
                  <a:lnTo>
                    <a:pt x="1" y="1183"/>
                  </a:lnTo>
                  <a:lnTo>
                    <a:pt x="39159" y="1183"/>
                  </a:lnTo>
                  <a:lnTo>
                    <a:pt x="391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4"/>
            <p:cNvSpPr/>
            <p:nvPr/>
          </p:nvSpPr>
          <p:spPr>
            <a:xfrm>
              <a:off x="7363450" y="3067250"/>
              <a:ext cx="1780550" cy="401375"/>
            </a:xfrm>
            <a:custGeom>
              <a:rect b="b" l="l" r="r" t="t"/>
              <a:pathLst>
                <a:path extrusionOk="0" h="16055" w="71222">
                  <a:moveTo>
                    <a:pt x="0" y="1"/>
                  </a:moveTo>
                  <a:cubicBezTo>
                    <a:pt x="0" y="1"/>
                    <a:pt x="5231" y="16055"/>
                    <a:pt x="17328" y="16055"/>
                  </a:cubicBezTo>
                  <a:lnTo>
                    <a:pt x="71222" y="16055"/>
                  </a:lnTo>
                  <a:lnTo>
                    <a:pt x="71222" y="6140"/>
                  </a:lnTo>
                  <a:lnTo>
                    <a:pt x="17010" y="6140"/>
                  </a:lnTo>
                  <a:cubicBezTo>
                    <a:pt x="8050" y="614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4"/>
            <p:cNvSpPr/>
            <p:nvPr/>
          </p:nvSpPr>
          <p:spPr>
            <a:xfrm>
              <a:off x="8029725" y="3220750"/>
              <a:ext cx="1114275" cy="247875"/>
            </a:xfrm>
            <a:custGeom>
              <a:rect b="b" l="l" r="r" t="t"/>
              <a:pathLst>
                <a:path extrusionOk="0" h="9915" w="44571">
                  <a:moveTo>
                    <a:pt x="0" y="0"/>
                  </a:moveTo>
                  <a:cubicBezTo>
                    <a:pt x="1774" y="4503"/>
                    <a:pt x="4867" y="9915"/>
                    <a:pt x="9415" y="9915"/>
                  </a:cubicBezTo>
                  <a:lnTo>
                    <a:pt x="44571" y="9915"/>
                  </a:lnTo>
                  <a:lnTo>
                    <a:pt x="44571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4"/>
            <p:cNvSpPr/>
            <p:nvPr/>
          </p:nvSpPr>
          <p:spPr>
            <a:xfrm>
              <a:off x="7685225" y="4206525"/>
              <a:ext cx="1458775" cy="103475"/>
            </a:xfrm>
            <a:custGeom>
              <a:rect b="b" l="l" r="r" t="t"/>
              <a:pathLst>
                <a:path extrusionOk="0" h="4139" w="58351">
                  <a:moveTo>
                    <a:pt x="0" y="0"/>
                  </a:moveTo>
                  <a:lnTo>
                    <a:pt x="0" y="4139"/>
                  </a:lnTo>
                  <a:lnTo>
                    <a:pt x="58351" y="4139"/>
                  </a:lnTo>
                  <a:lnTo>
                    <a:pt x="583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4"/>
            <p:cNvSpPr/>
            <p:nvPr/>
          </p:nvSpPr>
          <p:spPr>
            <a:xfrm>
              <a:off x="8353775" y="2021225"/>
              <a:ext cx="790225" cy="35275"/>
            </a:xfrm>
            <a:custGeom>
              <a:rect b="b" l="l" r="r" t="t"/>
              <a:pathLst>
                <a:path extrusionOk="0" h="1411" w="31609">
                  <a:moveTo>
                    <a:pt x="1547" y="0"/>
                  </a:moveTo>
                  <a:lnTo>
                    <a:pt x="0" y="1410"/>
                  </a:lnTo>
                  <a:lnTo>
                    <a:pt x="31609" y="1410"/>
                  </a:lnTo>
                  <a:lnTo>
                    <a:pt x="3160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50" name="Google Shape;3350;p4"/>
          <p:cNvGrpSpPr/>
          <p:nvPr/>
        </p:nvGrpSpPr>
        <p:grpSpPr>
          <a:xfrm>
            <a:off x="8032182" y="795173"/>
            <a:ext cx="443090" cy="415211"/>
            <a:chOff x="2987700" y="3560325"/>
            <a:chExt cx="386708" cy="362377"/>
          </a:xfrm>
        </p:grpSpPr>
        <p:sp>
          <p:nvSpPr>
            <p:cNvPr id="3351" name="Google Shape;3351;p4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4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4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4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4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4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4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4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4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4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4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4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4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4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4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4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4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4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4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74" name="Google Shape;3374;p4"/>
          <p:cNvGrpSpPr/>
          <p:nvPr/>
        </p:nvGrpSpPr>
        <p:grpSpPr>
          <a:xfrm>
            <a:off x="2016812" y="4327786"/>
            <a:ext cx="295252" cy="276675"/>
            <a:chOff x="2987700" y="3560325"/>
            <a:chExt cx="386708" cy="362377"/>
          </a:xfrm>
        </p:grpSpPr>
        <p:sp>
          <p:nvSpPr>
            <p:cNvPr id="3375" name="Google Shape;3375;p4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398" name="Shape 3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99" name="Google Shape;3399;p5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3400" name="Google Shape;3400;p5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5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5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5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5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5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5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5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5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5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5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5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5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5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5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5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5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5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5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5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5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5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5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5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5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5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5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5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5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5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5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5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5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5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5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5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5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5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5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5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5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5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5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5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5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5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5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5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5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5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5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5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5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5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5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5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5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5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5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5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5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5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5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5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5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5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5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5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5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5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5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5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5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5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5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5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5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5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5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5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5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5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5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5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5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5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5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5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5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5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5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5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5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5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5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5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5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5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5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5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5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5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5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5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5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5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5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5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5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5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5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5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5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5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5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5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5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5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5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5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5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5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5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5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5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5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5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5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5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5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5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5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5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5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5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5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5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5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5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5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5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5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5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5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5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5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5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5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5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5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5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5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5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5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5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5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5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5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5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5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5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5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5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5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5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5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5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5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5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5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5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5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5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5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5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5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5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5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5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5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5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5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5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5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5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5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5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5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5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5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5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5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5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5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5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5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5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5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5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5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5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5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5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5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5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5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5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5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5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5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5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5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5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5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5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5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5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5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5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5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5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5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5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5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5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5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5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5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5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5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5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5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5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5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5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5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5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5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5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5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5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5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5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5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5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5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5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5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5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5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5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5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5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5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5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5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5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5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5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5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5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5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5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5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5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5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5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5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5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5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5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5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5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5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5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5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5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5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5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5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5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5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5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5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5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5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5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5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5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5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5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5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5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5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5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5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5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5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5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5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5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5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5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5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5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5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5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5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5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5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5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5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5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5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5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5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5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5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5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5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5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5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5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5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5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5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5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5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5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5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5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5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5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5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5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5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5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5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5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5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5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5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5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5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5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5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5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5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5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5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5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5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5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5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5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5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5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5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5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5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5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5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5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5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5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5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5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5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5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5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5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5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5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5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5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5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5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5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5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5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5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5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5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5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5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5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5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5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5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5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5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5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5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5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5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5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5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5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5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5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5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5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5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5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5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5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5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5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5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5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5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5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5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5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5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5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5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5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5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5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5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5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5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5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5" name="Google Shape;3855;p5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6" name="Google Shape;3856;p5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5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5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5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5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1" name="Google Shape;3861;p5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2" name="Google Shape;3862;p5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3" name="Google Shape;3863;p5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4" name="Google Shape;3864;p5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5" name="Google Shape;3865;p5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5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5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5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5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5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5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5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5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5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5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5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5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5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5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5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5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5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5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5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5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5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5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5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5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5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5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5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5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5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5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5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5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5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5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5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5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5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5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5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5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5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5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5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5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5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1" name="Google Shape;3911;p5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2" name="Google Shape;3912;p5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5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5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5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5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5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5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5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5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5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5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5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5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5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5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5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5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5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5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5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5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5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5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5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5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5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5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5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5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5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5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5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5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5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5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5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5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5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5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5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5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5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5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5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5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5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5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5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5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5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5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5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5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5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5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5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5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9" name="Google Shape;3969;p5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0" name="Google Shape;3970;p5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1" name="Google Shape;3971;p5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2" name="Google Shape;3972;p5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3" name="Google Shape;3973;p5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4" name="Google Shape;3974;p5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5" name="Google Shape;3975;p5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6" name="Google Shape;3976;p5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7" name="Google Shape;3977;p5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5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5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0" name="Google Shape;3980;p5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1" name="Google Shape;3981;p5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2" name="Google Shape;3982;p5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3" name="Google Shape;3983;p5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4" name="Google Shape;3984;p5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5" name="Google Shape;3985;p5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6" name="Google Shape;3986;p5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7" name="Google Shape;3987;p5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8" name="Google Shape;3988;p5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5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0" name="Google Shape;3990;p5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1" name="Google Shape;3991;p5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5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3" name="Google Shape;3993;p5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5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5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5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5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5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5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5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5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5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5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5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5" name="Google Shape;4005;p5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5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5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5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5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5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5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5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3" name="Google Shape;4013;p5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5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5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5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5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5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5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5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5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5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5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5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5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5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5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5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5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5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5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5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5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5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5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5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5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5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5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5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5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5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5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5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5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5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5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5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5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5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5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5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5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5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5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5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5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5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5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5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5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5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5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5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5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5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5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5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5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5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5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5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5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5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5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5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5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5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5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5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5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5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5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5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5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5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5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5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5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5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5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5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5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5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5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5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7" name="Google Shape;4097;p5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8" name="Google Shape;4098;p5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5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0" name="Google Shape;4100;p5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1" name="Google Shape;4101;p5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2" name="Google Shape;4102;p5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5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5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5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5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7" name="Google Shape;4107;p5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5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5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5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5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5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5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5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5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5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5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8" name="Google Shape;4118;p5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9" name="Google Shape;4119;p5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5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5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5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5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5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5" name="Google Shape;4125;p5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6" name="Google Shape;4126;p5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5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5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5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0" name="Google Shape;4130;p5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1" name="Google Shape;4131;p5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2" name="Google Shape;4132;p5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3" name="Google Shape;4133;p5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5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5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5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7" name="Google Shape;4137;p5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8" name="Google Shape;4138;p5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5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5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5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5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5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5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5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5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5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5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5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5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5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5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5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5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5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5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5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5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5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5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5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5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5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5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5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5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5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5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5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5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5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5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5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5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5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5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5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5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5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5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5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5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5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5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5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5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5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5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5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5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5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5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5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5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5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5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5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5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5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5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5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5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5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5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5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5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5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5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5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5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5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5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5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5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5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5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5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5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5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5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5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5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5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5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5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5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5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5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5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5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5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5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5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5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5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5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5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5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5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5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5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5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5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5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5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5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5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5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5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5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5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5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5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5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5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5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5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5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5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5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5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5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5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5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5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5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5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5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5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5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5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5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5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5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5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5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5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5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5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5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5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5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5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5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5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5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5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5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5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5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5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5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5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5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5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5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5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5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5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5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5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5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5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5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5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5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5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5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5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5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5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5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5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5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5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5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5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5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5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5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5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5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5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5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5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5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5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5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5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5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5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5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5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5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5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5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5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5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5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5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5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5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5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5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5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5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5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5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5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5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5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5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5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5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5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5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7" name="Google Shape;4357;p5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8" name="Google Shape;4358;p5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9" name="Google Shape;4359;p5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0" name="Google Shape;4360;p5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5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5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5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4" name="Google Shape;4364;p5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5" name="Google Shape;4365;p5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6" name="Google Shape;4366;p5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5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5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5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5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5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5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5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5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5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5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5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5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5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5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5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2" name="Google Shape;4382;p5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5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4" name="Google Shape;4384;p5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5" name="Google Shape;4385;p5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5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7" name="Google Shape;4387;p5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8" name="Google Shape;4388;p5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9" name="Google Shape;4389;p5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0" name="Google Shape;4390;p5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1" name="Google Shape;4391;p5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2" name="Google Shape;4392;p5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3" name="Google Shape;4393;p5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4" name="Google Shape;4394;p5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5" name="Google Shape;4395;p5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5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5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5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5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5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5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5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5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5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5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5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5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5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5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5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5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5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5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5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5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5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5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5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5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5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5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22" name="Google Shape;4422;p5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3" name="Google Shape;4423;p5"/>
          <p:cNvSpPr txBox="1"/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424" name="Google Shape;4424;p5"/>
          <p:cNvSpPr txBox="1"/>
          <p:nvPr>
            <p:ph idx="1" type="subTitle"/>
          </p:nvPr>
        </p:nvSpPr>
        <p:spPr>
          <a:xfrm>
            <a:off x="726225" y="1232150"/>
            <a:ext cx="7501200" cy="332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9pPr>
          </a:lstStyle>
          <a:p/>
        </p:txBody>
      </p:sp>
      <p:grpSp>
        <p:nvGrpSpPr>
          <p:cNvPr id="4425" name="Google Shape;4425;p5"/>
          <p:cNvGrpSpPr/>
          <p:nvPr/>
        </p:nvGrpSpPr>
        <p:grpSpPr>
          <a:xfrm>
            <a:off x="942207" y="673111"/>
            <a:ext cx="443090" cy="415211"/>
            <a:chOff x="2987700" y="3560325"/>
            <a:chExt cx="386708" cy="362377"/>
          </a:xfrm>
        </p:grpSpPr>
        <p:sp>
          <p:nvSpPr>
            <p:cNvPr id="4426" name="Google Shape;4426;p5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5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5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5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5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5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5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5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5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5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5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5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5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5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5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5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5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5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5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5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5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5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5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49" name="Google Shape;4449;p5"/>
          <p:cNvGrpSpPr/>
          <p:nvPr/>
        </p:nvGrpSpPr>
        <p:grpSpPr>
          <a:xfrm>
            <a:off x="8122307" y="2315761"/>
            <a:ext cx="443090" cy="415211"/>
            <a:chOff x="2987700" y="3560325"/>
            <a:chExt cx="386708" cy="362377"/>
          </a:xfrm>
        </p:grpSpPr>
        <p:sp>
          <p:nvSpPr>
            <p:cNvPr id="4450" name="Google Shape;4450;p5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5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5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5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5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5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5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5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5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5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5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5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5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5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5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5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5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5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5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5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5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5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5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73" name="Google Shape;4473;p5"/>
          <p:cNvGrpSpPr/>
          <p:nvPr/>
        </p:nvGrpSpPr>
        <p:grpSpPr>
          <a:xfrm>
            <a:off x="8417637" y="3314086"/>
            <a:ext cx="295252" cy="276675"/>
            <a:chOff x="2987700" y="3560325"/>
            <a:chExt cx="386708" cy="362377"/>
          </a:xfrm>
        </p:grpSpPr>
        <p:sp>
          <p:nvSpPr>
            <p:cNvPr id="4474" name="Google Shape;4474;p5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5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5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5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5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5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5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5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5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3" name="Google Shape;4483;p5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5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5" name="Google Shape;4485;p5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6" name="Google Shape;4486;p5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5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5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5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5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5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5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3" name="Google Shape;4493;p5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4" name="Google Shape;4494;p5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5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5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97" name="Google Shape;4497;p5"/>
          <p:cNvGrpSpPr/>
          <p:nvPr/>
        </p:nvGrpSpPr>
        <p:grpSpPr>
          <a:xfrm>
            <a:off x="464537" y="3782336"/>
            <a:ext cx="295252" cy="276675"/>
            <a:chOff x="2987700" y="3560325"/>
            <a:chExt cx="386708" cy="362377"/>
          </a:xfrm>
        </p:grpSpPr>
        <p:sp>
          <p:nvSpPr>
            <p:cNvPr id="4498" name="Google Shape;4498;p5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5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5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5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5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5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5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5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5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5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5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5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5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5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5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5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5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5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5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5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5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5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5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521" name="Shape 4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22" name="Google Shape;4522;p6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4523" name="Google Shape;4523;p6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6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6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6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6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6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6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6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6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6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6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6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6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6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6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6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6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6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6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6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6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6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6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6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6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6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6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6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6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6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6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6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6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6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6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6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6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6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6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6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6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6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6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6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6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6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6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6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6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6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6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6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6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6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6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6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6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6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6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6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6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6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6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6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6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6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6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6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6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6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6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6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6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6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6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6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6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6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6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6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6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6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6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6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6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6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6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6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6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6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6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6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6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6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6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6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6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6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6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6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6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6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6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6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6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6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6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6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6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6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6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6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6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6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6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6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6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6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6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6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6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6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6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6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6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6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6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6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6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6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6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6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6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6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6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6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6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6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6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6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6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6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6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6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6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6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6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6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6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6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6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6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6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6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6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6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6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6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6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6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6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6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6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6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6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8" name="Google Shape;4688;p6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6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6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6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6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6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6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6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6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6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6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6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6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6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6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6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6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6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6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6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6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6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6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6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6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6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6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6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6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6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6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6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6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6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6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6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6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6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6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6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6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6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6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6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6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6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6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6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6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6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6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6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6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6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6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6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6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6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6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6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6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6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6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6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6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6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6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6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6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6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6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6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6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6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6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6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6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6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6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6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6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6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6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6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6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6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6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6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6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6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6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6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6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6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6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6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6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6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6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6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6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6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6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6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6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6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6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6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6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6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6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6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6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6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6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6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6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6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6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6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6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6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6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6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6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6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6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6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6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6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6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6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6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6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6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6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6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6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6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6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6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6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6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6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6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6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6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6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6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6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6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6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6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6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6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6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6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6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6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6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6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6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6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6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6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6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6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6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6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6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6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6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6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6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6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6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6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6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6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6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6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6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6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6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6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6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6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6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6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6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6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6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6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6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6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6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6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6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6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6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6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6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6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6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6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6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6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6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6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6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6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6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6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6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6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6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6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6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6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6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6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6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6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6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6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6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6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6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6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6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6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6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6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6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6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6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6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6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6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6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6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6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6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6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6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6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6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6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6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6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6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6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6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6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6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6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6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6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6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6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6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6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6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6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6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6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6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6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6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6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6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6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6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6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6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6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6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6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6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6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6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6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6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6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6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6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6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6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6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6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6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6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6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6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6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6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6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6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6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6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6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6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6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6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6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6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6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6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6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6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6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6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6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6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6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6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6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6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6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6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6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6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6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6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6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6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6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6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6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6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6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6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6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6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6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6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6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6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6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6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6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6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6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6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6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6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6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6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6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6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6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6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6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6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6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6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6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6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6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6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6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6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6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6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6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6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6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6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6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6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6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6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6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6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6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6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6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6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6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6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6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6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6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6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6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6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6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6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6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6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6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6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6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6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6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6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6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6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6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6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6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6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6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6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6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6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6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6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6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6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6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6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6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6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6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6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6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6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6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6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6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6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6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6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6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6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6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6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6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6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6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6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6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6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6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6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6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6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6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6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6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6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6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6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6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6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6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6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6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6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6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6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6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6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6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6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6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6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6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6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6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6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6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6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6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6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6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6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6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6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6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6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6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6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6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6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6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6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6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6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6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6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6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6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6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6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6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6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6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6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6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6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6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6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6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6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6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6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6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6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6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6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6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6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6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6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6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6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6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6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6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6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6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6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6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6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6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6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6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6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6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6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6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6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6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6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6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6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6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6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6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6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6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6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6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6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6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6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6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6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6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6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6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6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6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6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6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6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6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6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6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6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6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6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6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6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6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6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6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6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6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6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6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6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6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6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6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6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6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6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6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6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6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6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6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6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6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6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6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6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6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6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6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6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6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6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6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6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6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6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6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6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6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6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6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6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6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6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6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6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6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6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6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6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6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6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6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6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6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6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6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6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6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6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6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6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6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6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6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6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6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6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6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6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6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6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6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6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6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6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6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6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6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6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6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6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6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6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6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6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6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6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6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6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6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6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6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6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6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6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6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6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6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6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6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6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6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6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6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6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6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6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6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6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6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6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6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6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6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6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6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6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6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6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6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6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6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6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6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6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6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6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6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6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6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6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6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6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6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6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6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6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6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6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6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6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6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6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6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6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6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6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6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6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6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6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6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6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6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6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6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9" name="Google Shape;5399;p6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6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6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6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6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6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6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6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6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6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6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6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6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6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6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6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6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6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6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6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6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6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6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6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6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6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6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6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6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6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6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6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6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6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6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6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6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6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6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6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6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6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6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6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6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6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6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6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6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6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6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6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6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6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6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6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6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6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6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6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6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6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6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6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6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6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6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6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6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6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6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6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6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6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6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6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6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6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6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6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6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6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6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6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6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6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6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6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6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6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6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6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6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6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6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6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6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6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6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6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6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6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6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6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6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6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6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6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6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6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6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6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6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6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6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6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6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6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6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6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6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6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6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6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6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6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6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6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6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6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6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6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6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6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6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6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6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6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6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6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6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6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6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6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6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6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45" name="Google Shape;5545;p6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6" name="Google Shape;5546;p6"/>
          <p:cNvSpPr txBox="1"/>
          <p:nvPr>
            <p:ph type="title"/>
          </p:nvPr>
        </p:nvSpPr>
        <p:spPr>
          <a:xfrm>
            <a:off x="726225" y="441350"/>
            <a:ext cx="76914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5547" name="Google Shape;5547;p6"/>
          <p:cNvGrpSpPr/>
          <p:nvPr/>
        </p:nvGrpSpPr>
        <p:grpSpPr>
          <a:xfrm>
            <a:off x="862007" y="441348"/>
            <a:ext cx="443090" cy="415211"/>
            <a:chOff x="2987700" y="3560325"/>
            <a:chExt cx="386708" cy="362377"/>
          </a:xfrm>
        </p:grpSpPr>
        <p:sp>
          <p:nvSpPr>
            <p:cNvPr id="5548" name="Google Shape;5548;p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71" name="Google Shape;5571;p6"/>
          <p:cNvGrpSpPr/>
          <p:nvPr/>
        </p:nvGrpSpPr>
        <p:grpSpPr>
          <a:xfrm>
            <a:off x="7970962" y="4466123"/>
            <a:ext cx="295252" cy="276675"/>
            <a:chOff x="2987700" y="3560325"/>
            <a:chExt cx="386708" cy="362377"/>
          </a:xfrm>
        </p:grpSpPr>
        <p:sp>
          <p:nvSpPr>
            <p:cNvPr id="5572" name="Google Shape;5572;p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95" name="Google Shape;5595;p6"/>
          <p:cNvGrpSpPr/>
          <p:nvPr/>
        </p:nvGrpSpPr>
        <p:grpSpPr>
          <a:xfrm>
            <a:off x="430962" y="906236"/>
            <a:ext cx="295252" cy="276675"/>
            <a:chOff x="2987700" y="3560325"/>
            <a:chExt cx="386708" cy="362377"/>
          </a:xfrm>
        </p:grpSpPr>
        <p:sp>
          <p:nvSpPr>
            <p:cNvPr id="5596" name="Google Shape;5596;p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19" name="Google Shape;5619;p6"/>
          <p:cNvGrpSpPr/>
          <p:nvPr/>
        </p:nvGrpSpPr>
        <p:grpSpPr>
          <a:xfrm>
            <a:off x="8337057" y="3994711"/>
            <a:ext cx="443090" cy="415211"/>
            <a:chOff x="2987700" y="3560325"/>
            <a:chExt cx="386708" cy="362377"/>
          </a:xfrm>
        </p:grpSpPr>
        <p:sp>
          <p:nvSpPr>
            <p:cNvPr id="5620" name="Google Shape;5620;p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5643" name="Shape 5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44" name="Google Shape;5644;p7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5645" name="Google Shape;5645;p7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7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7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7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7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7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7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7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7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7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7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7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7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7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7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7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7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7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7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7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7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7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7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7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7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7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7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7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7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7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7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7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7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7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7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7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7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7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7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7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7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7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7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7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7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7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7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7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7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7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7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7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7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7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7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7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7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7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7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7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7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7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7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7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7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7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7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7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7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7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7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7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7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7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7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7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7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7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7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7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7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7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7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7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7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7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7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7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7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7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7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7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7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7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7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7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7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7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7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7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7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7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7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7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7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7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7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7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7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7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7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7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7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7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7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7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7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7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7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7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7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7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7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7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7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7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7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7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7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7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7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7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7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7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7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7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7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7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7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7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7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7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7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7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7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7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7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7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7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7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7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7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7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7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7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7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7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7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7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7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7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7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7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7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7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7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7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7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7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7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7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7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7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7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7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7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7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7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7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7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7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7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7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7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7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7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7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7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7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7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7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7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7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7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7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7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7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7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7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7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7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7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7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7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7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7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7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7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7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7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7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7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7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7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7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7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7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7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7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7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7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7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7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7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7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7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7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7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7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7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7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7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7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7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7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7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7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7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7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7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7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7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7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7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7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7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7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7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7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7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7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7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7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7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7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7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7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7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7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7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7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7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7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7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7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7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7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7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7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4" name="Google Shape;5914;p7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7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7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7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7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7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7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7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7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7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7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7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7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7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7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7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7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7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7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7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7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7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7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7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7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7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7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7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7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7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7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7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7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7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7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7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7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7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7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7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7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7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7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7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7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7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7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7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7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7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7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7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7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7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7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7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7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7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7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7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7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7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7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7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7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7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7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7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7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7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7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7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7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7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7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7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7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7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7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7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7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7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7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7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7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7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7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7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7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7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7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7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7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7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7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7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7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7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7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7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7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7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7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7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7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7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7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7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7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7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7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7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7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7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7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7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7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7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7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7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7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7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7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7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7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7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7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7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7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7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7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7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7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7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7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7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7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7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7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7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7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7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7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7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7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7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7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7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7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7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7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7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7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7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7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7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7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7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7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7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7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7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7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7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7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7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7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7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7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7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7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7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7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7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7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7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7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7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7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7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7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7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7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7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7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7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7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7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7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7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7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7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7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7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7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7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7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7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7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7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7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7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7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7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7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7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7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7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7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7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7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7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7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7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7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7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7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7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7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7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7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7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7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7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7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7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7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7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7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7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7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7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7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7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7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7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7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7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7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7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7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7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7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7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7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7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7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7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7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7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7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7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7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7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7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7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7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7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7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7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7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7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7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7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7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7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7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7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7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7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7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7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7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7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7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7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7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7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7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7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7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7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7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7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7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7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7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7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7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7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7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7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7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7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7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7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7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7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7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7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7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7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7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7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7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7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7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7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7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7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7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7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7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7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7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7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7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7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7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7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7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7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7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7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7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7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7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7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7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7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7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7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7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7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7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7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7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7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7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7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7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7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7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7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7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7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7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7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7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7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7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7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7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7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7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7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7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7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7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7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7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7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7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7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7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7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7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7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7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7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7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7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7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7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7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7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7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7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7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7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7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7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7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7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7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7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7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7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7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7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7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7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7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7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7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7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7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7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7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7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7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7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7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7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7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7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7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7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7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7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7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7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7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7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7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7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7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7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7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7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7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7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7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7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7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7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7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7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7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7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7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7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7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7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7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7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7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7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7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7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7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7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7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7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7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7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7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7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7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7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7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7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7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7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7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7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7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7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7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7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7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7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7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7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7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7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7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7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7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7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7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7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7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7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7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7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7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7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7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7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7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5" name="Google Shape;6395;p7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6" name="Google Shape;6396;p7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7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8" name="Google Shape;6398;p7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7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7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1" name="Google Shape;6401;p7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7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7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7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7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7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7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7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7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7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7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7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7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7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7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7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7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7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7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7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7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7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7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7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7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7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7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7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7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7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7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7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7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7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7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7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7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7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7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7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7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7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7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7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7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7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7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7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7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7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7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7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7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7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7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7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7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7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7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7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7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7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7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7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7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7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7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7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7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7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7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7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7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7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7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7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7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7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7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7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7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7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7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7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7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7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7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7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7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7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7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7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7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7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7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7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7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7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7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7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7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7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7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7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7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7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7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7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7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7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7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7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7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7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7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7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7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7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7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7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7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7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7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7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7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7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7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7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7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7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7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7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7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7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7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7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7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7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7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7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7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7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7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7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7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7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7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7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7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7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7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7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7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7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7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7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7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7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7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7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7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7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7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7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7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7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7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7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7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7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7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7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7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7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7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7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7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7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7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7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7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7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7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7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7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7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7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7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7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7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7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7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7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7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7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7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7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7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7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7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7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7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7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7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7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7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7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7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7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7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7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7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7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7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7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7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7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7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7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7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7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7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7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7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7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7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7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7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7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7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7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7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7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7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7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7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7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7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7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7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7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7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7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7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7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7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7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7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7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7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7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7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7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7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7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7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7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7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7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7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7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7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7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7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7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7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67" name="Google Shape;6667;p7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68" name="Google Shape;6668;p7"/>
          <p:cNvSpPr txBox="1"/>
          <p:nvPr>
            <p:ph type="title"/>
          </p:nvPr>
        </p:nvSpPr>
        <p:spPr>
          <a:xfrm>
            <a:off x="725925" y="441350"/>
            <a:ext cx="7692000" cy="58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6669" name="Google Shape;6669;p7"/>
          <p:cNvSpPr txBox="1"/>
          <p:nvPr>
            <p:ph idx="1" type="subTitle"/>
          </p:nvPr>
        </p:nvSpPr>
        <p:spPr>
          <a:xfrm>
            <a:off x="5129856" y="1886450"/>
            <a:ext cx="2707800" cy="186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6670" name="Google Shape;6670;p7"/>
          <p:cNvGrpSpPr/>
          <p:nvPr/>
        </p:nvGrpSpPr>
        <p:grpSpPr>
          <a:xfrm>
            <a:off x="7294603" y="592502"/>
            <a:ext cx="1852724" cy="3058710"/>
            <a:chOff x="7083460" y="58355"/>
            <a:chExt cx="2069852" cy="3416790"/>
          </a:xfrm>
        </p:grpSpPr>
        <p:sp>
          <p:nvSpPr>
            <p:cNvPr id="6671" name="Google Shape;6671;p7"/>
            <p:cNvSpPr/>
            <p:nvPr/>
          </p:nvSpPr>
          <p:spPr>
            <a:xfrm>
              <a:off x="8444179" y="812772"/>
              <a:ext cx="709133" cy="994820"/>
            </a:xfrm>
            <a:custGeom>
              <a:rect b="b" l="l" r="r" t="t"/>
              <a:pathLst>
                <a:path extrusionOk="0" h="45286" w="32281">
                  <a:moveTo>
                    <a:pt x="524" y="1"/>
                  </a:moveTo>
                  <a:cubicBezTo>
                    <a:pt x="474" y="1"/>
                    <a:pt x="424" y="8"/>
                    <a:pt x="376" y="22"/>
                  </a:cubicBezTo>
                  <a:cubicBezTo>
                    <a:pt x="151" y="98"/>
                    <a:pt x="0" y="323"/>
                    <a:pt x="25" y="549"/>
                  </a:cubicBezTo>
                  <a:cubicBezTo>
                    <a:pt x="351" y="3707"/>
                    <a:pt x="1203" y="6865"/>
                    <a:pt x="2531" y="9822"/>
                  </a:cubicBezTo>
                  <a:cubicBezTo>
                    <a:pt x="3885" y="12779"/>
                    <a:pt x="5689" y="15561"/>
                    <a:pt x="7920" y="18017"/>
                  </a:cubicBezTo>
                  <a:cubicBezTo>
                    <a:pt x="9048" y="19246"/>
                    <a:pt x="10276" y="20398"/>
                    <a:pt x="11529" y="21426"/>
                  </a:cubicBezTo>
                  <a:cubicBezTo>
                    <a:pt x="12807" y="22479"/>
                    <a:pt x="14110" y="23406"/>
                    <a:pt x="15389" y="24333"/>
                  </a:cubicBezTo>
                  <a:cubicBezTo>
                    <a:pt x="17970" y="26138"/>
                    <a:pt x="20451" y="27817"/>
                    <a:pt x="22481" y="29722"/>
                  </a:cubicBezTo>
                  <a:cubicBezTo>
                    <a:pt x="23509" y="30649"/>
                    <a:pt x="24411" y="31652"/>
                    <a:pt x="25238" y="32754"/>
                  </a:cubicBezTo>
                  <a:cubicBezTo>
                    <a:pt x="26091" y="33832"/>
                    <a:pt x="26867" y="35035"/>
                    <a:pt x="27594" y="36263"/>
                  </a:cubicBezTo>
                  <a:cubicBezTo>
                    <a:pt x="29048" y="38769"/>
                    <a:pt x="30376" y="41476"/>
                    <a:pt x="31780" y="44308"/>
                  </a:cubicBezTo>
                  <a:cubicBezTo>
                    <a:pt x="31955" y="44634"/>
                    <a:pt x="32131" y="44960"/>
                    <a:pt x="32281" y="45286"/>
                  </a:cubicBezTo>
                  <a:lnTo>
                    <a:pt x="32281" y="31426"/>
                  </a:lnTo>
                  <a:cubicBezTo>
                    <a:pt x="31629" y="30499"/>
                    <a:pt x="30928" y="29571"/>
                    <a:pt x="30151" y="28694"/>
                  </a:cubicBezTo>
                  <a:cubicBezTo>
                    <a:pt x="29850" y="28343"/>
                    <a:pt x="29474" y="28068"/>
                    <a:pt x="29198" y="27667"/>
                  </a:cubicBezTo>
                  <a:cubicBezTo>
                    <a:pt x="28948" y="27291"/>
                    <a:pt x="28747" y="26890"/>
                    <a:pt x="28547" y="26514"/>
                  </a:cubicBezTo>
                  <a:cubicBezTo>
                    <a:pt x="28096" y="25611"/>
                    <a:pt x="27695" y="24709"/>
                    <a:pt x="27319" y="23757"/>
                  </a:cubicBezTo>
                  <a:cubicBezTo>
                    <a:pt x="26592" y="21952"/>
                    <a:pt x="26040" y="20048"/>
                    <a:pt x="25564" y="18168"/>
                  </a:cubicBezTo>
                  <a:cubicBezTo>
                    <a:pt x="24988" y="15887"/>
                    <a:pt x="24587" y="13556"/>
                    <a:pt x="24386" y="11225"/>
                  </a:cubicBezTo>
                  <a:cubicBezTo>
                    <a:pt x="24363" y="11088"/>
                    <a:pt x="24257" y="10972"/>
                    <a:pt x="24124" y="10972"/>
                  </a:cubicBezTo>
                  <a:cubicBezTo>
                    <a:pt x="24111" y="10972"/>
                    <a:pt x="24098" y="10973"/>
                    <a:pt x="24085" y="10975"/>
                  </a:cubicBezTo>
                  <a:cubicBezTo>
                    <a:pt x="23960" y="10975"/>
                    <a:pt x="23860" y="11075"/>
                    <a:pt x="23835" y="11200"/>
                  </a:cubicBezTo>
                  <a:cubicBezTo>
                    <a:pt x="23183" y="15035"/>
                    <a:pt x="23058" y="19020"/>
                    <a:pt x="23459" y="23005"/>
                  </a:cubicBezTo>
                  <a:cubicBezTo>
                    <a:pt x="21679" y="21852"/>
                    <a:pt x="19900" y="20875"/>
                    <a:pt x="18221" y="19897"/>
                  </a:cubicBezTo>
                  <a:cubicBezTo>
                    <a:pt x="15539" y="18393"/>
                    <a:pt x="13033" y="16915"/>
                    <a:pt x="10852" y="15035"/>
                  </a:cubicBezTo>
                  <a:cubicBezTo>
                    <a:pt x="8647" y="13155"/>
                    <a:pt x="6667" y="10925"/>
                    <a:pt x="5013" y="8469"/>
                  </a:cubicBezTo>
                  <a:cubicBezTo>
                    <a:pt x="3359" y="5987"/>
                    <a:pt x="2005" y="3255"/>
                    <a:pt x="1028" y="348"/>
                  </a:cubicBezTo>
                  <a:cubicBezTo>
                    <a:pt x="947" y="125"/>
                    <a:pt x="735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7"/>
            <p:cNvSpPr/>
            <p:nvPr/>
          </p:nvSpPr>
          <p:spPr>
            <a:xfrm>
              <a:off x="8091249" y="2213354"/>
              <a:ext cx="1062063" cy="231911"/>
            </a:xfrm>
            <a:custGeom>
              <a:rect b="b" l="l" r="r" t="t"/>
              <a:pathLst>
                <a:path extrusionOk="0" h="10557" w="48347">
                  <a:moveTo>
                    <a:pt x="48347" y="0"/>
                  </a:moveTo>
                  <a:cubicBezTo>
                    <a:pt x="45615" y="376"/>
                    <a:pt x="42883" y="802"/>
                    <a:pt x="40177" y="1228"/>
                  </a:cubicBezTo>
                  <a:cubicBezTo>
                    <a:pt x="36818" y="1754"/>
                    <a:pt x="33485" y="2331"/>
                    <a:pt x="30151" y="2932"/>
                  </a:cubicBezTo>
                  <a:cubicBezTo>
                    <a:pt x="26793" y="3509"/>
                    <a:pt x="23485" y="4236"/>
                    <a:pt x="20202" y="4687"/>
                  </a:cubicBezTo>
                  <a:cubicBezTo>
                    <a:pt x="18298" y="4965"/>
                    <a:pt x="16377" y="5149"/>
                    <a:pt x="14469" y="5149"/>
                  </a:cubicBezTo>
                  <a:cubicBezTo>
                    <a:pt x="13111" y="5149"/>
                    <a:pt x="11761" y="5056"/>
                    <a:pt x="10427" y="4837"/>
                  </a:cubicBezTo>
                  <a:cubicBezTo>
                    <a:pt x="7219" y="4311"/>
                    <a:pt x="4086" y="3083"/>
                    <a:pt x="953" y="1855"/>
                  </a:cubicBezTo>
                  <a:cubicBezTo>
                    <a:pt x="873" y="1818"/>
                    <a:pt x="789" y="1800"/>
                    <a:pt x="707" y="1800"/>
                  </a:cubicBezTo>
                  <a:cubicBezTo>
                    <a:pt x="457" y="1800"/>
                    <a:pt x="221" y="1960"/>
                    <a:pt x="126" y="2206"/>
                  </a:cubicBezTo>
                  <a:cubicBezTo>
                    <a:pt x="1" y="2506"/>
                    <a:pt x="151" y="2857"/>
                    <a:pt x="452" y="3008"/>
                  </a:cubicBezTo>
                  <a:cubicBezTo>
                    <a:pt x="3510" y="4411"/>
                    <a:pt x="6643" y="5865"/>
                    <a:pt x="10076" y="6642"/>
                  </a:cubicBezTo>
                  <a:cubicBezTo>
                    <a:pt x="10778" y="6792"/>
                    <a:pt x="11480" y="6917"/>
                    <a:pt x="12206" y="6993"/>
                  </a:cubicBezTo>
                  <a:cubicBezTo>
                    <a:pt x="9600" y="8246"/>
                    <a:pt x="6868" y="9248"/>
                    <a:pt x="4036" y="10025"/>
                  </a:cubicBezTo>
                  <a:cubicBezTo>
                    <a:pt x="3886" y="10050"/>
                    <a:pt x="3810" y="10201"/>
                    <a:pt x="3861" y="10351"/>
                  </a:cubicBezTo>
                  <a:cubicBezTo>
                    <a:pt x="3882" y="10482"/>
                    <a:pt x="3981" y="10556"/>
                    <a:pt x="4105" y="10556"/>
                  </a:cubicBezTo>
                  <a:cubicBezTo>
                    <a:pt x="4124" y="10556"/>
                    <a:pt x="4142" y="10555"/>
                    <a:pt x="4161" y="10552"/>
                  </a:cubicBezTo>
                  <a:cubicBezTo>
                    <a:pt x="8096" y="9925"/>
                    <a:pt x="12006" y="8822"/>
                    <a:pt x="15715" y="7268"/>
                  </a:cubicBezTo>
                  <a:cubicBezTo>
                    <a:pt x="15922" y="7272"/>
                    <a:pt x="16130" y="7273"/>
                    <a:pt x="16337" y="7273"/>
                  </a:cubicBezTo>
                  <a:cubicBezTo>
                    <a:pt x="17733" y="7273"/>
                    <a:pt x="19124" y="7202"/>
                    <a:pt x="20477" y="7093"/>
                  </a:cubicBezTo>
                  <a:cubicBezTo>
                    <a:pt x="23911" y="6792"/>
                    <a:pt x="27244" y="6291"/>
                    <a:pt x="30578" y="5890"/>
                  </a:cubicBezTo>
                  <a:cubicBezTo>
                    <a:pt x="33936" y="5489"/>
                    <a:pt x="37269" y="5113"/>
                    <a:pt x="40628" y="4762"/>
                  </a:cubicBezTo>
                  <a:cubicBezTo>
                    <a:pt x="43209" y="4511"/>
                    <a:pt x="45791" y="4261"/>
                    <a:pt x="48347" y="4035"/>
                  </a:cubicBezTo>
                  <a:lnTo>
                    <a:pt x="4834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7"/>
            <p:cNvSpPr/>
            <p:nvPr/>
          </p:nvSpPr>
          <p:spPr>
            <a:xfrm>
              <a:off x="7219161" y="791639"/>
              <a:ext cx="1934151" cy="1278574"/>
            </a:xfrm>
            <a:custGeom>
              <a:rect b="b" l="l" r="r" t="t"/>
              <a:pathLst>
                <a:path extrusionOk="0" h="58203" w="88046">
                  <a:moveTo>
                    <a:pt x="705" y="1"/>
                  </a:moveTo>
                  <a:cubicBezTo>
                    <a:pt x="517" y="1"/>
                    <a:pt x="340" y="76"/>
                    <a:pt x="226" y="233"/>
                  </a:cubicBezTo>
                  <a:cubicBezTo>
                    <a:pt x="0" y="508"/>
                    <a:pt x="51" y="884"/>
                    <a:pt x="276" y="1110"/>
                  </a:cubicBezTo>
                  <a:cubicBezTo>
                    <a:pt x="5113" y="5496"/>
                    <a:pt x="10928" y="8879"/>
                    <a:pt x="17219" y="10934"/>
                  </a:cubicBezTo>
                  <a:cubicBezTo>
                    <a:pt x="20351" y="11962"/>
                    <a:pt x="23509" y="12689"/>
                    <a:pt x="26392" y="13766"/>
                  </a:cubicBezTo>
                  <a:cubicBezTo>
                    <a:pt x="29249" y="14819"/>
                    <a:pt x="31830" y="16373"/>
                    <a:pt x="34186" y="18303"/>
                  </a:cubicBezTo>
                  <a:cubicBezTo>
                    <a:pt x="38923" y="22162"/>
                    <a:pt x="42682" y="27250"/>
                    <a:pt x="46717" y="32313"/>
                  </a:cubicBezTo>
                  <a:cubicBezTo>
                    <a:pt x="48748" y="34869"/>
                    <a:pt x="50878" y="37426"/>
                    <a:pt x="53284" y="39832"/>
                  </a:cubicBezTo>
                  <a:cubicBezTo>
                    <a:pt x="53585" y="40132"/>
                    <a:pt x="53885" y="40433"/>
                    <a:pt x="54186" y="40734"/>
                  </a:cubicBezTo>
                  <a:lnTo>
                    <a:pt x="55139" y="41586"/>
                  </a:lnTo>
                  <a:lnTo>
                    <a:pt x="56116" y="42463"/>
                  </a:lnTo>
                  <a:cubicBezTo>
                    <a:pt x="56442" y="42739"/>
                    <a:pt x="56793" y="42990"/>
                    <a:pt x="57144" y="43265"/>
                  </a:cubicBezTo>
                  <a:cubicBezTo>
                    <a:pt x="58472" y="44393"/>
                    <a:pt x="59951" y="45396"/>
                    <a:pt x="61429" y="46273"/>
                  </a:cubicBezTo>
                  <a:cubicBezTo>
                    <a:pt x="64387" y="48077"/>
                    <a:pt x="67469" y="49481"/>
                    <a:pt x="70452" y="50809"/>
                  </a:cubicBezTo>
                  <a:cubicBezTo>
                    <a:pt x="73409" y="52112"/>
                    <a:pt x="76367" y="53416"/>
                    <a:pt x="79349" y="54669"/>
                  </a:cubicBezTo>
                  <a:cubicBezTo>
                    <a:pt x="82231" y="55897"/>
                    <a:pt x="85114" y="57075"/>
                    <a:pt x="88046" y="58203"/>
                  </a:cubicBezTo>
                  <a:lnTo>
                    <a:pt x="88046" y="49180"/>
                  </a:lnTo>
                  <a:cubicBezTo>
                    <a:pt x="86116" y="48554"/>
                    <a:pt x="84161" y="47927"/>
                    <a:pt x="82206" y="47250"/>
                  </a:cubicBezTo>
                  <a:cubicBezTo>
                    <a:pt x="79199" y="46223"/>
                    <a:pt x="76166" y="45145"/>
                    <a:pt x="73159" y="44042"/>
                  </a:cubicBezTo>
                  <a:cubicBezTo>
                    <a:pt x="70176" y="42965"/>
                    <a:pt x="67319" y="41862"/>
                    <a:pt x="64662" y="40508"/>
                  </a:cubicBezTo>
                  <a:cubicBezTo>
                    <a:pt x="63334" y="39832"/>
                    <a:pt x="62081" y="39105"/>
                    <a:pt x="60878" y="38228"/>
                  </a:cubicBezTo>
                  <a:cubicBezTo>
                    <a:pt x="60577" y="38027"/>
                    <a:pt x="60276" y="37827"/>
                    <a:pt x="59976" y="37601"/>
                  </a:cubicBezTo>
                  <a:lnTo>
                    <a:pt x="59098" y="36924"/>
                  </a:lnTo>
                  <a:lnTo>
                    <a:pt x="58221" y="36223"/>
                  </a:lnTo>
                  <a:cubicBezTo>
                    <a:pt x="57921" y="35997"/>
                    <a:pt x="57645" y="35721"/>
                    <a:pt x="57344" y="35471"/>
                  </a:cubicBezTo>
                  <a:cubicBezTo>
                    <a:pt x="55063" y="33491"/>
                    <a:pt x="52883" y="31235"/>
                    <a:pt x="50753" y="28879"/>
                  </a:cubicBezTo>
                  <a:cubicBezTo>
                    <a:pt x="48597" y="26548"/>
                    <a:pt x="46442" y="24092"/>
                    <a:pt x="44136" y="21736"/>
                  </a:cubicBezTo>
                  <a:cubicBezTo>
                    <a:pt x="41830" y="19380"/>
                    <a:pt x="39349" y="17100"/>
                    <a:pt x="36567" y="15145"/>
                  </a:cubicBezTo>
                  <a:cubicBezTo>
                    <a:pt x="33810" y="13190"/>
                    <a:pt x="30677" y="11586"/>
                    <a:pt x="27419" y="10659"/>
                  </a:cubicBezTo>
                  <a:cubicBezTo>
                    <a:pt x="24186" y="9706"/>
                    <a:pt x="21003" y="9180"/>
                    <a:pt x="17945" y="8428"/>
                  </a:cubicBezTo>
                  <a:cubicBezTo>
                    <a:pt x="11880" y="6899"/>
                    <a:pt x="6091" y="4067"/>
                    <a:pt x="1128" y="132"/>
                  </a:cubicBezTo>
                  <a:cubicBezTo>
                    <a:pt x="998" y="45"/>
                    <a:pt x="848" y="1"/>
                    <a:pt x="7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7"/>
            <p:cNvSpPr/>
            <p:nvPr/>
          </p:nvSpPr>
          <p:spPr>
            <a:xfrm>
              <a:off x="7507111" y="720201"/>
              <a:ext cx="261545" cy="313300"/>
            </a:xfrm>
            <a:custGeom>
              <a:rect b="b" l="l" r="r" t="t"/>
              <a:pathLst>
                <a:path extrusionOk="0" h="14262" w="11906">
                  <a:moveTo>
                    <a:pt x="4060" y="1"/>
                  </a:moveTo>
                  <a:lnTo>
                    <a:pt x="4060" y="1"/>
                  </a:lnTo>
                  <a:cubicBezTo>
                    <a:pt x="4186" y="878"/>
                    <a:pt x="4136" y="1630"/>
                    <a:pt x="4161" y="2532"/>
                  </a:cubicBezTo>
                  <a:cubicBezTo>
                    <a:pt x="3208" y="1906"/>
                    <a:pt x="2206" y="1454"/>
                    <a:pt x="1153" y="978"/>
                  </a:cubicBezTo>
                  <a:lnTo>
                    <a:pt x="1153" y="978"/>
                  </a:lnTo>
                  <a:cubicBezTo>
                    <a:pt x="0" y="3961"/>
                    <a:pt x="978" y="7444"/>
                    <a:pt x="3033" y="9901"/>
                  </a:cubicBezTo>
                  <a:cubicBezTo>
                    <a:pt x="5063" y="12357"/>
                    <a:pt x="7995" y="13560"/>
                    <a:pt x="11128" y="14262"/>
                  </a:cubicBezTo>
                  <a:cubicBezTo>
                    <a:pt x="11905" y="11454"/>
                    <a:pt x="11629" y="8372"/>
                    <a:pt x="10351" y="5765"/>
                  </a:cubicBezTo>
                  <a:cubicBezTo>
                    <a:pt x="9048" y="3159"/>
                    <a:pt x="6767" y="1053"/>
                    <a:pt x="4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7"/>
            <p:cNvSpPr/>
            <p:nvPr/>
          </p:nvSpPr>
          <p:spPr>
            <a:xfrm>
              <a:off x="8416082" y="1305459"/>
              <a:ext cx="214754" cy="345219"/>
            </a:xfrm>
            <a:custGeom>
              <a:rect b="b" l="l" r="r" t="t"/>
              <a:pathLst>
                <a:path extrusionOk="0" h="15715" w="9776">
                  <a:moveTo>
                    <a:pt x="2232" y="1"/>
                  </a:moveTo>
                  <a:cubicBezTo>
                    <a:pt x="176" y="2457"/>
                    <a:pt x="1" y="6066"/>
                    <a:pt x="1154" y="9048"/>
                  </a:cubicBezTo>
                  <a:cubicBezTo>
                    <a:pt x="2307" y="12006"/>
                    <a:pt x="4688" y="14086"/>
                    <a:pt x="7420" y="15715"/>
                  </a:cubicBezTo>
                  <a:cubicBezTo>
                    <a:pt x="9049" y="13334"/>
                    <a:pt x="9775" y="10326"/>
                    <a:pt x="9374" y="7444"/>
                  </a:cubicBezTo>
                  <a:cubicBezTo>
                    <a:pt x="8998" y="4587"/>
                    <a:pt x="7495" y="1880"/>
                    <a:pt x="5289" y="1"/>
                  </a:cubicBezTo>
                  <a:cubicBezTo>
                    <a:pt x="5114" y="878"/>
                    <a:pt x="4838" y="1579"/>
                    <a:pt x="4562" y="2432"/>
                  </a:cubicBezTo>
                  <a:cubicBezTo>
                    <a:pt x="3861" y="1529"/>
                    <a:pt x="3059" y="803"/>
                    <a:pt x="2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7"/>
            <p:cNvSpPr/>
            <p:nvPr/>
          </p:nvSpPr>
          <p:spPr>
            <a:xfrm>
              <a:off x="9047582" y="2311900"/>
              <a:ext cx="105730" cy="205111"/>
            </a:xfrm>
            <a:custGeom>
              <a:rect b="b" l="l" r="r" t="t"/>
              <a:pathLst>
                <a:path extrusionOk="0" h="9337" w="4813">
                  <a:moveTo>
                    <a:pt x="4813" y="0"/>
                  </a:moveTo>
                  <a:cubicBezTo>
                    <a:pt x="2582" y="1429"/>
                    <a:pt x="853" y="3609"/>
                    <a:pt x="1" y="6116"/>
                  </a:cubicBezTo>
                  <a:cubicBezTo>
                    <a:pt x="853" y="5940"/>
                    <a:pt x="1605" y="5965"/>
                    <a:pt x="2507" y="5915"/>
                  </a:cubicBezTo>
                  <a:lnTo>
                    <a:pt x="2507" y="5915"/>
                  </a:lnTo>
                  <a:cubicBezTo>
                    <a:pt x="1931" y="6893"/>
                    <a:pt x="1530" y="7920"/>
                    <a:pt x="1079" y="8948"/>
                  </a:cubicBezTo>
                  <a:cubicBezTo>
                    <a:pt x="1841" y="9218"/>
                    <a:pt x="2633" y="9337"/>
                    <a:pt x="3430" y="9337"/>
                  </a:cubicBezTo>
                  <a:cubicBezTo>
                    <a:pt x="3891" y="9337"/>
                    <a:pt x="4354" y="9297"/>
                    <a:pt x="4813" y="9223"/>
                  </a:cubicBezTo>
                  <a:lnTo>
                    <a:pt x="48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7"/>
            <p:cNvSpPr/>
            <p:nvPr/>
          </p:nvSpPr>
          <p:spPr>
            <a:xfrm>
              <a:off x="8556477" y="1993679"/>
              <a:ext cx="294035" cy="263632"/>
            </a:xfrm>
            <a:custGeom>
              <a:rect b="b" l="l" r="r" t="t"/>
              <a:pathLst>
                <a:path extrusionOk="0" h="12001" w="13385">
                  <a:moveTo>
                    <a:pt x="2958" y="0"/>
                  </a:moveTo>
                  <a:lnTo>
                    <a:pt x="2958" y="0"/>
                  </a:lnTo>
                  <a:cubicBezTo>
                    <a:pt x="3284" y="802"/>
                    <a:pt x="3435" y="1554"/>
                    <a:pt x="3660" y="2406"/>
                  </a:cubicBezTo>
                  <a:cubicBezTo>
                    <a:pt x="2582" y="2030"/>
                    <a:pt x="1505" y="1855"/>
                    <a:pt x="402" y="1654"/>
                  </a:cubicBezTo>
                  <a:lnTo>
                    <a:pt x="402" y="1654"/>
                  </a:lnTo>
                  <a:cubicBezTo>
                    <a:pt x="1" y="4812"/>
                    <a:pt x="1831" y="7945"/>
                    <a:pt x="4412" y="9800"/>
                  </a:cubicBezTo>
                  <a:cubicBezTo>
                    <a:pt x="6723" y="11483"/>
                    <a:pt x="9477" y="12000"/>
                    <a:pt x="12312" y="12000"/>
                  </a:cubicBezTo>
                  <a:cubicBezTo>
                    <a:pt x="12644" y="12000"/>
                    <a:pt x="12976" y="11993"/>
                    <a:pt x="13309" y="11980"/>
                  </a:cubicBezTo>
                  <a:cubicBezTo>
                    <a:pt x="13384" y="9098"/>
                    <a:pt x="12332" y="6191"/>
                    <a:pt x="10452" y="3985"/>
                  </a:cubicBezTo>
                  <a:cubicBezTo>
                    <a:pt x="8547" y="1805"/>
                    <a:pt x="5816" y="351"/>
                    <a:pt x="29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7"/>
            <p:cNvSpPr/>
            <p:nvPr/>
          </p:nvSpPr>
          <p:spPr>
            <a:xfrm>
              <a:off x="7924977" y="882211"/>
              <a:ext cx="329271" cy="323428"/>
            </a:xfrm>
            <a:custGeom>
              <a:rect b="b" l="l" r="r" t="t"/>
              <a:pathLst>
                <a:path extrusionOk="0" h="14723" w="14989">
                  <a:moveTo>
                    <a:pt x="7745" y="1"/>
                  </a:moveTo>
                  <a:cubicBezTo>
                    <a:pt x="7645" y="1"/>
                    <a:pt x="7545" y="7"/>
                    <a:pt x="7445" y="19"/>
                  </a:cubicBezTo>
                  <a:cubicBezTo>
                    <a:pt x="7436" y="11"/>
                    <a:pt x="7431" y="8"/>
                    <a:pt x="7426" y="8"/>
                  </a:cubicBezTo>
                  <a:cubicBezTo>
                    <a:pt x="7417" y="8"/>
                    <a:pt x="7411" y="19"/>
                    <a:pt x="7394" y="19"/>
                  </a:cubicBezTo>
                  <a:cubicBezTo>
                    <a:pt x="5715" y="44"/>
                    <a:pt x="4161" y="671"/>
                    <a:pt x="2933" y="1673"/>
                  </a:cubicBezTo>
                  <a:cubicBezTo>
                    <a:pt x="2883" y="1699"/>
                    <a:pt x="2833" y="1749"/>
                    <a:pt x="2808" y="1774"/>
                  </a:cubicBezTo>
                  <a:cubicBezTo>
                    <a:pt x="1354" y="3027"/>
                    <a:pt x="377" y="4831"/>
                    <a:pt x="252" y="6912"/>
                  </a:cubicBezTo>
                  <a:cubicBezTo>
                    <a:pt x="1" y="10972"/>
                    <a:pt x="3059" y="14455"/>
                    <a:pt x="7119" y="14706"/>
                  </a:cubicBezTo>
                  <a:cubicBezTo>
                    <a:pt x="7283" y="14717"/>
                    <a:pt x="7446" y="14722"/>
                    <a:pt x="7608" y="14722"/>
                  </a:cubicBezTo>
                  <a:cubicBezTo>
                    <a:pt x="10443" y="14722"/>
                    <a:pt x="12952" y="13090"/>
                    <a:pt x="14161" y="10696"/>
                  </a:cubicBezTo>
                  <a:cubicBezTo>
                    <a:pt x="14186" y="10621"/>
                    <a:pt x="14237" y="10571"/>
                    <a:pt x="14262" y="10496"/>
                  </a:cubicBezTo>
                  <a:cubicBezTo>
                    <a:pt x="14638" y="9694"/>
                    <a:pt x="14888" y="8791"/>
                    <a:pt x="14938" y="7839"/>
                  </a:cubicBezTo>
                  <a:cubicBezTo>
                    <a:pt x="14988" y="7187"/>
                    <a:pt x="14938" y="6536"/>
                    <a:pt x="14813" y="5909"/>
                  </a:cubicBezTo>
                  <a:cubicBezTo>
                    <a:pt x="14763" y="5633"/>
                    <a:pt x="14688" y="5383"/>
                    <a:pt x="14613" y="5107"/>
                  </a:cubicBezTo>
                  <a:cubicBezTo>
                    <a:pt x="13710" y="2300"/>
                    <a:pt x="11154" y="220"/>
                    <a:pt x="8046" y="19"/>
                  </a:cubicBezTo>
                  <a:cubicBezTo>
                    <a:pt x="7946" y="7"/>
                    <a:pt x="7846" y="1"/>
                    <a:pt x="77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7"/>
            <p:cNvSpPr/>
            <p:nvPr/>
          </p:nvSpPr>
          <p:spPr>
            <a:xfrm>
              <a:off x="7961882" y="1069770"/>
              <a:ext cx="276395" cy="68890"/>
            </a:xfrm>
            <a:custGeom>
              <a:rect b="b" l="l" r="r" t="t"/>
              <a:pathLst>
                <a:path extrusionOk="0" h="3136" w="12582">
                  <a:moveTo>
                    <a:pt x="9797" y="0"/>
                  </a:moveTo>
                  <a:cubicBezTo>
                    <a:pt x="9756" y="0"/>
                    <a:pt x="9715" y="1"/>
                    <a:pt x="9674" y="3"/>
                  </a:cubicBezTo>
                  <a:cubicBezTo>
                    <a:pt x="9624" y="3"/>
                    <a:pt x="9574" y="3"/>
                    <a:pt x="9524" y="28"/>
                  </a:cubicBezTo>
                  <a:cubicBezTo>
                    <a:pt x="9173" y="53"/>
                    <a:pt x="8847" y="153"/>
                    <a:pt x="8522" y="303"/>
                  </a:cubicBezTo>
                  <a:cubicBezTo>
                    <a:pt x="7694" y="679"/>
                    <a:pt x="6968" y="1456"/>
                    <a:pt x="6567" y="2434"/>
                  </a:cubicBezTo>
                  <a:cubicBezTo>
                    <a:pt x="5815" y="1732"/>
                    <a:pt x="4837" y="1331"/>
                    <a:pt x="3810" y="1256"/>
                  </a:cubicBezTo>
                  <a:lnTo>
                    <a:pt x="3208" y="1256"/>
                  </a:lnTo>
                  <a:cubicBezTo>
                    <a:pt x="1955" y="1356"/>
                    <a:pt x="752" y="2033"/>
                    <a:pt x="0" y="3035"/>
                  </a:cubicBezTo>
                  <a:lnTo>
                    <a:pt x="151" y="3135"/>
                  </a:lnTo>
                  <a:cubicBezTo>
                    <a:pt x="852" y="2158"/>
                    <a:pt x="2005" y="1506"/>
                    <a:pt x="3208" y="1406"/>
                  </a:cubicBezTo>
                  <a:cubicBezTo>
                    <a:pt x="3297" y="1401"/>
                    <a:pt x="3385" y="1398"/>
                    <a:pt x="3474" y="1398"/>
                  </a:cubicBezTo>
                  <a:cubicBezTo>
                    <a:pt x="4611" y="1398"/>
                    <a:pt x="5728" y="1844"/>
                    <a:pt x="6542" y="2634"/>
                  </a:cubicBezTo>
                  <a:lnTo>
                    <a:pt x="6617" y="2709"/>
                  </a:lnTo>
                  <a:lnTo>
                    <a:pt x="6667" y="2609"/>
                  </a:lnTo>
                  <a:cubicBezTo>
                    <a:pt x="7043" y="1607"/>
                    <a:pt x="7745" y="830"/>
                    <a:pt x="8597" y="429"/>
                  </a:cubicBezTo>
                  <a:cubicBezTo>
                    <a:pt x="8984" y="251"/>
                    <a:pt x="9405" y="165"/>
                    <a:pt x="9820" y="165"/>
                  </a:cubicBezTo>
                  <a:cubicBezTo>
                    <a:pt x="10400" y="165"/>
                    <a:pt x="10966" y="333"/>
                    <a:pt x="11404" y="654"/>
                  </a:cubicBezTo>
                  <a:cubicBezTo>
                    <a:pt x="11905" y="1030"/>
                    <a:pt x="12231" y="1582"/>
                    <a:pt x="12481" y="2158"/>
                  </a:cubicBezTo>
                  <a:cubicBezTo>
                    <a:pt x="12506" y="2083"/>
                    <a:pt x="12557" y="2033"/>
                    <a:pt x="12582" y="1958"/>
                  </a:cubicBezTo>
                  <a:cubicBezTo>
                    <a:pt x="12331" y="1431"/>
                    <a:pt x="11980" y="905"/>
                    <a:pt x="11504" y="529"/>
                  </a:cubicBezTo>
                  <a:cubicBezTo>
                    <a:pt x="11011" y="177"/>
                    <a:pt x="10407" y="0"/>
                    <a:pt x="97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7"/>
            <p:cNvSpPr/>
            <p:nvPr/>
          </p:nvSpPr>
          <p:spPr>
            <a:xfrm>
              <a:off x="7985541" y="917864"/>
              <a:ext cx="67748" cy="180595"/>
            </a:xfrm>
            <a:custGeom>
              <a:rect b="b" l="l" r="r" t="t"/>
              <a:pathLst>
                <a:path extrusionOk="0" h="8221" w="3084">
                  <a:moveTo>
                    <a:pt x="101" y="0"/>
                  </a:moveTo>
                  <a:lnTo>
                    <a:pt x="1" y="126"/>
                  </a:lnTo>
                  <a:cubicBezTo>
                    <a:pt x="602" y="552"/>
                    <a:pt x="1003" y="1279"/>
                    <a:pt x="1104" y="2106"/>
                  </a:cubicBezTo>
                  <a:cubicBezTo>
                    <a:pt x="1204" y="2807"/>
                    <a:pt x="1104" y="3584"/>
                    <a:pt x="803" y="4436"/>
                  </a:cubicBezTo>
                  <a:lnTo>
                    <a:pt x="778" y="4537"/>
                  </a:lnTo>
                  <a:lnTo>
                    <a:pt x="853" y="4537"/>
                  </a:lnTo>
                  <a:cubicBezTo>
                    <a:pt x="1605" y="4712"/>
                    <a:pt x="2257" y="5264"/>
                    <a:pt x="2582" y="5940"/>
                  </a:cubicBezTo>
                  <a:cubicBezTo>
                    <a:pt x="2908" y="6617"/>
                    <a:pt x="2908" y="7469"/>
                    <a:pt x="2582" y="8171"/>
                  </a:cubicBezTo>
                  <a:lnTo>
                    <a:pt x="2708" y="8221"/>
                  </a:lnTo>
                  <a:cubicBezTo>
                    <a:pt x="3084" y="7494"/>
                    <a:pt x="3084" y="6617"/>
                    <a:pt x="2733" y="5865"/>
                  </a:cubicBezTo>
                  <a:cubicBezTo>
                    <a:pt x="2382" y="5163"/>
                    <a:pt x="1730" y="4612"/>
                    <a:pt x="978" y="4411"/>
                  </a:cubicBezTo>
                  <a:cubicBezTo>
                    <a:pt x="1254" y="3559"/>
                    <a:pt x="1354" y="2782"/>
                    <a:pt x="1254" y="2106"/>
                  </a:cubicBezTo>
                  <a:cubicBezTo>
                    <a:pt x="1154" y="1203"/>
                    <a:pt x="728" y="451"/>
                    <a:pt x="1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7"/>
            <p:cNvSpPr/>
            <p:nvPr/>
          </p:nvSpPr>
          <p:spPr>
            <a:xfrm>
              <a:off x="8010321" y="979088"/>
              <a:ext cx="164097" cy="92944"/>
            </a:xfrm>
            <a:custGeom>
              <a:rect b="b" l="l" r="r" t="t"/>
              <a:pathLst>
                <a:path extrusionOk="0" h="4231" w="7470">
                  <a:moveTo>
                    <a:pt x="1952" y="0"/>
                  </a:moveTo>
                  <a:cubicBezTo>
                    <a:pt x="1306" y="0"/>
                    <a:pt x="621" y="237"/>
                    <a:pt x="1" y="697"/>
                  </a:cubicBezTo>
                  <a:lnTo>
                    <a:pt x="76" y="822"/>
                  </a:lnTo>
                  <a:cubicBezTo>
                    <a:pt x="675" y="383"/>
                    <a:pt x="1323" y="150"/>
                    <a:pt x="1929" y="150"/>
                  </a:cubicBezTo>
                  <a:cubicBezTo>
                    <a:pt x="2083" y="150"/>
                    <a:pt x="2234" y="165"/>
                    <a:pt x="2382" y="196"/>
                  </a:cubicBezTo>
                  <a:cubicBezTo>
                    <a:pt x="3234" y="396"/>
                    <a:pt x="3860" y="1148"/>
                    <a:pt x="3810" y="1900"/>
                  </a:cubicBezTo>
                  <a:lnTo>
                    <a:pt x="3785" y="2025"/>
                  </a:lnTo>
                  <a:lnTo>
                    <a:pt x="3910" y="1975"/>
                  </a:lnTo>
                  <a:cubicBezTo>
                    <a:pt x="4173" y="1885"/>
                    <a:pt x="4456" y="1840"/>
                    <a:pt x="4741" y="1840"/>
                  </a:cubicBezTo>
                  <a:cubicBezTo>
                    <a:pt x="5243" y="1840"/>
                    <a:pt x="5750" y="1979"/>
                    <a:pt x="6166" y="2251"/>
                  </a:cubicBezTo>
                  <a:cubicBezTo>
                    <a:pt x="6843" y="2677"/>
                    <a:pt x="7269" y="3454"/>
                    <a:pt x="7319" y="4231"/>
                  </a:cubicBezTo>
                  <a:lnTo>
                    <a:pt x="7469" y="4231"/>
                  </a:lnTo>
                  <a:cubicBezTo>
                    <a:pt x="7419" y="3379"/>
                    <a:pt x="6968" y="2577"/>
                    <a:pt x="6266" y="2126"/>
                  </a:cubicBezTo>
                  <a:cubicBezTo>
                    <a:pt x="5812" y="1840"/>
                    <a:pt x="5280" y="1689"/>
                    <a:pt x="4743" y="1689"/>
                  </a:cubicBezTo>
                  <a:cubicBezTo>
                    <a:pt x="4480" y="1689"/>
                    <a:pt x="4216" y="1726"/>
                    <a:pt x="3961" y="1800"/>
                  </a:cubicBezTo>
                  <a:cubicBezTo>
                    <a:pt x="3961" y="1023"/>
                    <a:pt x="3284" y="246"/>
                    <a:pt x="2432" y="45"/>
                  </a:cubicBezTo>
                  <a:cubicBezTo>
                    <a:pt x="2275" y="15"/>
                    <a:pt x="2115" y="0"/>
                    <a:pt x="19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7"/>
            <p:cNvSpPr/>
            <p:nvPr/>
          </p:nvSpPr>
          <p:spPr>
            <a:xfrm>
              <a:off x="8028488" y="942095"/>
              <a:ext cx="221916" cy="69945"/>
            </a:xfrm>
            <a:custGeom>
              <a:rect b="b" l="l" r="r" t="t"/>
              <a:pathLst>
                <a:path extrusionOk="0" h="3184" w="10102">
                  <a:moveTo>
                    <a:pt x="3058" y="0"/>
                  </a:moveTo>
                  <a:cubicBezTo>
                    <a:pt x="1805" y="75"/>
                    <a:pt x="627" y="802"/>
                    <a:pt x="1" y="1905"/>
                  </a:cubicBezTo>
                  <a:cubicBezTo>
                    <a:pt x="1" y="1930"/>
                    <a:pt x="1" y="1930"/>
                    <a:pt x="1" y="1930"/>
                  </a:cubicBezTo>
                  <a:lnTo>
                    <a:pt x="126" y="2030"/>
                  </a:lnTo>
                  <a:cubicBezTo>
                    <a:pt x="176" y="1955"/>
                    <a:pt x="201" y="1880"/>
                    <a:pt x="251" y="1830"/>
                  </a:cubicBezTo>
                  <a:cubicBezTo>
                    <a:pt x="853" y="852"/>
                    <a:pt x="1931" y="226"/>
                    <a:pt x="3058" y="176"/>
                  </a:cubicBezTo>
                  <a:cubicBezTo>
                    <a:pt x="3125" y="171"/>
                    <a:pt x="3192" y="169"/>
                    <a:pt x="3258" y="169"/>
                  </a:cubicBezTo>
                  <a:cubicBezTo>
                    <a:pt x="4415" y="169"/>
                    <a:pt x="5526" y="781"/>
                    <a:pt x="6166" y="1729"/>
                  </a:cubicBezTo>
                  <a:lnTo>
                    <a:pt x="6216" y="1805"/>
                  </a:lnTo>
                  <a:lnTo>
                    <a:pt x="6266" y="1754"/>
                  </a:lnTo>
                  <a:cubicBezTo>
                    <a:pt x="6672" y="1484"/>
                    <a:pt x="7151" y="1348"/>
                    <a:pt x="7631" y="1348"/>
                  </a:cubicBezTo>
                  <a:cubicBezTo>
                    <a:pt x="7951" y="1348"/>
                    <a:pt x="8271" y="1409"/>
                    <a:pt x="8572" y="1529"/>
                  </a:cubicBezTo>
                  <a:cubicBezTo>
                    <a:pt x="9299" y="1805"/>
                    <a:pt x="9875" y="2431"/>
                    <a:pt x="10101" y="3183"/>
                  </a:cubicBezTo>
                  <a:cubicBezTo>
                    <a:pt x="10051" y="2907"/>
                    <a:pt x="9976" y="2657"/>
                    <a:pt x="9901" y="2381"/>
                  </a:cubicBezTo>
                  <a:cubicBezTo>
                    <a:pt x="9575" y="1930"/>
                    <a:pt x="9149" y="1579"/>
                    <a:pt x="8647" y="1379"/>
                  </a:cubicBezTo>
                  <a:cubicBezTo>
                    <a:pt x="8332" y="1257"/>
                    <a:pt x="7997" y="1196"/>
                    <a:pt x="7661" y="1196"/>
                  </a:cubicBezTo>
                  <a:cubicBezTo>
                    <a:pt x="7168" y="1196"/>
                    <a:pt x="6673" y="1326"/>
                    <a:pt x="6241" y="1579"/>
                  </a:cubicBezTo>
                  <a:cubicBezTo>
                    <a:pt x="5840" y="978"/>
                    <a:pt x="5239" y="526"/>
                    <a:pt x="4562" y="276"/>
                  </a:cubicBezTo>
                  <a:cubicBezTo>
                    <a:pt x="4537" y="251"/>
                    <a:pt x="4487" y="251"/>
                    <a:pt x="4462" y="226"/>
                  </a:cubicBezTo>
                  <a:cubicBezTo>
                    <a:pt x="4011" y="75"/>
                    <a:pt x="3535" y="0"/>
                    <a:pt x="3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7"/>
            <p:cNvSpPr/>
            <p:nvPr/>
          </p:nvSpPr>
          <p:spPr>
            <a:xfrm>
              <a:off x="8086855" y="882079"/>
              <a:ext cx="43518" cy="66078"/>
            </a:xfrm>
            <a:custGeom>
              <a:rect b="b" l="l" r="r" t="t"/>
              <a:pathLst>
                <a:path extrusionOk="0" h="3008" w="1981">
                  <a:moveTo>
                    <a:pt x="25" y="0"/>
                  </a:moveTo>
                  <a:lnTo>
                    <a:pt x="0" y="151"/>
                  </a:lnTo>
                  <a:cubicBezTo>
                    <a:pt x="577" y="251"/>
                    <a:pt x="1103" y="652"/>
                    <a:pt x="1404" y="1203"/>
                  </a:cubicBezTo>
                  <a:cubicBezTo>
                    <a:pt x="1705" y="1705"/>
                    <a:pt x="1830" y="2306"/>
                    <a:pt x="1805" y="3008"/>
                  </a:cubicBezTo>
                  <a:lnTo>
                    <a:pt x="1955" y="3008"/>
                  </a:lnTo>
                  <a:cubicBezTo>
                    <a:pt x="1980" y="2281"/>
                    <a:pt x="1855" y="1654"/>
                    <a:pt x="1554" y="1128"/>
                  </a:cubicBezTo>
                  <a:cubicBezTo>
                    <a:pt x="1203" y="527"/>
                    <a:pt x="627" y="10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7"/>
            <p:cNvSpPr/>
            <p:nvPr/>
          </p:nvSpPr>
          <p:spPr>
            <a:xfrm>
              <a:off x="8232764" y="699178"/>
              <a:ext cx="177300" cy="126423"/>
            </a:xfrm>
            <a:custGeom>
              <a:rect b="b" l="l" r="r" t="t"/>
              <a:pathLst>
                <a:path extrusionOk="0" h="5755" w="8071">
                  <a:moveTo>
                    <a:pt x="5874" y="0"/>
                  </a:moveTo>
                  <a:cubicBezTo>
                    <a:pt x="4740" y="0"/>
                    <a:pt x="3587" y="414"/>
                    <a:pt x="2657" y="1083"/>
                  </a:cubicBezTo>
                  <a:cubicBezTo>
                    <a:pt x="1253" y="2136"/>
                    <a:pt x="476" y="3690"/>
                    <a:pt x="0" y="5394"/>
                  </a:cubicBezTo>
                  <a:cubicBezTo>
                    <a:pt x="687" y="5634"/>
                    <a:pt x="1415" y="5754"/>
                    <a:pt x="2144" y="5754"/>
                  </a:cubicBezTo>
                  <a:cubicBezTo>
                    <a:pt x="3013" y="5754"/>
                    <a:pt x="3883" y="5584"/>
                    <a:pt x="4687" y="5244"/>
                  </a:cubicBezTo>
                  <a:cubicBezTo>
                    <a:pt x="6165" y="4642"/>
                    <a:pt x="7394" y="3464"/>
                    <a:pt x="8070" y="2010"/>
                  </a:cubicBezTo>
                  <a:lnTo>
                    <a:pt x="8070" y="2010"/>
                  </a:lnTo>
                  <a:cubicBezTo>
                    <a:pt x="7979" y="2015"/>
                    <a:pt x="7890" y="2017"/>
                    <a:pt x="7802" y="2017"/>
                  </a:cubicBezTo>
                  <a:cubicBezTo>
                    <a:pt x="7429" y="2017"/>
                    <a:pt x="7077" y="1981"/>
                    <a:pt x="6692" y="1960"/>
                  </a:cubicBezTo>
                  <a:cubicBezTo>
                    <a:pt x="7068" y="1459"/>
                    <a:pt x="7343" y="933"/>
                    <a:pt x="7644" y="381"/>
                  </a:cubicBezTo>
                  <a:cubicBezTo>
                    <a:pt x="7084" y="119"/>
                    <a:pt x="6482" y="0"/>
                    <a:pt x="5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7"/>
            <p:cNvSpPr/>
            <p:nvPr/>
          </p:nvSpPr>
          <p:spPr>
            <a:xfrm>
              <a:off x="8462880" y="58355"/>
              <a:ext cx="121151" cy="193270"/>
            </a:xfrm>
            <a:custGeom>
              <a:rect b="b" l="l" r="r" t="t"/>
              <a:pathLst>
                <a:path extrusionOk="0" h="8798" w="5515">
                  <a:moveTo>
                    <a:pt x="3685" y="0"/>
                  </a:moveTo>
                  <a:cubicBezTo>
                    <a:pt x="2006" y="477"/>
                    <a:pt x="778" y="2081"/>
                    <a:pt x="377" y="3785"/>
                  </a:cubicBezTo>
                  <a:cubicBezTo>
                    <a:pt x="1" y="5514"/>
                    <a:pt x="427" y="7193"/>
                    <a:pt x="1179" y="8797"/>
                  </a:cubicBezTo>
                  <a:cubicBezTo>
                    <a:pt x="2658" y="8196"/>
                    <a:pt x="3936" y="7068"/>
                    <a:pt x="4638" y="5614"/>
                  </a:cubicBezTo>
                  <a:cubicBezTo>
                    <a:pt x="5364" y="4186"/>
                    <a:pt x="5515" y="2482"/>
                    <a:pt x="5089" y="953"/>
                  </a:cubicBezTo>
                  <a:lnTo>
                    <a:pt x="5089" y="953"/>
                  </a:lnTo>
                  <a:cubicBezTo>
                    <a:pt x="4738" y="1304"/>
                    <a:pt x="4387" y="1529"/>
                    <a:pt x="4011" y="1830"/>
                  </a:cubicBezTo>
                  <a:cubicBezTo>
                    <a:pt x="3961" y="1203"/>
                    <a:pt x="3810" y="627"/>
                    <a:pt x="3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7"/>
            <p:cNvSpPr/>
            <p:nvPr/>
          </p:nvSpPr>
          <p:spPr>
            <a:xfrm>
              <a:off x="8055752" y="2544891"/>
              <a:ext cx="199882" cy="103774"/>
            </a:xfrm>
            <a:custGeom>
              <a:rect b="b" l="l" r="r" t="t"/>
              <a:pathLst>
                <a:path extrusionOk="0" h="4724" w="9099">
                  <a:moveTo>
                    <a:pt x="5189" y="1"/>
                  </a:moveTo>
                  <a:cubicBezTo>
                    <a:pt x="4911" y="1"/>
                    <a:pt x="4634" y="20"/>
                    <a:pt x="4362" y="59"/>
                  </a:cubicBezTo>
                  <a:cubicBezTo>
                    <a:pt x="2632" y="335"/>
                    <a:pt x="1229" y="1363"/>
                    <a:pt x="1" y="2641"/>
                  </a:cubicBezTo>
                  <a:cubicBezTo>
                    <a:pt x="1078" y="3794"/>
                    <a:pt x="2632" y="4546"/>
                    <a:pt x="4211" y="4696"/>
                  </a:cubicBezTo>
                  <a:cubicBezTo>
                    <a:pt x="4406" y="4714"/>
                    <a:pt x="4601" y="4723"/>
                    <a:pt x="4796" y="4723"/>
                  </a:cubicBezTo>
                  <a:cubicBezTo>
                    <a:pt x="6206" y="4723"/>
                    <a:pt x="7600" y="4251"/>
                    <a:pt x="8723" y="3393"/>
                  </a:cubicBezTo>
                  <a:cubicBezTo>
                    <a:pt x="8271" y="3192"/>
                    <a:pt x="7946" y="2967"/>
                    <a:pt x="7520" y="2716"/>
                  </a:cubicBezTo>
                  <a:cubicBezTo>
                    <a:pt x="8071" y="2440"/>
                    <a:pt x="8572" y="2089"/>
                    <a:pt x="9098" y="1764"/>
                  </a:cubicBezTo>
                  <a:cubicBezTo>
                    <a:pt x="8210" y="578"/>
                    <a:pt x="6695" y="1"/>
                    <a:pt x="5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7"/>
            <p:cNvSpPr/>
            <p:nvPr/>
          </p:nvSpPr>
          <p:spPr>
            <a:xfrm>
              <a:off x="7083460" y="1138657"/>
              <a:ext cx="149774" cy="153729"/>
            </a:xfrm>
            <a:custGeom>
              <a:rect b="b" l="l" r="r" t="t"/>
              <a:pathLst>
                <a:path extrusionOk="0" h="6998" w="6818">
                  <a:moveTo>
                    <a:pt x="5335" y="1"/>
                  </a:moveTo>
                  <a:cubicBezTo>
                    <a:pt x="3811" y="1"/>
                    <a:pt x="2331" y="886"/>
                    <a:pt x="1379" y="2103"/>
                  </a:cubicBezTo>
                  <a:cubicBezTo>
                    <a:pt x="302" y="3507"/>
                    <a:pt x="1" y="5236"/>
                    <a:pt x="1" y="6991"/>
                  </a:cubicBezTo>
                  <a:cubicBezTo>
                    <a:pt x="106" y="6996"/>
                    <a:pt x="211" y="6998"/>
                    <a:pt x="316" y="6998"/>
                  </a:cubicBezTo>
                  <a:cubicBezTo>
                    <a:pt x="1816" y="6998"/>
                    <a:pt x="3316" y="6497"/>
                    <a:pt x="4487" y="5537"/>
                  </a:cubicBezTo>
                  <a:cubicBezTo>
                    <a:pt x="5715" y="4534"/>
                    <a:pt x="6567" y="3056"/>
                    <a:pt x="6818" y="1477"/>
                  </a:cubicBezTo>
                  <a:lnTo>
                    <a:pt x="6818" y="1477"/>
                  </a:lnTo>
                  <a:cubicBezTo>
                    <a:pt x="6367" y="1652"/>
                    <a:pt x="5966" y="1727"/>
                    <a:pt x="5490" y="1828"/>
                  </a:cubicBezTo>
                  <a:cubicBezTo>
                    <a:pt x="5690" y="1251"/>
                    <a:pt x="5815" y="650"/>
                    <a:pt x="5941" y="48"/>
                  </a:cubicBezTo>
                  <a:cubicBezTo>
                    <a:pt x="5739" y="16"/>
                    <a:pt x="5537" y="1"/>
                    <a:pt x="5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7"/>
            <p:cNvSpPr/>
            <p:nvPr/>
          </p:nvSpPr>
          <p:spPr>
            <a:xfrm>
              <a:off x="8812508" y="3349776"/>
              <a:ext cx="178398" cy="125369"/>
            </a:xfrm>
            <a:custGeom>
              <a:rect b="b" l="l" r="r" t="t"/>
              <a:pathLst>
                <a:path extrusionOk="0" h="5707" w="8121">
                  <a:moveTo>
                    <a:pt x="2483" y="0"/>
                  </a:moveTo>
                  <a:cubicBezTo>
                    <a:pt x="1659" y="0"/>
                    <a:pt x="824" y="130"/>
                    <a:pt x="0" y="323"/>
                  </a:cubicBezTo>
                  <a:cubicBezTo>
                    <a:pt x="276" y="1902"/>
                    <a:pt x="1153" y="3356"/>
                    <a:pt x="2406" y="4334"/>
                  </a:cubicBezTo>
                  <a:cubicBezTo>
                    <a:pt x="3550" y="5231"/>
                    <a:pt x="4976" y="5707"/>
                    <a:pt x="6413" y="5707"/>
                  </a:cubicBezTo>
                  <a:cubicBezTo>
                    <a:pt x="6581" y="5707"/>
                    <a:pt x="6749" y="5700"/>
                    <a:pt x="6917" y="5687"/>
                  </a:cubicBezTo>
                  <a:cubicBezTo>
                    <a:pt x="6642" y="5286"/>
                    <a:pt x="6491" y="4910"/>
                    <a:pt x="6266" y="4459"/>
                  </a:cubicBezTo>
                  <a:lnTo>
                    <a:pt x="6266" y="4459"/>
                  </a:lnTo>
                  <a:cubicBezTo>
                    <a:pt x="6612" y="4514"/>
                    <a:pt x="6951" y="4531"/>
                    <a:pt x="7290" y="4531"/>
                  </a:cubicBezTo>
                  <a:cubicBezTo>
                    <a:pt x="7565" y="4531"/>
                    <a:pt x="7840" y="4520"/>
                    <a:pt x="8120" y="4509"/>
                  </a:cubicBezTo>
                  <a:cubicBezTo>
                    <a:pt x="7970" y="2755"/>
                    <a:pt x="6667" y="1251"/>
                    <a:pt x="5063" y="524"/>
                  </a:cubicBezTo>
                  <a:cubicBezTo>
                    <a:pt x="4234" y="148"/>
                    <a:pt x="3365" y="0"/>
                    <a:pt x="24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89" name="Google Shape;6689;p7"/>
          <p:cNvGrpSpPr/>
          <p:nvPr/>
        </p:nvGrpSpPr>
        <p:grpSpPr>
          <a:xfrm>
            <a:off x="-3327" y="400219"/>
            <a:ext cx="2129749" cy="2936781"/>
            <a:chOff x="2204" y="-152164"/>
            <a:chExt cx="2402695" cy="3313155"/>
          </a:xfrm>
        </p:grpSpPr>
        <p:sp>
          <p:nvSpPr>
            <p:cNvPr id="6690" name="Google Shape;6690;p7"/>
            <p:cNvSpPr/>
            <p:nvPr/>
          </p:nvSpPr>
          <p:spPr>
            <a:xfrm>
              <a:off x="2204" y="840012"/>
              <a:ext cx="2402695" cy="1606351"/>
            </a:xfrm>
            <a:custGeom>
              <a:rect b="b" l="l" r="r" t="t"/>
              <a:pathLst>
                <a:path extrusionOk="0" h="73124" w="109375">
                  <a:moveTo>
                    <a:pt x="54521" y="1"/>
                  </a:moveTo>
                  <a:cubicBezTo>
                    <a:pt x="54318" y="1"/>
                    <a:pt x="54138" y="119"/>
                    <a:pt x="54061" y="311"/>
                  </a:cubicBezTo>
                  <a:cubicBezTo>
                    <a:pt x="52908" y="3093"/>
                    <a:pt x="51430" y="5650"/>
                    <a:pt x="49675" y="7980"/>
                  </a:cubicBezTo>
                  <a:cubicBezTo>
                    <a:pt x="47896" y="10261"/>
                    <a:pt x="45841" y="12316"/>
                    <a:pt x="43585" y="13996"/>
                  </a:cubicBezTo>
                  <a:cubicBezTo>
                    <a:pt x="41329" y="15700"/>
                    <a:pt x="38823" y="16978"/>
                    <a:pt x="36116" y="18306"/>
                  </a:cubicBezTo>
                  <a:cubicBezTo>
                    <a:pt x="34387" y="19133"/>
                    <a:pt x="32608" y="19986"/>
                    <a:pt x="30828" y="20988"/>
                  </a:cubicBezTo>
                  <a:cubicBezTo>
                    <a:pt x="31455" y="17128"/>
                    <a:pt x="31555" y="13244"/>
                    <a:pt x="31179" y="9484"/>
                  </a:cubicBezTo>
                  <a:cubicBezTo>
                    <a:pt x="31179" y="9359"/>
                    <a:pt x="31079" y="9259"/>
                    <a:pt x="30953" y="9234"/>
                  </a:cubicBezTo>
                  <a:cubicBezTo>
                    <a:pt x="30803" y="9234"/>
                    <a:pt x="30653" y="9334"/>
                    <a:pt x="30628" y="9484"/>
                  </a:cubicBezTo>
                  <a:cubicBezTo>
                    <a:pt x="30302" y="11740"/>
                    <a:pt x="29776" y="13970"/>
                    <a:pt x="29074" y="16151"/>
                  </a:cubicBezTo>
                  <a:cubicBezTo>
                    <a:pt x="28497" y="17955"/>
                    <a:pt x="27821" y="19760"/>
                    <a:pt x="27019" y="21489"/>
                  </a:cubicBezTo>
                  <a:cubicBezTo>
                    <a:pt x="26593" y="22392"/>
                    <a:pt x="26141" y="23244"/>
                    <a:pt x="25640" y="24096"/>
                  </a:cubicBezTo>
                  <a:cubicBezTo>
                    <a:pt x="25415" y="24447"/>
                    <a:pt x="25189" y="24848"/>
                    <a:pt x="24938" y="25174"/>
                  </a:cubicBezTo>
                  <a:cubicBezTo>
                    <a:pt x="24663" y="25549"/>
                    <a:pt x="24262" y="25800"/>
                    <a:pt x="23936" y="26126"/>
                  </a:cubicBezTo>
                  <a:cubicBezTo>
                    <a:pt x="22758" y="27329"/>
                    <a:pt x="21705" y="28607"/>
                    <a:pt x="20728" y="29885"/>
                  </a:cubicBezTo>
                  <a:cubicBezTo>
                    <a:pt x="18773" y="32467"/>
                    <a:pt x="17169" y="35148"/>
                    <a:pt x="15565" y="37655"/>
                  </a:cubicBezTo>
                  <a:cubicBezTo>
                    <a:pt x="13986" y="40136"/>
                    <a:pt x="12407" y="42492"/>
                    <a:pt x="10602" y="44522"/>
                  </a:cubicBezTo>
                  <a:cubicBezTo>
                    <a:pt x="9725" y="45524"/>
                    <a:pt x="8773" y="46452"/>
                    <a:pt x="7795" y="47229"/>
                  </a:cubicBezTo>
                  <a:cubicBezTo>
                    <a:pt x="7470" y="47479"/>
                    <a:pt x="7144" y="47705"/>
                    <a:pt x="6818" y="47931"/>
                  </a:cubicBezTo>
                  <a:cubicBezTo>
                    <a:pt x="4587" y="48332"/>
                    <a:pt x="2307" y="48682"/>
                    <a:pt x="1" y="49033"/>
                  </a:cubicBezTo>
                  <a:lnTo>
                    <a:pt x="1" y="61540"/>
                  </a:lnTo>
                  <a:cubicBezTo>
                    <a:pt x="2482" y="61765"/>
                    <a:pt x="4963" y="62066"/>
                    <a:pt x="7445" y="62367"/>
                  </a:cubicBezTo>
                  <a:cubicBezTo>
                    <a:pt x="13961" y="63194"/>
                    <a:pt x="20452" y="64146"/>
                    <a:pt x="26943" y="65224"/>
                  </a:cubicBezTo>
                  <a:cubicBezTo>
                    <a:pt x="30177" y="65775"/>
                    <a:pt x="33410" y="66352"/>
                    <a:pt x="36643" y="66953"/>
                  </a:cubicBezTo>
                  <a:cubicBezTo>
                    <a:pt x="39876" y="67530"/>
                    <a:pt x="43084" y="68231"/>
                    <a:pt x="46417" y="68733"/>
                  </a:cubicBezTo>
                  <a:cubicBezTo>
                    <a:pt x="47921" y="68958"/>
                    <a:pt x="49475" y="69134"/>
                    <a:pt x="51029" y="69209"/>
                  </a:cubicBezTo>
                  <a:cubicBezTo>
                    <a:pt x="54563" y="70963"/>
                    <a:pt x="58272" y="72266"/>
                    <a:pt x="62081" y="73119"/>
                  </a:cubicBezTo>
                  <a:cubicBezTo>
                    <a:pt x="62098" y="73122"/>
                    <a:pt x="62114" y="73123"/>
                    <a:pt x="62131" y="73123"/>
                  </a:cubicBezTo>
                  <a:cubicBezTo>
                    <a:pt x="62243" y="73123"/>
                    <a:pt x="62360" y="73052"/>
                    <a:pt x="62382" y="72943"/>
                  </a:cubicBezTo>
                  <a:cubicBezTo>
                    <a:pt x="62432" y="72793"/>
                    <a:pt x="62357" y="72642"/>
                    <a:pt x="62232" y="72592"/>
                  </a:cubicBezTo>
                  <a:cubicBezTo>
                    <a:pt x="59525" y="71690"/>
                    <a:pt x="56944" y="70537"/>
                    <a:pt x="54462" y="69159"/>
                  </a:cubicBezTo>
                  <a:cubicBezTo>
                    <a:pt x="55164" y="69109"/>
                    <a:pt x="55866" y="69033"/>
                    <a:pt x="56568" y="68933"/>
                  </a:cubicBezTo>
                  <a:cubicBezTo>
                    <a:pt x="59951" y="68407"/>
                    <a:pt x="63084" y="67179"/>
                    <a:pt x="66167" y="66001"/>
                  </a:cubicBezTo>
                  <a:cubicBezTo>
                    <a:pt x="66467" y="65875"/>
                    <a:pt x="66618" y="65550"/>
                    <a:pt x="66518" y="65224"/>
                  </a:cubicBezTo>
                  <a:cubicBezTo>
                    <a:pt x="66436" y="64960"/>
                    <a:pt x="66191" y="64795"/>
                    <a:pt x="65927" y="64795"/>
                  </a:cubicBezTo>
                  <a:cubicBezTo>
                    <a:pt x="65865" y="64795"/>
                    <a:pt x="65803" y="64804"/>
                    <a:pt x="65741" y="64823"/>
                  </a:cubicBezTo>
                  <a:cubicBezTo>
                    <a:pt x="62608" y="65850"/>
                    <a:pt x="59500" y="66853"/>
                    <a:pt x="56342" y="67154"/>
                  </a:cubicBezTo>
                  <a:cubicBezTo>
                    <a:pt x="55587" y="67226"/>
                    <a:pt x="54829" y="67259"/>
                    <a:pt x="54069" y="67259"/>
                  </a:cubicBezTo>
                  <a:cubicBezTo>
                    <a:pt x="51652" y="67259"/>
                    <a:pt x="49221" y="66923"/>
                    <a:pt x="46818" y="66427"/>
                  </a:cubicBezTo>
                  <a:cubicBezTo>
                    <a:pt x="43660" y="65775"/>
                    <a:pt x="40477" y="64873"/>
                    <a:pt x="37269" y="64096"/>
                  </a:cubicBezTo>
                  <a:cubicBezTo>
                    <a:pt x="34061" y="63294"/>
                    <a:pt x="30828" y="62542"/>
                    <a:pt x="27595" y="61815"/>
                  </a:cubicBezTo>
                  <a:cubicBezTo>
                    <a:pt x="21154" y="60362"/>
                    <a:pt x="14663" y="59033"/>
                    <a:pt x="8171" y="57830"/>
                  </a:cubicBezTo>
                  <a:cubicBezTo>
                    <a:pt x="7545" y="57730"/>
                    <a:pt x="6943" y="57605"/>
                    <a:pt x="6317" y="57505"/>
                  </a:cubicBezTo>
                  <a:cubicBezTo>
                    <a:pt x="7695" y="57179"/>
                    <a:pt x="9049" y="56853"/>
                    <a:pt x="10427" y="56527"/>
                  </a:cubicBezTo>
                  <a:cubicBezTo>
                    <a:pt x="16693" y="54948"/>
                    <a:pt x="22808" y="52968"/>
                    <a:pt x="28798" y="50888"/>
                  </a:cubicBezTo>
                  <a:cubicBezTo>
                    <a:pt x="31781" y="49835"/>
                    <a:pt x="34738" y="48758"/>
                    <a:pt x="37720" y="47655"/>
                  </a:cubicBezTo>
                  <a:cubicBezTo>
                    <a:pt x="40678" y="46552"/>
                    <a:pt x="43761" y="45374"/>
                    <a:pt x="46768" y="43820"/>
                  </a:cubicBezTo>
                  <a:cubicBezTo>
                    <a:pt x="48272" y="43043"/>
                    <a:pt x="49751" y="42141"/>
                    <a:pt x="51129" y="41139"/>
                  </a:cubicBezTo>
                  <a:cubicBezTo>
                    <a:pt x="51480" y="40913"/>
                    <a:pt x="51831" y="40662"/>
                    <a:pt x="52182" y="40412"/>
                  </a:cubicBezTo>
                  <a:lnTo>
                    <a:pt x="53159" y="39635"/>
                  </a:lnTo>
                  <a:lnTo>
                    <a:pt x="54162" y="38858"/>
                  </a:lnTo>
                  <a:cubicBezTo>
                    <a:pt x="54462" y="38582"/>
                    <a:pt x="54763" y="38306"/>
                    <a:pt x="55089" y="38031"/>
                  </a:cubicBezTo>
                  <a:cubicBezTo>
                    <a:pt x="57570" y="35825"/>
                    <a:pt x="59801" y="33469"/>
                    <a:pt x="61931" y="31138"/>
                  </a:cubicBezTo>
                  <a:cubicBezTo>
                    <a:pt x="66167" y="26452"/>
                    <a:pt x="70152" y="21715"/>
                    <a:pt x="74989" y="18256"/>
                  </a:cubicBezTo>
                  <a:cubicBezTo>
                    <a:pt x="77420" y="16527"/>
                    <a:pt x="80001" y="15148"/>
                    <a:pt x="82884" y="14321"/>
                  </a:cubicBezTo>
                  <a:cubicBezTo>
                    <a:pt x="85741" y="13444"/>
                    <a:pt x="88848" y="12918"/>
                    <a:pt x="91956" y="12116"/>
                  </a:cubicBezTo>
                  <a:cubicBezTo>
                    <a:pt x="98222" y="10512"/>
                    <a:pt x="104087" y="7579"/>
                    <a:pt x="109049" y="3620"/>
                  </a:cubicBezTo>
                  <a:cubicBezTo>
                    <a:pt x="109300" y="3419"/>
                    <a:pt x="109375" y="3043"/>
                    <a:pt x="109174" y="2767"/>
                  </a:cubicBezTo>
                  <a:cubicBezTo>
                    <a:pt x="109051" y="2597"/>
                    <a:pt x="108861" y="2504"/>
                    <a:pt x="108662" y="2504"/>
                  </a:cubicBezTo>
                  <a:cubicBezTo>
                    <a:pt x="108539" y="2504"/>
                    <a:pt x="108413" y="2540"/>
                    <a:pt x="108297" y="2617"/>
                  </a:cubicBezTo>
                  <a:cubicBezTo>
                    <a:pt x="103209" y="6126"/>
                    <a:pt x="97420" y="8532"/>
                    <a:pt x="91405" y="9635"/>
                  </a:cubicBezTo>
                  <a:cubicBezTo>
                    <a:pt x="88397" y="10186"/>
                    <a:pt x="85264" y="10487"/>
                    <a:pt x="82056" y="11214"/>
                  </a:cubicBezTo>
                  <a:cubicBezTo>
                    <a:pt x="78823" y="11940"/>
                    <a:pt x="75691" y="13294"/>
                    <a:pt x="72883" y="15023"/>
                  </a:cubicBezTo>
                  <a:cubicBezTo>
                    <a:pt x="70051" y="16777"/>
                    <a:pt x="67495" y="18833"/>
                    <a:pt x="65114" y="20988"/>
                  </a:cubicBezTo>
                  <a:cubicBezTo>
                    <a:pt x="62733" y="23143"/>
                    <a:pt x="60477" y="25374"/>
                    <a:pt x="58247" y="27529"/>
                  </a:cubicBezTo>
                  <a:cubicBezTo>
                    <a:pt x="55991" y="29685"/>
                    <a:pt x="53736" y="31740"/>
                    <a:pt x="51405" y="33544"/>
                  </a:cubicBezTo>
                  <a:cubicBezTo>
                    <a:pt x="51104" y="33770"/>
                    <a:pt x="50803" y="33996"/>
                    <a:pt x="50502" y="34221"/>
                  </a:cubicBezTo>
                  <a:lnTo>
                    <a:pt x="49600" y="34848"/>
                  </a:lnTo>
                  <a:lnTo>
                    <a:pt x="48698" y="35449"/>
                  </a:lnTo>
                  <a:cubicBezTo>
                    <a:pt x="48397" y="35650"/>
                    <a:pt x="48096" y="35825"/>
                    <a:pt x="47796" y="36001"/>
                  </a:cubicBezTo>
                  <a:cubicBezTo>
                    <a:pt x="46568" y="36778"/>
                    <a:pt x="45314" y="37404"/>
                    <a:pt x="43961" y="37981"/>
                  </a:cubicBezTo>
                  <a:cubicBezTo>
                    <a:pt x="41304" y="39159"/>
                    <a:pt x="38447" y="40036"/>
                    <a:pt x="35465" y="40913"/>
                  </a:cubicBezTo>
                  <a:cubicBezTo>
                    <a:pt x="32482" y="41790"/>
                    <a:pt x="29475" y="42642"/>
                    <a:pt x="26467" y="43469"/>
                  </a:cubicBezTo>
                  <a:cubicBezTo>
                    <a:pt x="23886" y="44196"/>
                    <a:pt x="21279" y="44873"/>
                    <a:pt x="18673" y="45499"/>
                  </a:cubicBezTo>
                  <a:cubicBezTo>
                    <a:pt x="19675" y="44071"/>
                    <a:pt x="20552" y="42642"/>
                    <a:pt x="21405" y="41214"/>
                  </a:cubicBezTo>
                  <a:cubicBezTo>
                    <a:pt x="22958" y="38557"/>
                    <a:pt x="24412" y="36001"/>
                    <a:pt x="25966" y="33645"/>
                  </a:cubicBezTo>
                  <a:cubicBezTo>
                    <a:pt x="26768" y="32492"/>
                    <a:pt x="27595" y="31389"/>
                    <a:pt x="28472" y="30362"/>
                  </a:cubicBezTo>
                  <a:cubicBezTo>
                    <a:pt x="29349" y="29334"/>
                    <a:pt x="30302" y="28432"/>
                    <a:pt x="31354" y="27580"/>
                  </a:cubicBezTo>
                  <a:cubicBezTo>
                    <a:pt x="33460" y="25875"/>
                    <a:pt x="35966" y="24371"/>
                    <a:pt x="38573" y="22767"/>
                  </a:cubicBezTo>
                  <a:cubicBezTo>
                    <a:pt x="39876" y="21965"/>
                    <a:pt x="41204" y="21138"/>
                    <a:pt x="42507" y="20186"/>
                  </a:cubicBezTo>
                  <a:cubicBezTo>
                    <a:pt x="43811" y="19259"/>
                    <a:pt x="45089" y="18231"/>
                    <a:pt x="46242" y="17103"/>
                  </a:cubicBezTo>
                  <a:cubicBezTo>
                    <a:pt x="48548" y="14823"/>
                    <a:pt x="50502" y="12241"/>
                    <a:pt x="51981" y="9459"/>
                  </a:cubicBezTo>
                  <a:cubicBezTo>
                    <a:pt x="53485" y="6652"/>
                    <a:pt x="54512" y="3645"/>
                    <a:pt x="55014" y="587"/>
                  </a:cubicBezTo>
                  <a:cubicBezTo>
                    <a:pt x="55039" y="361"/>
                    <a:pt x="54913" y="136"/>
                    <a:pt x="54713" y="36"/>
                  </a:cubicBezTo>
                  <a:cubicBezTo>
                    <a:pt x="54648" y="12"/>
                    <a:pt x="54584" y="1"/>
                    <a:pt x="545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7"/>
            <p:cNvSpPr/>
            <p:nvPr/>
          </p:nvSpPr>
          <p:spPr>
            <a:xfrm>
              <a:off x="1174370" y="1642157"/>
              <a:ext cx="324855" cy="185955"/>
            </a:xfrm>
            <a:custGeom>
              <a:rect b="b" l="l" r="r" t="t"/>
              <a:pathLst>
                <a:path extrusionOk="0" h="8465" w="14788">
                  <a:moveTo>
                    <a:pt x="6364" y="0"/>
                  </a:moveTo>
                  <a:cubicBezTo>
                    <a:pt x="4103" y="0"/>
                    <a:pt x="1853" y="703"/>
                    <a:pt x="0" y="1994"/>
                  </a:cubicBezTo>
                  <a:cubicBezTo>
                    <a:pt x="1554" y="4550"/>
                    <a:pt x="3509" y="6756"/>
                    <a:pt x="6316" y="7833"/>
                  </a:cubicBezTo>
                  <a:cubicBezTo>
                    <a:pt x="7404" y="8245"/>
                    <a:pt x="8587" y="8465"/>
                    <a:pt x="9761" y="8465"/>
                  </a:cubicBezTo>
                  <a:cubicBezTo>
                    <a:pt x="11591" y="8465"/>
                    <a:pt x="13398" y="7931"/>
                    <a:pt x="14787" y="6756"/>
                  </a:cubicBezTo>
                  <a:cubicBezTo>
                    <a:pt x="14035" y="5979"/>
                    <a:pt x="13334" y="5227"/>
                    <a:pt x="12507" y="4575"/>
                  </a:cubicBezTo>
                  <a:cubicBezTo>
                    <a:pt x="13284" y="4324"/>
                    <a:pt x="13935" y="4049"/>
                    <a:pt x="14762" y="3898"/>
                  </a:cubicBezTo>
                  <a:cubicBezTo>
                    <a:pt x="13008" y="1818"/>
                    <a:pt x="10451" y="440"/>
                    <a:pt x="7745" y="89"/>
                  </a:cubicBezTo>
                  <a:cubicBezTo>
                    <a:pt x="7286" y="29"/>
                    <a:pt x="6825" y="0"/>
                    <a:pt x="6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7"/>
            <p:cNvSpPr/>
            <p:nvPr/>
          </p:nvSpPr>
          <p:spPr>
            <a:xfrm>
              <a:off x="1859271" y="803348"/>
              <a:ext cx="264840" cy="295111"/>
            </a:xfrm>
            <a:custGeom>
              <a:rect b="b" l="l" r="r" t="t"/>
              <a:pathLst>
                <a:path extrusionOk="0" h="13434" w="12056">
                  <a:moveTo>
                    <a:pt x="8347" y="0"/>
                  </a:moveTo>
                  <a:lnTo>
                    <a:pt x="8347" y="0"/>
                  </a:lnTo>
                  <a:cubicBezTo>
                    <a:pt x="5665" y="852"/>
                    <a:pt x="3309" y="2757"/>
                    <a:pt x="1880" y="5213"/>
                  </a:cubicBezTo>
                  <a:cubicBezTo>
                    <a:pt x="477" y="7669"/>
                    <a:pt x="1" y="10652"/>
                    <a:pt x="602" y="13434"/>
                  </a:cubicBezTo>
                  <a:cubicBezTo>
                    <a:pt x="3685" y="12958"/>
                    <a:pt x="6617" y="11955"/>
                    <a:pt x="8748" y="9700"/>
                  </a:cubicBezTo>
                  <a:cubicBezTo>
                    <a:pt x="10903" y="7444"/>
                    <a:pt x="12056" y="4085"/>
                    <a:pt x="11103" y="1103"/>
                  </a:cubicBezTo>
                  <a:lnTo>
                    <a:pt x="11103" y="1103"/>
                  </a:lnTo>
                  <a:cubicBezTo>
                    <a:pt x="10076" y="1529"/>
                    <a:pt x="9073" y="1880"/>
                    <a:pt x="8096" y="2431"/>
                  </a:cubicBezTo>
                  <a:cubicBezTo>
                    <a:pt x="8171" y="1579"/>
                    <a:pt x="8171" y="827"/>
                    <a:pt x="8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7"/>
            <p:cNvSpPr/>
            <p:nvPr/>
          </p:nvSpPr>
          <p:spPr>
            <a:xfrm>
              <a:off x="166280" y="1325823"/>
              <a:ext cx="218599" cy="368900"/>
            </a:xfrm>
            <a:custGeom>
              <a:rect b="b" l="l" r="r" t="t"/>
              <a:pathLst>
                <a:path extrusionOk="0" h="16793" w="9951">
                  <a:moveTo>
                    <a:pt x="3760" y="1"/>
                  </a:moveTo>
                  <a:cubicBezTo>
                    <a:pt x="3434" y="1129"/>
                    <a:pt x="3083" y="2206"/>
                    <a:pt x="2908" y="3384"/>
                  </a:cubicBezTo>
                  <a:cubicBezTo>
                    <a:pt x="2231" y="2758"/>
                    <a:pt x="1630" y="2282"/>
                    <a:pt x="1028" y="1580"/>
                  </a:cubicBezTo>
                  <a:lnTo>
                    <a:pt x="1028" y="1580"/>
                  </a:lnTo>
                  <a:cubicBezTo>
                    <a:pt x="1" y="4412"/>
                    <a:pt x="76" y="7620"/>
                    <a:pt x="1229" y="10402"/>
                  </a:cubicBezTo>
                  <a:cubicBezTo>
                    <a:pt x="2357" y="13184"/>
                    <a:pt x="4562" y="15515"/>
                    <a:pt x="7294" y="16793"/>
                  </a:cubicBezTo>
                  <a:cubicBezTo>
                    <a:pt x="8873" y="13911"/>
                    <a:pt x="9951" y="10803"/>
                    <a:pt x="9424" y="7545"/>
                  </a:cubicBezTo>
                  <a:cubicBezTo>
                    <a:pt x="8923" y="4262"/>
                    <a:pt x="6868" y="1129"/>
                    <a:pt x="3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7"/>
            <p:cNvSpPr/>
            <p:nvPr/>
          </p:nvSpPr>
          <p:spPr>
            <a:xfrm>
              <a:off x="2204" y="2178755"/>
              <a:ext cx="256602" cy="228330"/>
            </a:xfrm>
            <a:custGeom>
              <a:rect b="b" l="l" r="r" t="t"/>
              <a:pathLst>
                <a:path extrusionOk="0" h="10394" w="11681">
                  <a:moveTo>
                    <a:pt x="1054" y="0"/>
                  </a:moveTo>
                  <a:cubicBezTo>
                    <a:pt x="702" y="0"/>
                    <a:pt x="350" y="16"/>
                    <a:pt x="1" y="46"/>
                  </a:cubicBezTo>
                  <a:lnTo>
                    <a:pt x="1" y="6061"/>
                  </a:lnTo>
                  <a:cubicBezTo>
                    <a:pt x="577" y="6863"/>
                    <a:pt x="1279" y="7615"/>
                    <a:pt x="2081" y="8267"/>
                  </a:cubicBezTo>
                  <a:cubicBezTo>
                    <a:pt x="3752" y="9579"/>
                    <a:pt x="5875" y="10393"/>
                    <a:pt x="7961" y="10393"/>
                  </a:cubicBezTo>
                  <a:cubicBezTo>
                    <a:pt x="8941" y="10393"/>
                    <a:pt x="9914" y="10214"/>
                    <a:pt x="10828" y="9821"/>
                  </a:cubicBezTo>
                  <a:cubicBezTo>
                    <a:pt x="10327" y="8843"/>
                    <a:pt x="9876" y="7866"/>
                    <a:pt x="9249" y="6964"/>
                  </a:cubicBezTo>
                  <a:cubicBezTo>
                    <a:pt x="9715" y="6950"/>
                    <a:pt x="10144" y="6929"/>
                    <a:pt x="10576" y="6929"/>
                  </a:cubicBezTo>
                  <a:cubicBezTo>
                    <a:pt x="10934" y="6929"/>
                    <a:pt x="11294" y="6943"/>
                    <a:pt x="11680" y="6989"/>
                  </a:cubicBezTo>
                  <a:cubicBezTo>
                    <a:pt x="10577" y="4382"/>
                    <a:pt x="8472" y="2227"/>
                    <a:pt x="5916" y="1049"/>
                  </a:cubicBezTo>
                  <a:cubicBezTo>
                    <a:pt x="4405" y="345"/>
                    <a:pt x="2723" y="0"/>
                    <a:pt x="10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7"/>
            <p:cNvSpPr/>
            <p:nvPr/>
          </p:nvSpPr>
          <p:spPr>
            <a:xfrm>
              <a:off x="728955" y="1979356"/>
              <a:ext cx="294035" cy="245069"/>
            </a:xfrm>
            <a:custGeom>
              <a:rect b="b" l="l" r="r" t="t"/>
              <a:pathLst>
                <a:path extrusionOk="0" h="11156" w="13385">
                  <a:moveTo>
                    <a:pt x="10828" y="0"/>
                  </a:moveTo>
                  <a:lnTo>
                    <a:pt x="10828" y="0"/>
                  </a:lnTo>
                  <a:cubicBezTo>
                    <a:pt x="8021" y="176"/>
                    <a:pt x="5264" y="1404"/>
                    <a:pt x="3284" y="3434"/>
                  </a:cubicBezTo>
                  <a:cubicBezTo>
                    <a:pt x="1304" y="5439"/>
                    <a:pt x="101" y="8221"/>
                    <a:pt x="1" y="11028"/>
                  </a:cubicBezTo>
                  <a:cubicBezTo>
                    <a:pt x="762" y="11108"/>
                    <a:pt x="1523" y="11155"/>
                    <a:pt x="2278" y="11155"/>
                  </a:cubicBezTo>
                  <a:cubicBezTo>
                    <a:pt x="4579" y="11155"/>
                    <a:pt x="6816" y="10720"/>
                    <a:pt x="8798" y="9474"/>
                  </a:cubicBezTo>
                  <a:cubicBezTo>
                    <a:pt x="11429" y="7820"/>
                    <a:pt x="13384" y="4888"/>
                    <a:pt x="13209" y="1780"/>
                  </a:cubicBezTo>
                  <a:lnTo>
                    <a:pt x="13209" y="1780"/>
                  </a:lnTo>
                  <a:cubicBezTo>
                    <a:pt x="12106" y="1905"/>
                    <a:pt x="11053" y="2005"/>
                    <a:pt x="9976" y="2306"/>
                  </a:cubicBezTo>
                  <a:cubicBezTo>
                    <a:pt x="10251" y="1479"/>
                    <a:pt x="10452" y="777"/>
                    <a:pt x="10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7"/>
            <p:cNvSpPr/>
            <p:nvPr/>
          </p:nvSpPr>
          <p:spPr>
            <a:xfrm>
              <a:off x="1383038" y="929968"/>
              <a:ext cx="315497" cy="315497"/>
            </a:xfrm>
            <a:custGeom>
              <a:rect b="b" l="l" r="r" t="t"/>
              <a:pathLst>
                <a:path extrusionOk="0" h="14362" w="14362">
                  <a:moveTo>
                    <a:pt x="7168" y="1"/>
                  </a:moveTo>
                  <a:cubicBezTo>
                    <a:pt x="4136" y="1"/>
                    <a:pt x="1529" y="1880"/>
                    <a:pt x="502" y="4562"/>
                  </a:cubicBezTo>
                  <a:cubicBezTo>
                    <a:pt x="401" y="4813"/>
                    <a:pt x="301" y="5063"/>
                    <a:pt x="251" y="5339"/>
                  </a:cubicBezTo>
                  <a:cubicBezTo>
                    <a:pt x="76" y="5916"/>
                    <a:pt x="0" y="6542"/>
                    <a:pt x="0" y="7194"/>
                  </a:cubicBezTo>
                  <a:cubicBezTo>
                    <a:pt x="0" y="8121"/>
                    <a:pt x="176" y="9023"/>
                    <a:pt x="502" y="9825"/>
                  </a:cubicBezTo>
                  <a:cubicBezTo>
                    <a:pt x="527" y="9901"/>
                    <a:pt x="552" y="9951"/>
                    <a:pt x="577" y="10026"/>
                  </a:cubicBezTo>
                  <a:cubicBezTo>
                    <a:pt x="1680" y="12582"/>
                    <a:pt x="4211" y="14362"/>
                    <a:pt x="7168" y="14362"/>
                  </a:cubicBezTo>
                  <a:cubicBezTo>
                    <a:pt x="11153" y="14362"/>
                    <a:pt x="14361" y="11154"/>
                    <a:pt x="14361" y="7194"/>
                  </a:cubicBezTo>
                  <a:cubicBezTo>
                    <a:pt x="14361" y="5164"/>
                    <a:pt x="13534" y="3334"/>
                    <a:pt x="12181" y="2031"/>
                  </a:cubicBezTo>
                  <a:cubicBezTo>
                    <a:pt x="12156" y="2006"/>
                    <a:pt x="12106" y="1981"/>
                    <a:pt x="12081" y="1931"/>
                  </a:cubicBezTo>
                  <a:cubicBezTo>
                    <a:pt x="10928" y="878"/>
                    <a:pt x="9449" y="176"/>
                    <a:pt x="7820" y="26"/>
                  </a:cubicBezTo>
                  <a:lnTo>
                    <a:pt x="7770" y="26"/>
                  </a:lnTo>
                  <a:cubicBezTo>
                    <a:pt x="7569" y="26"/>
                    <a:pt x="7369" y="1"/>
                    <a:pt x="7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7"/>
            <p:cNvSpPr/>
            <p:nvPr/>
          </p:nvSpPr>
          <p:spPr>
            <a:xfrm>
              <a:off x="1394043" y="1107334"/>
              <a:ext cx="267059" cy="80335"/>
            </a:xfrm>
            <a:custGeom>
              <a:rect b="b" l="l" r="r" t="t"/>
              <a:pathLst>
                <a:path extrusionOk="0" h="3657" w="12157">
                  <a:moveTo>
                    <a:pt x="2583" y="1"/>
                  </a:moveTo>
                  <a:cubicBezTo>
                    <a:pt x="2069" y="1"/>
                    <a:pt x="1557" y="137"/>
                    <a:pt x="1128" y="423"/>
                  </a:cubicBezTo>
                  <a:cubicBezTo>
                    <a:pt x="627" y="749"/>
                    <a:pt x="276" y="1250"/>
                    <a:pt x="1" y="1751"/>
                  </a:cubicBezTo>
                  <a:cubicBezTo>
                    <a:pt x="26" y="1827"/>
                    <a:pt x="51" y="1877"/>
                    <a:pt x="76" y="1952"/>
                  </a:cubicBezTo>
                  <a:cubicBezTo>
                    <a:pt x="352" y="1400"/>
                    <a:pt x="702" y="874"/>
                    <a:pt x="1204" y="548"/>
                  </a:cubicBezTo>
                  <a:cubicBezTo>
                    <a:pt x="1602" y="291"/>
                    <a:pt x="2086" y="160"/>
                    <a:pt x="2581" y="160"/>
                  </a:cubicBezTo>
                  <a:cubicBezTo>
                    <a:pt x="3052" y="160"/>
                    <a:pt x="3533" y="279"/>
                    <a:pt x="3961" y="523"/>
                  </a:cubicBezTo>
                  <a:cubicBezTo>
                    <a:pt x="4763" y="949"/>
                    <a:pt x="5389" y="1751"/>
                    <a:pt x="5715" y="2754"/>
                  </a:cubicBezTo>
                  <a:lnTo>
                    <a:pt x="5765" y="2854"/>
                  </a:lnTo>
                  <a:lnTo>
                    <a:pt x="5840" y="2779"/>
                  </a:lnTo>
                  <a:cubicBezTo>
                    <a:pt x="6596" y="2128"/>
                    <a:pt x="7580" y="1759"/>
                    <a:pt x="8571" y="1759"/>
                  </a:cubicBezTo>
                  <a:cubicBezTo>
                    <a:pt x="8764" y="1759"/>
                    <a:pt x="8957" y="1773"/>
                    <a:pt x="9149" y="1801"/>
                  </a:cubicBezTo>
                  <a:cubicBezTo>
                    <a:pt x="10301" y="1952"/>
                    <a:pt x="11379" y="2654"/>
                    <a:pt x="12031" y="3656"/>
                  </a:cubicBezTo>
                  <a:lnTo>
                    <a:pt x="12156" y="3581"/>
                  </a:lnTo>
                  <a:cubicBezTo>
                    <a:pt x="11504" y="2528"/>
                    <a:pt x="10377" y="1827"/>
                    <a:pt x="9149" y="1651"/>
                  </a:cubicBezTo>
                  <a:cubicBezTo>
                    <a:pt x="8998" y="1626"/>
                    <a:pt x="8873" y="1601"/>
                    <a:pt x="8722" y="1601"/>
                  </a:cubicBezTo>
                  <a:lnTo>
                    <a:pt x="8572" y="1601"/>
                  </a:lnTo>
                  <a:cubicBezTo>
                    <a:pt x="7570" y="1601"/>
                    <a:pt x="6592" y="1952"/>
                    <a:pt x="5815" y="2578"/>
                  </a:cubicBezTo>
                  <a:cubicBezTo>
                    <a:pt x="5489" y="1601"/>
                    <a:pt x="4838" y="799"/>
                    <a:pt x="4036" y="373"/>
                  </a:cubicBezTo>
                  <a:cubicBezTo>
                    <a:pt x="3735" y="222"/>
                    <a:pt x="3409" y="97"/>
                    <a:pt x="3083" y="47"/>
                  </a:cubicBezTo>
                  <a:cubicBezTo>
                    <a:pt x="3033" y="47"/>
                    <a:pt x="2983" y="22"/>
                    <a:pt x="2933" y="22"/>
                  </a:cubicBezTo>
                  <a:cubicBezTo>
                    <a:pt x="2817" y="8"/>
                    <a:pt x="2700" y="1"/>
                    <a:pt x="2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7"/>
            <p:cNvSpPr/>
            <p:nvPr/>
          </p:nvSpPr>
          <p:spPr>
            <a:xfrm>
              <a:off x="1575736" y="971267"/>
              <a:ext cx="75986" cy="172357"/>
            </a:xfrm>
            <a:custGeom>
              <a:rect b="b" l="l" r="r" t="t"/>
              <a:pathLst>
                <a:path extrusionOk="0" h="7846" w="3459">
                  <a:moveTo>
                    <a:pt x="3384" y="0"/>
                  </a:moveTo>
                  <a:cubicBezTo>
                    <a:pt x="2732" y="401"/>
                    <a:pt x="2281" y="1128"/>
                    <a:pt x="2106" y="1980"/>
                  </a:cubicBezTo>
                  <a:cubicBezTo>
                    <a:pt x="1980" y="2657"/>
                    <a:pt x="2005" y="3384"/>
                    <a:pt x="2231" y="4261"/>
                  </a:cubicBezTo>
                  <a:cubicBezTo>
                    <a:pt x="1479" y="4411"/>
                    <a:pt x="827" y="4888"/>
                    <a:pt x="451" y="5564"/>
                  </a:cubicBezTo>
                  <a:cubicBezTo>
                    <a:pt x="50" y="6266"/>
                    <a:pt x="0" y="7118"/>
                    <a:pt x="301" y="7845"/>
                  </a:cubicBezTo>
                  <a:lnTo>
                    <a:pt x="451" y="7795"/>
                  </a:lnTo>
                  <a:cubicBezTo>
                    <a:pt x="176" y="7118"/>
                    <a:pt x="226" y="6291"/>
                    <a:pt x="577" y="5640"/>
                  </a:cubicBezTo>
                  <a:cubicBezTo>
                    <a:pt x="928" y="4988"/>
                    <a:pt x="1604" y="4512"/>
                    <a:pt x="2356" y="4386"/>
                  </a:cubicBezTo>
                  <a:lnTo>
                    <a:pt x="2431" y="4361"/>
                  </a:lnTo>
                  <a:lnTo>
                    <a:pt x="2406" y="4286"/>
                  </a:lnTo>
                  <a:cubicBezTo>
                    <a:pt x="2181" y="3434"/>
                    <a:pt x="2131" y="2682"/>
                    <a:pt x="2256" y="2005"/>
                  </a:cubicBezTo>
                  <a:cubicBezTo>
                    <a:pt x="2406" y="1203"/>
                    <a:pt x="2857" y="502"/>
                    <a:pt x="3459" y="126"/>
                  </a:cubicBezTo>
                  <a:lnTo>
                    <a:pt x="33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7"/>
            <p:cNvSpPr/>
            <p:nvPr/>
          </p:nvSpPr>
          <p:spPr>
            <a:xfrm>
              <a:off x="1458452" y="1026801"/>
              <a:ext cx="164646" cy="83235"/>
            </a:xfrm>
            <a:custGeom>
              <a:rect b="b" l="l" r="r" t="t"/>
              <a:pathLst>
                <a:path extrusionOk="0" h="3789" w="7495">
                  <a:moveTo>
                    <a:pt x="5517" y="1"/>
                  </a:moveTo>
                  <a:cubicBezTo>
                    <a:pt x="5399" y="1"/>
                    <a:pt x="5281" y="10"/>
                    <a:pt x="5164" y="29"/>
                  </a:cubicBezTo>
                  <a:cubicBezTo>
                    <a:pt x="4312" y="154"/>
                    <a:pt x="3610" y="881"/>
                    <a:pt x="3560" y="1633"/>
                  </a:cubicBezTo>
                  <a:cubicBezTo>
                    <a:pt x="3266" y="1521"/>
                    <a:pt x="2951" y="1467"/>
                    <a:pt x="2636" y="1467"/>
                  </a:cubicBezTo>
                  <a:cubicBezTo>
                    <a:pt x="2172" y="1467"/>
                    <a:pt x="1707" y="1584"/>
                    <a:pt x="1304" y="1808"/>
                  </a:cubicBezTo>
                  <a:cubicBezTo>
                    <a:pt x="602" y="2209"/>
                    <a:pt x="101" y="2961"/>
                    <a:pt x="1" y="3763"/>
                  </a:cubicBezTo>
                  <a:lnTo>
                    <a:pt x="151" y="3788"/>
                  </a:lnTo>
                  <a:cubicBezTo>
                    <a:pt x="252" y="3036"/>
                    <a:pt x="728" y="2335"/>
                    <a:pt x="1379" y="1934"/>
                  </a:cubicBezTo>
                  <a:cubicBezTo>
                    <a:pt x="1762" y="1721"/>
                    <a:pt x="2200" y="1613"/>
                    <a:pt x="2635" y="1613"/>
                  </a:cubicBezTo>
                  <a:cubicBezTo>
                    <a:pt x="2971" y="1613"/>
                    <a:pt x="3305" y="1677"/>
                    <a:pt x="3610" y="1808"/>
                  </a:cubicBezTo>
                  <a:lnTo>
                    <a:pt x="3710" y="1858"/>
                  </a:lnTo>
                  <a:lnTo>
                    <a:pt x="3710" y="1758"/>
                  </a:lnTo>
                  <a:cubicBezTo>
                    <a:pt x="3710" y="1006"/>
                    <a:pt x="4362" y="305"/>
                    <a:pt x="5189" y="179"/>
                  </a:cubicBezTo>
                  <a:cubicBezTo>
                    <a:pt x="5293" y="165"/>
                    <a:pt x="5398" y="158"/>
                    <a:pt x="5504" y="158"/>
                  </a:cubicBezTo>
                  <a:cubicBezTo>
                    <a:pt x="6142" y="158"/>
                    <a:pt x="6814" y="415"/>
                    <a:pt x="7394" y="931"/>
                  </a:cubicBezTo>
                  <a:lnTo>
                    <a:pt x="7495" y="806"/>
                  </a:lnTo>
                  <a:cubicBezTo>
                    <a:pt x="6877" y="295"/>
                    <a:pt x="6187" y="1"/>
                    <a:pt x="5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7"/>
            <p:cNvSpPr/>
            <p:nvPr/>
          </p:nvSpPr>
          <p:spPr>
            <a:xfrm>
              <a:off x="1388529" y="988138"/>
              <a:ext cx="217500" cy="59137"/>
            </a:xfrm>
            <a:custGeom>
              <a:rect b="b" l="l" r="r" t="t"/>
              <a:pathLst>
                <a:path extrusionOk="0" h="2692" w="9901">
                  <a:moveTo>
                    <a:pt x="6736" y="1"/>
                  </a:moveTo>
                  <a:cubicBezTo>
                    <a:pt x="6364" y="1"/>
                    <a:pt x="5994" y="42"/>
                    <a:pt x="5640" y="160"/>
                  </a:cubicBezTo>
                  <a:cubicBezTo>
                    <a:pt x="5615" y="160"/>
                    <a:pt x="5590" y="160"/>
                    <a:pt x="5565" y="185"/>
                  </a:cubicBezTo>
                  <a:cubicBezTo>
                    <a:pt x="4888" y="385"/>
                    <a:pt x="4287" y="786"/>
                    <a:pt x="3836" y="1363"/>
                  </a:cubicBezTo>
                  <a:cubicBezTo>
                    <a:pt x="3387" y="1047"/>
                    <a:pt x="2850" y="886"/>
                    <a:pt x="2320" y="886"/>
                  </a:cubicBezTo>
                  <a:cubicBezTo>
                    <a:pt x="2051" y="886"/>
                    <a:pt x="1783" y="927"/>
                    <a:pt x="1530" y="1012"/>
                  </a:cubicBezTo>
                  <a:cubicBezTo>
                    <a:pt x="1004" y="1162"/>
                    <a:pt x="552" y="1488"/>
                    <a:pt x="252" y="1914"/>
                  </a:cubicBezTo>
                  <a:cubicBezTo>
                    <a:pt x="151" y="2165"/>
                    <a:pt x="51" y="2415"/>
                    <a:pt x="1" y="2691"/>
                  </a:cubicBezTo>
                  <a:cubicBezTo>
                    <a:pt x="252" y="1964"/>
                    <a:pt x="853" y="1388"/>
                    <a:pt x="1555" y="1137"/>
                  </a:cubicBezTo>
                  <a:cubicBezTo>
                    <a:pt x="1788" y="1067"/>
                    <a:pt x="2030" y="1034"/>
                    <a:pt x="2273" y="1034"/>
                  </a:cubicBezTo>
                  <a:cubicBezTo>
                    <a:pt x="2815" y="1034"/>
                    <a:pt x="3361" y="1202"/>
                    <a:pt x="3811" y="1513"/>
                  </a:cubicBezTo>
                  <a:lnTo>
                    <a:pt x="3861" y="1563"/>
                  </a:lnTo>
                  <a:lnTo>
                    <a:pt x="3911" y="1513"/>
                  </a:lnTo>
                  <a:cubicBezTo>
                    <a:pt x="4567" y="654"/>
                    <a:pt x="5610" y="141"/>
                    <a:pt x="6673" y="141"/>
                  </a:cubicBezTo>
                  <a:cubicBezTo>
                    <a:pt x="6788" y="141"/>
                    <a:pt x="6903" y="147"/>
                    <a:pt x="7019" y="160"/>
                  </a:cubicBezTo>
                  <a:cubicBezTo>
                    <a:pt x="8121" y="285"/>
                    <a:pt x="9124" y="987"/>
                    <a:pt x="9675" y="1964"/>
                  </a:cubicBezTo>
                  <a:cubicBezTo>
                    <a:pt x="9700" y="2014"/>
                    <a:pt x="9725" y="2090"/>
                    <a:pt x="9750" y="2165"/>
                  </a:cubicBezTo>
                  <a:lnTo>
                    <a:pt x="9901" y="2090"/>
                  </a:lnTo>
                  <a:cubicBezTo>
                    <a:pt x="9901" y="2065"/>
                    <a:pt x="9901" y="2065"/>
                    <a:pt x="9876" y="2039"/>
                  </a:cubicBezTo>
                  <a:cubicBezTo>
                    <a:pt x="9349" y="962"/>
                    <a:pt x="8247" y="160"/>
                    <a:pt x="7044" y="9"/>
                  </a:cubicBezTo>
                  <a:cubicBezTo>
                    <a:pt x="6941" y="4"/>
                    <a:pt x="6839" y="1"/>
                    <a:pt x="67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7"/>
            <p:cNvSpPr/>
            <p:nvPr/>
          </p:nvSpPr>
          <p:spPr>
            <a:xfrm>
              <a:off x="1509109" y="930518"/>
              <a:ext cx="46286" cy="61685"/>
            </a:xfrm>
            <a:custGeom>
              <a:rect b="b" l="l" r="r" t="t"/>
              <a:pathLst>
                <a:path extrusionOk="0" h="2808" w="2107">
                  <a:moveTo>
                    <a:pt x="2081" y="1"/>
                  </a:moveTo>
                  <a:cubicBezTo>
                    <a:pt x="1479" y="51"/>
                    <a:pt x="903" y="427"/>
                    <a:pt x="527" y="1003"/>
                  </a:cubicBezTo>
                  <a:cubicBezTo>
                    <a:pt x="201" y="1479"/>
                    <a:pt x="26" y="2081"/>
                    <a:pt x="1" y="2808"/>
                  </a:cubicBezTo>
                  <a:lnTo>
                    <a:pt x="151" y="2808"/>
                  </a:lnTo>
                  <a:cubicBezTo>
                    <a:pt x="176" y="2131"/>
                    <a:pt x="352" y="1555"/>
                    <a:pt x="652" y="1078"/>
                  </a:cubicBezTo>
                  <a:cubicBezTo>
                    <a:pt x="1003" y="552"/>
                    <a:pt x="1530" y="201"/>
                    <a:pt x="2106" y="151"/>
                  </a:cubicBezTo>
                  <a:lnTo>
                    <a:pt x="208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7"/>
            <p:cNvSpPr/>
            <p:nvPr/>
          </p:nvSpPr>
          <p:spPr>
            <a:xfrm>
              <a:off x="575881" y="-152164"/>
              <a:ext cx="188305" cy="112803"/>
            </a:xfrm>
            <a:custGeom>
              <a:rect b="b" l="l" r="r" t="t"/>
              <a:pathLst>
                <a:path extrusionOk="0" h="5135" w="8572">
                  <a:moveTo>
                    <a:pt x="5835" y="0"/>
                  </a:moveTo>
                  <a:cubicBezTo>
                    <a:pt x="5023" y="0"/>
                    <a:pt x="4198" y="187"/>
                    <a:pt x="3459" y="534"/>
                  </a:cubicBezTo>
                  <a:cubicBezTo>
                    <a:pt x="1855" y="1261"/>
                    <a:pt x="802" y="2639"/>
                    <a:pt x="0" y="4218"/>
                  </a:cubicBezTo>
                  <a:cubicBezTo>
                    <a:pt x="1008" y="4815"/>
                    <a:pt x="2196" y="5134"/>
                    <a:pt x="3389" y="5134"/>
                  </a:cubicBezTo>
                  <a:cubicBezTo>
                    <a:pt x="3799" y="5134"/>
                    <a:pt x="4208" y="5097"/>
                    <a:pt x="4612" y="5020"/>
                  </a:cubicBezTo>
                  <a:cubicBezTo>
                    <a:pt x="6191" y="4694"/>
                    <a:pt x="7619" y="3792"/>
                    <a:pt x="8572" y="2514"/>
                  </a:cubicBezTo>
                  <a:cubicBezTo>
                    <a:pt x="8095" y="2438"/>
                    <a:pt x="7694" y="2313"/>
                    <a:pt x="7218" y="2188"/>
                  </a:cubicBezTo>
                  <a:cubicBezTo>
                    <a:pt x="7694" y="1762"/>
                    <a:pt x="8070" y="1311"/>
                    <a:pt x="8471" y="809"/>
                  </a:cubicBezTo>
                  <a:cubicBezTo>
                    <a:pt x="7715" y="256"/>
                    <a:pt x="6784" y="0"/>
                    <a:pt x="58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7"/>
            <p:cNvSpPr/>
            <p:nvPr/>
          </p:nvSpPr>
          <p:spPr>
            <a:xfrm>
              <a:off x="470588" y="3034590"/>
              <a:ext cx="177322" cy="126401"/>
            </a:xfrm>
            <a:custGeom>
              <a:rect b="b" l="l" r="r" t="t"/>
              <a:pathLst>
                <a:path extrusionOk="0" h="5754" w="8072">
                  <a:moveTo>
                    <a:pt x="5881" y="0"/>
                  </a:moveTo>
                  <a:cubicBezTo>
                    <a:pt x="4745" y="0"/>
                    <a:pt x="3589" y="410"/>
                    <a:pt x="2658" y="1096"/>
                  </a:cubicBezTo>
                  <a:cubicBezTo>
                    <a:pt x="1254" y="2124"/>
                    <a:pt x="477" y="3703"/>
                    <a:pt x="1" y="5382"/>
                  </a:cubicBezTo>
                  <a:cubicBezTo>
                    <a:pt x="704" y="5628"/>
                    <a:pt x="1450" y="5753"/>
                    <a:pt x="2197" y="5753"/>
                  </a:cubicBezTo>
                  <a:cubicBezTo>
                    <a:pt x="3048" y="5753"/>
                    <a:pt x="3900" y="5590"/>
                    <a:pt x="4688" y="5257"/>
                  </a:cubicBezTo>
                  <a:cubicBezTo>
                    <a:pt x="6166" y="4630"/>
                    <a:pt x="7394" y="3452"/>
                    <a:pt x="8071" y="1998"/>
                  </a:cubicBezTo>
                  <a:lnTo>
                    <a:pt x="8071" y="1998"/>
                  </a:lnTo>
                  <a:cubicBezTo>
                    <a:pt x="7923" y="2014"/>
                    <a:pt x="7781" y="2020"/>
                    <a:pt x="7640" y="2020"/>
                  </a:cubicBezTo>
                  <a:cubicBezTo>
                    <a:pt x="7326" y="2020"/>
                    <a:pt x="7021" y="1991"/>
                    <a:pt x="6693" y="1973"/>
                  </a:cubicBezTo>
                  <a:cubicBezTo>
                    <a:pt x="7069" y="1472"/>
                    <a:pt x="7344" y="921"/>
                    <a:pt x="7645" y="369"/>
                  </a:cubicBezTo>
                  <a:cubicBezTo>
                    <a:pt x="7087" y="117"/>
                    <a:pt x="6487" y="0"/>
                    <a:pt x="58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7"/>
            <p:cNvSpPr/>
            <p:nvPr/>
          </p:nvSpPr>
          <p:spPr>
            <a:xfrm>
              <a:off x="1511306" y="643007"/>
              <a:ext cx="177322" cy="126489"/>
            </a:xfrm>
            <a:custGeom>
              <a:rect b="b" l="l" r="r" t="t"/>
              <a:pathLst>
                <a:path extrusionOk="0" h="5758" w="8072">
                  <a:moveTo>
                    <a:pt x="5875" y="1"/>
                  </a:moveTo>
                  <a:cubicBezTo>
                    <a:pt x="4741" y="1"/>
                    <a:pt x="3588" y="415"/>
                    <a:pt x="2658" y="1084"/>
                  </a:cubicBezTo>
                  <a:cubicBezTo>
                    <a:pt x="1254" y="2136"/>
                    <a:pt x="477" y="3690"/>
                    <a:pt x="1" y="5394"/>
                  </a:cubicBezTo>
                  <a:cubicBezTo>
                    <a:pt x="694" y="5637"/>
                    <a:pt x="1431" y="5757"/>
                    <a:pt x="2167" y="5757"/>
                  </a:cubicBezTo>
                  <a:cubicBezTo>
                    <a:pt x="3029" y="5757"/>
                    <a:pt x="3891" y="5593"/>
                    <a:pt x="4688" y="5269"/>
                  </a:cubicBezTo>
                  <a:cubicBezTo>
                    <a:pt x="6166" y="4643"/>
                    <a:pt x="7395" y="3465"/>
                    <a:pt x="8071" y="2011"/>
                  </a:cubicBezTo>
                  <a:lnTo>
                    <a:pt x="8071" y="2011"/>
                  </a:lnTo>
                  <a:cubicBezTo>
                    <a:pt x="7976" y="2016"/>
                    <a:pt x="7883" y="2018"/>
                    <a:pt x="7791" y="2018"/>
                  </a:cubicBezTo>
                  <a:cubicBezTo>
                    <a:pt x="7423" y="2018"/>
                    <a:pt x="7074" y="1986"/>
                    <a:pt x="6693" y="1986"/>
                  </a:cubicBezTo>
                  <a:cubicBezTo>
                    <a:pt x="7069" y="1460"/>
                    <a:pt x="7344" y="933"/>
                    <a:pt x="7645" y="382"/>
                  </a:cubicBezTo>
                  <a:cubicBezTo>
                    <a:pt x="7085" y="120"/>
                    <a:pt x="6483" y="1"/>
                    <a:pt x="58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7"/>
            <p:cNvSpPr/>
            <p:nvPr/>
          </p:nvSpPr>
          <p:spPr>
            <a:xfrm>
              <a:off x="1820740" y="1314268"/>
              <a:ext cx="135452" cy="178947"/>
            </a:xfrm>
            <a:custGeom>
              <a:rect b="b" l="l" r="r" t="t"/>
              <a:pathLst>
                <a:path extrusionOk="0" h="8146" w="6166">
                  <a:moveTo>
                    <a:pt x="577" y="1"/>
                  </a:moveTo>
                  <a:lnTo>
                    <a:pt x="577" y="1"/>
                  </a:lnTo>
                  <a:cubicBezTo>
                    <a:pt x="0" y="1504"/>
                    <a:pt x="0" y="3209"/>
                    <a:pt x="602" y="4687"/>
                  </a:cubicBezTo>
                  <a:cubicBezTo>
                    <a:pt x="1178" y="6191"/>
                    <a:pt x="2331" y="7444"/>
                    <a:pt x="3760" y="8146"/>
                  </a:cubicBezTo>
                  <a:cubicBezTo>
                    <a:pt x="3735" y="7670"/>
                    <a:pt x="3785" y="7244"/>
                    <a:pt x="3835" y="6767"/>
                  </a:cubicBezTo>
                  <a:cubicBezTo>
                    <a:pt x="4311" y="7143"/>
                    <a:pt x="4862" y="7444"/>
                    <a:pt x="5389" y="7770"/>
                  </a:cubicBezTo>
                  <a:cubicBezTo>
                    <a:pt x="6166" y="6191"/>
                    <a:pt x="5815" y="4211"/>
                    <a:pt x="4812" y="2757"/>
                  </a:cubicBezTo>
                  <a:cubicBezTo>
                    <a:pt x="3810" y="1329"/>
                    <a:pt x="2256" y="52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7"/>
            <p:cNvSpPr/>
            <p:nvPr/>
          </p:nvSpPr>
          <p:spPr>
            <a:xfrm>
              <a:off x="147014" y="740016"/>
              <a:ext cx="147028" cy="157507"/>
            </a:xfrm>
            <a:custGeom>
              <a:rect b="b" l="l" r="r" t="t"/>
              <a:pathLst>
                <a:path extrusionOk="0" h="7170" w="6693">
                  <a:moveTo>
                    <a:pt x="6542" y="0"/>
                  </a:moveTo>
                  <a:cubicBezTo>
                    <a:pt x="4971" y="0"/>
                    <a:pt x="3408" y="574"/>
                    <a:pt x="2206" y="1580"/>
                  </a:cubicBezTo>
                  <a:cubicBezTo>
                    <a:pt x="1003" y="2633"/>
                    <a:pt x="201" y="4136"/>
                    <a:pt x="0" y="5715"/>
                  </a:cubicBezTo>
                  <a:cubicBezTo>
                    <a:pt x="452" y="5540"/>
                    <a:pt x="853" y="5465"/>
                    <a:pt x="1329" y="5339"/>
                  </a:cubicBezTo>
                  <a:lnTo>
                    <a:pt x="1329" y="5339"/>
                  </a:lnTo>
                  <a:cubicBezTo>
                    <a:pt x="1128" y="5916"/>
                    <a:pt x="1028" y="6517"/>
                    <a:pt x="928" y="7144"/>
                  </a:cubicBezTo>
                  <a:cubicBezTo>
                    <a:pt x="1076" y="7161"/>
                    <a:pt x="1224" y="7169"/>
                    <a:pt x="1372" y="7169"/>
                  </a:cubicBezTo>
                  <a:cubicBezTo>
                    <a:pt x="2949" y="7169"/>
                    <a:pt x="4477" y="6219"/>
                    <a:pt x="5439" y="4913"/>
                  </a:cubicBezTo>
                  <a:cubicBezTo>
                    <a:pt x="6467" y="3510"/>
                    <a:pt x="6692" y="1780"/>
                    <a:pt x="6642" y="1"/>
                  </a:cubicBezTo>
                  <a:cubicBezTo>
                    <a:pt x="6609" y="1"/>
                    <a:pt x="6575" y="0"/>
                    <a:pt x="65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7"/>
            <p:cNvSpPr/>
            <p:nvPr/>
          </p:nvSpPr>
          <p:spPr>
            <a:xfrm>
              <a:off x="1711713" y="2324972"/>
              <a:ext cx="135452" cy="178969"/>
            </a:xfrm>
            <a:custGeom>
              <a:rect b="b" l="l" r="r" t="t"/>
              <a:pathLst>
                <a:path extrusionOk="0" h="8147" w="6166">
                  <a:moveTo>
                    <a:pt x="551" y="1"/>
                  </a:moveTo>
                  <a:lnTo>
                    <a:pt x="551" y="1"/>
                  </a:lnTo>
                  <a:cubicBezTo>
                    <a:pt x="0" y="1479"/>
                    <a:pt x="0" y="3184"/>
                    <a:pt x="577" y="4687"/>
                  </a:cubicBezTo>
                  <a:cubicBezTo>
                    <a:pt x="1153" y="6166"/>
                    <a:pt x="2306" y="7444"/>
                    <a:pt x="3759" y="8146"/>
                  </a:cubicBezTo>
                  <a:cubicBezTo>
                    <a:pt x="3734" y="7670"/>
                    <a:pt x="3785" y="7244"/>
                    <a:pt x="3810" y="6768"/>
                  </a:cubicBezTo>
                  <a:cubicBezTo>
                    <a:pt x="4311" y="7144"/>
                    <a:pt x="4837" y="7444"/>
                    <a:pt x="5389" y="7745"/>
                  </a:cubicBezTo>
                  <a:cubicBezTo>
                    <a:pt x="6166" y="6166"/>
                    <a:pt x="5790" y="4211"/>
                    <a:pt x="4787" y="2758"/>
                  </a:cubicBezTo>
                  <a:cubicBezTo>
                    <a:pt x="3785" y="1329"/>
                    <a:pt x="2231" y="527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6708" name="Shape 6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09" name="Google Shape;6709;p8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6710" name="Google Shape;6710;p8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8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8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8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8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8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8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8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8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8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8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8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8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8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8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8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8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8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8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8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8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8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8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8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8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8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8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8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8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8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8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8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8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8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8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8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8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8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8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8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8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8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8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8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8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8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8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8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8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8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8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8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8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8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8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8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8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8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8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8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8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8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8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8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8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8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8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8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8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8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8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8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8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8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8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8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8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8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8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8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8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8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8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8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8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8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8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8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8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8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8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8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8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8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8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8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8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8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8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8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8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8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8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8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8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8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8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8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8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8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8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8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8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8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8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8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8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8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8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8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8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8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8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8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8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8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8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8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8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8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8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8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8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8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8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8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8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8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8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8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8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8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8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8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8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8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8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8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8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8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8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8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8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8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8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8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8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8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8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8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8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8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8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8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8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8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8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8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8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8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8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8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2" name="Google Shape;6882;p8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3" name="Google Shape;6883;p8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8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8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8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8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8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8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8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8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8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8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8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8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8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8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8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8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8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8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8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8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8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8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8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8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8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8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8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8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8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8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8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8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8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8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8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8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8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8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8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8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8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8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8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8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8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8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8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8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8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8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8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8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8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8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8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8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8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8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8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8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8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8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8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8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8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8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8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8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8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8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8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8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8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8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8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8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8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8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8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8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8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8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8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8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8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8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8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8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8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8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8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8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8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8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8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8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8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8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8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8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8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8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8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8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8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8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8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8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8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8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8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8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8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8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8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8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8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8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8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8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8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8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8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8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8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8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8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8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8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8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8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8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8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8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8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8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8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8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8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8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8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8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8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8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8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8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8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8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8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8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8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8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8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8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8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8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8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8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8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8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8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8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8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8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8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8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8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8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8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8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8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8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8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8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8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8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8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8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8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8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8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8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8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8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8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8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8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8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8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8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8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8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8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8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8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8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8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8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8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8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8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8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8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8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8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8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8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8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8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8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8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8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8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8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8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8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8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8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8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8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8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8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8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8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8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8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8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8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8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8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8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8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8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8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8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8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8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8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8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8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8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8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8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8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8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8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8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8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8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8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8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8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8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8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8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8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8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8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8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8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8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8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8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8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8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8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8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8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8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8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8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8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8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8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8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8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8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8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8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8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8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8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8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8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8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8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8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8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8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8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8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8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8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8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8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8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8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8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8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8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8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8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8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8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8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8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8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8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8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8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8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8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8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8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8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8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8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8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8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8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8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8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8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8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8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8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8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8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8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8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8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8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8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8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8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8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8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8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8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8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8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8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8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8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8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8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8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8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8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8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8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8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8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8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8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8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8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8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8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8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8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8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8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8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8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8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8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8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8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8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8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8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8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8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8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8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8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8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8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8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8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8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8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8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8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8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8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8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8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8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8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8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8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8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8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8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8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8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8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8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8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8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8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8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8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8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8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8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8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8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8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8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8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8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8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8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8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8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8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8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8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8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8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8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8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8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8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8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8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8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8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8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8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8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8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8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8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8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8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8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8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8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8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8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8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8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8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8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8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8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8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8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8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8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8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8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8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8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8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8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8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8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8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8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8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8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8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8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8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8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8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8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8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8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8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8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8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8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8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8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8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8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8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8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8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8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8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8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8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8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8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8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8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8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8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8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8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8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8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8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8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8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8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8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8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8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8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8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8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8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8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8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8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8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8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8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8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8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8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8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8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8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8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8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8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8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8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8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8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8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8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8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8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8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8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8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8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8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8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8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8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8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8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8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8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8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8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8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8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8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8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8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8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8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8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8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8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8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8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8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8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8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8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8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8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8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8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8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8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8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8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8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8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8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8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8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8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8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8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8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8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8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8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8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8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8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8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8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8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8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8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8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8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8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8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8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8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8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8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8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8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8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8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8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8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8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8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8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8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8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8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8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8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8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8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8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8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8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8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8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8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8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8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8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8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9" name="Google Shape;7509;p8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0" name="Google Shape;7510;p8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8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8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8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8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8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8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8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8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8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8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8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8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8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8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8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8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8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8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8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8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8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8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8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8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8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8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8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8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8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8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8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8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8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8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8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8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8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8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8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8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8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8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8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8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8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8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8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8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8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8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8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8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8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8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8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8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8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8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8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8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8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8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8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8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8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8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8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8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8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8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8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8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8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8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8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8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8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8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8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8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8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8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8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8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8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8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8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8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8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8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8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8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8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8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8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8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8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8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8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8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8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8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8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8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8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8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8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8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8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8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8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8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8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8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8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8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8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8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8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8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8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8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8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8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8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8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8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8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8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8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8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8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8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8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8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8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8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8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8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8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8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8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8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4" name="Google Shape;7654;p8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5" name="Google Shape;7655;p8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8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8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8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8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8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8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8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8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8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8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8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8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8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8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0" name="Google Shape;7670;p8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1" name="Google Shape;7671;p8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8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8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8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8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8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8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8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8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8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8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8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8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8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5" name="Google Shape;7685;p8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6" name="Google Shape;7686;p8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8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8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8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8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1" name="Google Shape;7691;p8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8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8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8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8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8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8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8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8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8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1" name="Google Shape;7701;p8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8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8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8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8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8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8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8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8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8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8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8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8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8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8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8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8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8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8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8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8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8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3" name="Google Shape;7723;p8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8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8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8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8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8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8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8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8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32" name="Google Shape;7732;p8"/>
          <p:cNvSpPr/>
          <p:nvPr/>
        </p:nvSpPr>
        <p:spPr>
          <a:xfrm>
            <a:off x="295775" y="1291025"/>
            <a:ext cx="8556600" cy="25647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3" name="Google Shape;7733;p8"/>
          <p:cNvSpPr txBox="1"/>
          <p:nvPr>
            <p:ph type="title"/>
          </p:nvPr>
        </p:nvSpPr>
        <p:spPr>
          <a:xfrm>
            <a:off x="2014800" y="1464900"/>
            <a:ext cx="5114400" cy="221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8000"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7734" name="Google Shape;7734;p8"/>
          <p:cNvGrpSpPr/>
          <p:nvPr/>
        </p:nvGrpSpPr>
        <p:grpSpPr>
          <a:xfrm>
            <a:off x="-32865" y="1055110"/>
            <a:ext cx="1562566" cy="3259365"/>
            <a:chOff x="4174400" y="1241475"/>
            <a:chExt cx="1638425" cy="3417600"/>
          </a:xfrm>
        </p:grpSpPr>
        <p:sp>
          <p:nvSpPr>
            <p:cNvPr id="7735" name="Google Shape;7735;p8"/>
            <p:cNvSpPr/>
            <p:nvPr/>
          </p:nvSpPr>
          <p:spPr>
            <a:xfrm>
              <a:off x="5032825" y="2093975"/>
              <a:ext cx="402525" cy="519650"/>
            </a:xfrm>
            <a:custGeom>
              <a:rect b="b" l="l" r="r" t="t"/>
              <a:pathLst>
                <a:path extrusionOk="0" h="20786" w="16101">
                  <a:moveTo>
                    <a:pt x="13781" y="1"/>
                  </a:moveTo>
                  <a:cubicBezTo>
                    <a:pt x="12871" y="1"/>
                    <a:pt x="12007" y="592"/>
                    <a:pt x="11643" y="1456"/>
                  </a:cubicBezTo>
                  <a:lnTo>
                    <a:pt x="11371" y="2138"/>
                  </a:lnTo>
                  <a:lnTo>
                    <a:pt x="1" y="2138"/>
                  </a:lnTo>
                  <a:lnTo>
                    <a:pt x="1" y="20785"/>
                  </a:lnTo>
                  <a:lnTo>
                    <a:pt x="16100" y="20785"/>
                  </a:lnTo>
                  <a:lnTo>
                    <a:pt x="16100" y="2320"/>
                  </a:lnTo>
                  <a:cubicBezTo>
                    <a:pt x="16100" y="1047"/>
                    <a:pt x="15054" y="1"/>
                    <a:pt x="13781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8"/>
            <p:cNvSpPr/>
            <p:nvPr/>
          </p:nvSpPr>
          <p:spPr>
            <a:xfrm>
              <a:off x="5032825" y="2093975"/>
              <a:ext cx="402525" cy="161475"/>
            </a:xfrm>
            <a:custGeom>
              <a:rect b="b" l="l" r="r" t="t"/>
              <a:pathLst>
                <a:path extrusionOk="0" h="6459" w="16101">
                  <a:moveTo>
                    <a:pt x="13781" y="1"/>
                  </a:moveTo>
                  <a:cubicBezTo>
                    <a:pt x="12871" y="1"/>
                    <a:pt x="12007" y="592"/>
                    <a:pt x="11643" y="1456"/>
                  </a:cubicBezTo>
                  <a:lnTo>
                    <a:pt x="11371" y="2138"/>
                  </a:lnTo>
                  <a:lnTo>
                    <a:pt x="1" y="2138"/>
                  </a:lnTo>
                  <a:lnTo>
                    <a:pt x="1" y="6459"/>
                  </a:lnTo>
                  <a:lnTo>
                    <a:pt x="16100" y="6459"/>
                  </a:lnTo>
                  <a:lnTo>
                    <a:pt x="16100" y="2320"/>
                  </a:lnTo>
                  <a:cubicBezTo>
                    <a:pt x="16100" y="1047"/>
                    <a:pt x="15054" y="1"/>
                    <a:pt x="13781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8"/>
            <p:cNvSpPr/>
            <p:nvPr/>
          </p:nvSpPr>
          <p:spPr>
            <a:xfrm>
              <a:off x="4174400" y="3103625"/>
              <a:ext cx="1638425" cy="211525"/>
            </a:xfrm>
            <a:custGeom>
              <a:rect b="b" l="l" r="r" t="t"/>
              <a:pathLst>
                <a:path extrusionOk="0" h="8461" w="65537">
                  <a:moveTo>
                    <a:pt x="0" y="1"/>
                  </a:moveTo>
                  <a:lnTo>
                    <a:pt x="0" y="8460"/>
                  </a:lnTo>
                  <a:lnTo>
                    <a:pt x="57896" y="8460"/>
                  </a:lnTo>
                  <a:cubicBezTo>
                    <a:pt x="60716" y="8460"/>
                    <a:pt x="63399" y="7505"/>
                    <a:pt x="65537" y="5731"/>
                  </a:cubicBezTo>
                  <a:lnTo>
                    <a:pt x="65082" y="5731"/>
                  </a:lnTo>
                  <a:cubicBezTo>
                    <a:pt x="62535" y="5731"/>
                    <a:pt x="60079" y="4958"/>
                    <a:pt x="58033" y="3503"/>
                  </a:cubicBezTo>
                  <a:lnTo>
                    <a:pt x="5307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8"/>
            <p:cNvSpPr/>
            <p:nvPr/>
          </p:nvSpPr>
          <p:spPr>
            <a:xfrm>
              <a:off x="4174400" y="3103625"/>
              <a:ext cx="1030150" cy="211525"/>
            </a:xfrm>
            <a:custGeom>
              <a:rect b="b" l="l" r="r" t="t"/>
              <a:pathLst>
                <a:path extrusionOk="0" h="8461" w="41206">
                  <a:moveTo>
                    <a:pt x="0" y="1"/>
                  </a:moveTo>
                  <a:lnTo>
                    <a:pt x="0" y="8460"/>
                  </a:lnTo>
                  <a:lnTo>
                    <a:pt x="41205" y="8460"/>
                  </a:lnTo>
                  <a:cubicBezTo>
                    <a:pt x="39068" y="8142"/>
                    <a:pt x="37021" y="7050"/>
                    <a:pt x="35293" y="5186"/>
                  </a:cubicBezTo>
                  <a:lnTo>
                    <a:pt x="3033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8"/>
            <p:cNvSpPr/>
            <p:nvPr/>
          </p:nvSpPr>
          <p:spPr>
            <a:xfrm>
              <a:off x="4174400" y="2350950"/>
              <a:ext cx="927800" cy="377500"/>
            </a:xfrm>
            <a:custGeom>
              <a:rect b="b" l="l" r="r" t="t"/>
              <a:pathLst>
                <a:path extrusionOk="0" h="15100" w="37112">
                  <a:moveTo>
                    <a:pt x="0" y="0"/>
                  </a:moveTo>
                  <a:lnTo>
                    <a:pt x="0" y="15100"/>
                  </a:lnTo>
                  <a:lnTo>
                    <a:pt x="36111" y="15100"/>
                  </a:lnTo>
                  <a:cubicBezTo>
                    <a:pt x="36475" y="15100"/>
                    <a:pt x="36794" y="15100"/>
                    <a:pt x="37112" y="15054"/>
                  </a:cubicBez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8"/>
            <p:cNvSpPr/>
            <p:nvPr/>
          </p:nvSpPr>
          <p:spPr>
            <a:xfrm>
              <a:off x="4174400" y="2613600"/>
              <a:ext cx="1638425" cy="329750"/>
            </a:xfrm>
            <a:custGeom>
              <a:rect b="b" l="l" r="r" t="t"/>
              <a:pathLst>
                <a:path extrusionOk="0" h="13190" w="65537">
                  <a:moveTo>
                    <a:pt x="0" y="0"/>
                  </a:moveTo>
                  <a:lnTo>
                    <a:pt x="0" y="13189"/>
                  </a:lnTo>
                  <a:lnTo>
                    <a:pt x="55713" y="13189"/>
                  </a:lnTo>
                  <a:cubicBezTo>
                    <a:pt x="59306" y="13189"/>
                    <a:pt x="62763" y="11779"/>
                    <a:pt x="65309" y="9232"/>
                  </a:cubicBezTo>
                  <a:lnTo>
                    <a:pt x="65537" y="8960"/>
                  </a:lnTo>
                  <a:cubicBezTo>
                    <a:pt x="62171" y="8960"/>
                    <a:pt x="58897" y="7686"/>
                    <a:pt x="56395" y="5412"/>
                  </a:cubicBezTo>
                  <a:lnTo>
                    <a:pt x="50437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8"/>
            <p:cNvSpPr/>
            <p:nvPr/>
          </p:nvSpPr>
          <p:spPr>
            <a:xfrm>
              <a:off x="4174400" y="2613600"/>
              <a:ext cx="946000" cy="329750"/>
            </a:xfrm>
            <a:custGeom>
              <a:rect b="b" l="l" r="r" t="t"/>
              <a:pathLst>
                <a:path extrusionOk="0" h="13190" w="37840">
                  <a:moveTo>
                    <a:pt x="0" y="0"/>
                  </a:moveTo>
                  <a:lnTo>
                    <a:pt x="0" y="13189"/>
                  </a:lnTo>
                  <a:lnTo>
                    <a:pt x="37840" y="13189"/>
                  </a:lnTo>
                  <a:cubicBezTo>
                    <a:pt x="35611" y="12416"/>
                    <a:pt x="33519" y="10733"/>
                    <a:pt x="31791" y="8277"/>
                  </a:cubicBezTo>
                  <a:lnTo>
                    <a:pt x="2601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8"/>
            <p:cNvSpPr/>
            <p:nvPr/>
          </p:nvSpPr>
          <p:spPr>
            <a:xfrm>
              <a:off x="4174400" y="2817100"/>
              <a:ext cx="1545200" cy="76225"/>
            </a:xfrm>
            <a:custGeom>
              <a:rect b="b" l="l" r="r" t="t"/>
              <a:pathLst>
                <a:path extrusionOk="0" h="3049" w="61808">
                  <a:moveTo>
                    <a:pt x="60943" y="1"/>
                  </a:moveTo>
                  <a:cubicBezTo>
                    <a:pt x="58897" y="1502"/>
                    <a:pt x="56532" y="2320"/>
                    <a:pt x="54076" y="2320"/>
                  </a:cubicBezTo>
                  <a:lnTo>
                    <a:pt x="0" y="2320"/>
                  </a:lnTo>
                  <a:lnTo>
                    <a:pt x="0" y="3048"/>
                  </a:lnTo>
                  <a:lnTo>
                    <a:pt x="54076" y="3048"/>
                  </a:lnTo>
                  <a:cubicBezTo>
                    <a:pt x="56850" y="3048"/>
                    <a:pt x="59533" y="2093"/>
                    <a:pt x="61807" y="319"/>
                  </a:cubicBezTo>
                  <a:cubicBezTo>
                    <a:pt x="61535" y="228"/>
                    <a:pt x="61262" y="137"/>
                    <a:pt x="60943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8"/>
            <p:cNvSpPr/>
            <p:nvPr/>
          </p:nvSpPr>
          <p:spPr>
            <a:xfrm>
              <a:off x="4174400" y="3315125"/>
              <a:ext cx="1331450" cy="278575"/>
            </a:xfrm>
            <a:custGeom>
              <a:rect b="b" l="l" r="r" t="t"/>
              <a:pathLst>
                <a:path extrusionOk="0" h="11143" w="53258">
                  <a:moveTo>
                    <a:pt x="0" y="0"/>
                  </a:moveTo>
                  <a:lnTo>
                    <a:pt x="0" y="11143"/>
                  </a:lnTo>
                  <a:lnTo>
                    <a:pt x="53257" y="11143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8"/>
            <p:cNvSpPr/>
            <p:nvPr/>
          </p:nvSpPr>
          <p:spPr>
            <a:xfrm>
              <a:off x="4513225" y="3607325"/>
              <a:ext cx="1197275" cy="1036975"/>
            </a:xfrm>
            <a:custGeom>
              <a:rect b="b" l="l" r="r" t="t"/>
              <a:pathLst>
                <a:path extrusionOk="0" h="41479" w="47891">
                  <a:moveTo>
                    <a:pt x="25242" y="0"/>
                  </a:moveTo>
                  <a:lnTo>
                    <a:pt x="27561" y="2002"/>
                  </a:lnTo>
                  <a:lnTo>
                    <a:pt x="29744" y="3821"/>
                  </a:lnTo>
                  <a:lnTo>
                    <a:pt x="31245" y="2047"/>
                  </a:lnTo>
                  <a:lnTo>
                    <a:pt x="32973" y="0"/>
                  </a:lnTo>
                  <a:close/>
                  <a:moveTo>
                    <a:pt x="34474" y="0"/>
                  </a:moveTo>
                  <a:lnTo>
                    <a:pt x="32427" y="2411"/>
                  </a:lnTo>
                  <a:lnTo>
                    <a:pt x="30699" y="4457"/>
                  </a:lnTo>
                  <a:lnTo>
                    <a:pt x="31700" y="5003"/>
                  </a:lnTo>
                  <a:lnTo>
                    <a:pt x="36157" y="7414"/>
                  </a:lnTo>
                  <a:lnTo>
                    <a:pt x="39158" y="6277"/>
                  </a:lnTo>
                  <a:lnTo>
                    <a:pt x="40477" y="5776"/>
                  </a:lnTo>
                  <a:lnTo>
                    <a:pt x="39249" y="0"/>
                  </a:lnTo>
                  <a:close/>
                  <a:moveTo>
                    <a:pt x="23741" y="228"/>
                  </a:moveTo>
                  <a:lnTo>
                    <a:pt x="20648" y="3275"/>
                  </a:lnTo>
                  <a:lnTo>
                    <a:pt x="20648" y="9233"/>
                  </a:lnTo>
                  <a:lnTo>
                    <a:pt x="21467" y="9324"/>
                  </a:lnTo>
                  <a:lnTo>
                    <a:pt x="24468" y="9597"/>
                  </a:lnTo>
                  <a:lnTo>
                    <a:pt x="28152" y="5549"/>
                  </a:lnTo>
                  <a:lnTo>
                    <a:pt x="28971" y="4685"/>
                  </a:lnTo>
                  <a:lnTo>
                    <a:pt x="26561" y="2593"/>
                  </a:lnTo>
                  <a:lnTo>
                    <a:pt x="23741" y="228"/>
                  </a:lnTo>
                  <a:close/>
                  <a:moveTo>
                    <a:pt x="29926" y="5367"/>
                  </a:moveTo>
                  <a:lnTo>
                    <a:pt x="29881" y="5458"/>
                  </a:lnTo>
                  <a:lnTo>
                    <a:pt x="29835" y="5413"/>
                  </a:lnTo>
                  <a:lnTo>
                    <a:pt x="29426" y="5867"/>
                  </a:lnTo>
                  <a:lnTo>
                    <a:pt x="25424" y="10233"/>
                  </a:lnTo>
                  <a:lnTo>
                    <a:pt x="27925" y="13644"/>
                  </a:lnTo>
                  <a:lnTo>
                    <a:pt x="31245" y="13008"/>
                  </a:lnTo>
                  <a:lnTo>
                    <a:pt x="34338" y="12371"/>
                  </a:lnTo>
                  <a:lnTo>
                    <a:pt x="34974" y="10052"/>
                  </a:lnTo>
                  <a:lnTo>
                    <a:pt x="35429" y="8323"/>
                  </a:lnTo>
                  <a:lnTo>
                    <a:pt x="31154" y="6004"/>
                  </a:lnTo>
                  <a:lnTo>
                    <a:pt x="29926" y="5367"/>
                  </a:lnTo>
                  <a:close/>
                  <a:moveTo>
                    <a:pt x="40705" y="6913"/>
                  </a:moveTo>
                  <a:lnTo>
                    <a:pt x="36566" y="8460"/>
                  </a:lnTo>
                  <a:lnTo>
                    <a:pt x="36020" y="10597"/>
                  </a:lnTo>
                  <a:lnTo>
                    <a:pt x="35429" y="12780"/>
                  </a:lnTo>
                  <a:lnTo>
                    <a:pt x="39431" y="18920"/>
                  </a:lnTo>
                  <a:lnTo>
                    <a:pt x="43115" y="18511"/>
                  </a:lnTo>
                  <a:lnTo>
                    <a:pt x="40705" y="6913"/>
                  </a:lnTo>
                  <a:close/>
                  <a:moveTo>
                    <a:pt x="20648" y="10370"/>
                  </a:moveTo>
                  <a:lnTo>
                    <a:pt x="20648" y="14054"/>
                  </a:lnTo>
                  <a:lnTo>
                    <a:pt x="25787" y="19511"/>
                  </a:lnTo>
                  <a:lnTo>
                    <a:pt x="26879" y="15191"/>
                  </a:lnTo>
                  <a:lnTo>
                    <a:pt x="27061" y="14418"/>
                  </a:lnTo>
                  <a:lnTo>
                    <a:pt x="24514" y="10916"/>
                  </a:lnTo>
                  <a:lnTo>
                    <a:pt x="24378" y="10734"/>
                  </a:lnTo>
                  <a:lnTo>
                    <a:pt x="20648" y="10370"/>
                  </a:lnTo>
                  <a:close/>
                  <a:moveTo>
                    <a:pt x="20648" y="15691"/>
                  </a:moveTo>
                  <a:lnTo>
                    <a:pt x="20648" y="21876"/>
                  </a:lnTo>
                  <a:lnTo>
                    <a:pt x="21558" y="25287"/>
                  </a:lnTo>
                  <a:lnTo>
                    <a:pt x="25333" y="20694"/>
                  </a:lnTo>
                  <a:lnTo>
                    <a:pt x="20648" y="15691"/>
                  </a:lnTo>
                  <a:close/>
                  <a:moveTo>
                    <a:pt x="34565" y="13508"/>
                  </a:moveTo>
                  <a:lnTo>
                    <a:pt x="31427" y="14099"/>
                  </a:lnTo>
                  <a:lnTo>
                    <a:pt x="28152" y="14781"/>
                  </a:lnTo>
                  <a:lnTo>
                    <a:pt x="27970" y="15464"/>
                  </a:lnTo>
                  <a:lnTo>
                    <a:pt x="26742" y="20466"/>
                  </a:lnTo>
                  <a:lnTo>
                    <a:pt x="33110" y="26424"/>
                  </a:lnTo>
                  <a:lnTo>
                    <a:pt x="34610" y="27789"/>
                  </a:lnTo>
                  <a:lnTo>
                    <a:pt x="38522" y="19602"/>
                  </a:lnTo>
                  <a:lnTo>
                    <a:pt x="34565" y="13508"/>
                  </a:lnTo>
                  <a:close/>
                  <a:moveTo>
                    <a:pt x="9733" y="22513"/>
                  </a:moveTo>
                  <a:lnTo>
                    <a:pt x="11143" y="29153"/>
                  </a:lnTo>
                  <a:lnTo>
                    <a:pt x="19648" y="31609"/>
                  </a:lnTo>
                  <a:lnTo>
                    <a:pt x="20830" y="31927"/>
                  </a:lnTo>
                  <a:lnTo>
                    <a:pt x="20739" y="26561"/>
                  </a:lnTo>
                  <a:lnTo>
                    <a:pt x="19602" y="22513"/>
                  </a:lnTo>
                  <a:close/>
                  <a:moveTo>
                    <a:pt x="43206" y="19648"/>
                  </a:moveTo>
                  <a:lnTo>
                    <a:pt x="39522" y="20057"/>
                  </a:lnTo>
                  <a:lnTo>
                    <a:pt x="35566" y="28516"/>
                  </a:lnTo>
                  <a:lnTo>
                    <a:pt x="38931" y="30517"/>
                  </a:lnTo>
                  <a:lnTo>
                    <a:pt x="42388" y="32564"/>
                  </a:lnTo>
                  <a:lnTo>
                    <a:pt x="44480" y="32337"/>
                  </a:lnTo>
                  <a:lnTo>
                    <a:pt x="45980" y="32200"/>
                  </a:lnTo>
                  <a:lnTo>
                    <a:pt x="43343" y="19648"/>
                  </a:lnTo>
                  <a:close/>
                  <a:moveTo>
                    <a:pt x="26151" y="21512"/>
                  </a:moveTo>
                  <a:lnTo>
                    <a:pt x="21876" y="26697"/>
                  </a:lnTo>
                  <a:lnTo>
                    <a:pt x="21876" y="27334"/>
                  </a:lnTo>
                  <a:lnTo>
                    <a:pt x="21967" y="32200"/>
                  </a:lnTo>
                  <a:lnTo>
                    <a:pt x="27516" y="33110"/>
                  </a:lnTo>
                  <a:lnTo>
                    <a:pt x="33883" y="28698"/>
                  </a:lnTo>
                  <a:lnTo>
                    <a:pt x="32109" y="27016"/>
                  </a:lnTo>
                  <a:lnTo>
                    <a:pt x="26424" y="21740"/>
                  </a:lnTo>
                  <a:lnTo>
                    <a:pt x="26424" y="21785"/>
                  </a:lnTo>
                  <a:lnTo>
                    <a:pt x="26151" y="21512"/>
                  </a:lnTo>
                  <a:close/>
                  <a:moveTo>
                    <a:pt x="0" y="22513"/>
                  </a:moveTo>
                  <a:lnTo>
                    <a:pt x="0" y="32382"/>
                  </a:lnTo>
                  <a:lnTo>
                    <a:pt x="2502" y="33883"/>
                  </a:lnTo>
                  <a:lnTo>
                    <a:pt x="4093" y="34838"/>
                  </a:lnTo>
                  <a:lnTo>
                    <a:pt x="8778" y="30517"/>
                  </a:lnTo>
                  <a:lnTo>
                    <a:pt x="10006" y="29426"/>
                  </a:lnTo>
                  <a:lnTo>
                    <a:pt x="8596" y="22513"/>
                  </a:lnTo>
                  <a:close/>
                  <a:moveTo>
                    <a:pt x="10779" y="30245"/>
                  </a:moveTo>
                  <a:lnTo>
                    <a:pt x="9597" y="31336"/>
                  </a:lnTo>
                  <a:lnTo>
                    <a:pt x="5094" y="35475"/>
                  </a:lnTo>
                  <a:lnTo>
                    <a:pt x="14008" y="40887"/>
                  </a:lnTo>
                  <a:lnTo>
                    <a:pt x="14326" y="41114"/>
                  </a:lnTo>
                  <a:lnTo>
                    <a:pt x="20466" y="33019"/>
                  </a:lnTo>
                  <a:lnTo>
                    <a:pt x="20193" y="32928"/>
                  </a:lnTo>
                  <a:lnTo>
                    <a:pt x="10779" y="30245"/>
                  </a:lnTo>
                  <a:close/>
                  <a:moveTo>
                    <a:pt x="21649" y="33337"/>
                  </a:moveTo>
                  <a:lnTo>
                    <a:pt x="21330" y="33747"/>
                  </a:lnTo>
                  <a:lnTo>
                    <a:pt x="15600" y="41296"/>
                  </a:lnTo>
                  <a:lnTo>
                    <a:pt x="28653" y="41296"/>
                  </a:lnTo>
                  <a:lnTo>
                    <a:pt x="27197" y="34201"/>
                  </a:lnTo>
                  <a:lnTo>
                    <a:pt x="22013" y="33383"/>
                  </a:lnTo>
                  <a:lnTo>
                    <a:pt x="22013" y="33474"/>
                  </a:lnTo>
                  <a:lnTo>
                    <a:pt x="21649" y="33337"/>
                  </a:lnTo>
                  <a:close/>
                  <a:moveTo>
                    <a:pt x="34747" y="29471"/>
                  </a:moveTo>
                  <a:lnTo>
                    <a:pt x="28289" y="33974"/>
                  </a:lnTo>
                  <a:lnTo>
                    <a:pt x="29835" y="41296"/>
                  </a:lnTo>
                  <a:lnTo>
                    <a:pt x="36975" y="41296"/>
                  </a:lnTo>
                  <a:lnTo>
                    <a:pt x="40614" y="34884"/>
                  </a:lnTo>
                  <a:lnTo>
                    <a:pt x="41523" y="33383"/>
                  </a:lnTo>
                  <a:lnTo>
                    <a:pt x="38294" y="31473"/>
                  </a:lnTo>
                  <a:lnTo>
                    <a:pt x="35065" y="29562"/>
                  </a:lnTo>
                  <a:lnTo>
                    <a:pt x="34974" y="29699"/>
                  </a:lnTo>
                  <a:lnTo>
                    <a:pt x="34747" y="29471"/>
                  </a:lnTo>
                  <a:close/>
                  <a:moveTo>
                    <a:pt x="46208" y="33337"/>
                  </a:moveTo>
                  <a:lnTo>
                    <a:pt x="44843" y="33474"/>
                  </a:lnTo>
                  <a:lnTo>
                    <a:pt x="42615" y="33701"/>
                  </a:lnTo>
                  <a:lnTo>
                    <a:pt x="41842" y="35065"/>
                  </a:lnTo>
                  <a:lnTo>
                    <a:pt x="38294" y="41296"/>
                  </a:lnTo>
                  <a:lnTo>
                    <a:pt x="47891" y="41296"/>
                  </a:lnTo>
                  <a:lnTo>
                    <a:pt x="46208" y="33337"/>
                  </a:lnTo>
                  <a:close/>
                  <a:moveTo>
                    <a:pt x="0" y="33701"/>
                  </a:moveTo>
                  <a:lnTo>
                    <a:pt x="0" y="41478"/>
                  </a:lnTo>
                  <a:lnTo>
                    <a:pt x="12507" y="41342"/>
                  </a:lnTo>
                  <a:lnTo>
                    <a:pt x="0" y="3370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8"/>
            <p:cNvSpPr/>
            <p:nvPr/>
          </p:nvSpPr>
          <p:spPr>
            <a:xfrm>
              <a:off x="4174400" y="2555600"/>
              <a:ext cx="134175" cy="122825"/>
            </a:xfrm>
            <a:custGeom>
              <a:rect b="b" l="l" r="r" t="t"/>
              <a:pathLst>
                <a:path extrusionOk="0" h="4913" w="5367">
                  <a:moveTo>
                    <a:pt x="0" y="1"/>
                  </a:moveTo>
                  <a:lnTo>
                    <a:pt x="0" y="728"/>
                  </a:lnTo>
                  <a:lnTo>
                    <a:pt x="819" y="728"/>
                  </a:lnTo>
                  <a:cubicBezTo>
                    <a:pt x="2775" y="728"/>
                    <a:pt x="4412" y="2229"/>
                    <a:pt x="4594" y="4139"/>
                  </a:cubicBezTo>
                  <a:lnTo>
                    <a:pt x="0" y="4139"/>
                  </a:lnTo>
                  <a:lnTo>
                    <a:pt x="0" y="4912"/>
                  </a:lnTo>
                  <a:lnTo>
                    <a:pt x="5367" y="4912"/>
                  </a:lnTo>
                  <a:lnTo>
                    <a:pt x="5367" y="4503"/>
                  </a:lnTo>
                  <a:cubicBezTo>
                    <a:pt x="5367" y="2002"/>
                    <a:pt x="3320" y="1"/>
                    <a:pt x="8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8"/>
            <p:cNvSpPr/>
            <p:nvPr/>
          </p:nvSpPr>
          <p:spPr>
            <a:xfrm>
              <a:off x="4174400" y="1756300"/>
              <a:ext cx="703825" cy="262675"/>
            </a:xfrm>
            <a:custGeom>
              <a:rect b="b" l="l" r="r" t="t"/>
              <a:pathLst>
                <a:path extrusionOk="0" h="10507" w="28153">
                  <a:moveTo>
                    <a:pt x="0" y="0"/>
                  </a:moveTo>
                  <a:lnTo>
                    <a:pt x="0" y="10506"/>
                  </a:lnTo>
                  <a:lnTo>
                    <a:pt x="28152" y="10506"/>
                  </a:lnTo>
                  <a:lnTo>
                    <a:pt x="28152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8"/>
            <p:cNvSpPr/>
            <p:nvPr/>
          </p:nvSpPr>
          <p:spPr>
            <a:xfrm>
              <a:off x="4174400" y="1756300"/>
              <a:ext cx="703825" cy="36400"/>
            </a:xfrm>
            <a:custGeom>
              <a:rect b="b" l="l" r="r" t="t"/>
              <a:pathLst>
                <a:path extrusionOk="0" h="1456" w="28153">
                  <a:moveTo>
                    <a:pt x="0" y="0"/>
                  </a:moveTo>
                  <a:lnTo>
                    <a:pt x="0" y="1456"/>
                  </a:lnTo>
                  <a:lnTo>
                    <a:pt x="28152" y="1456"/>
                  </a:lnTo>
                  <a:lnTo>
                    <a:pt x="2815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8"/>
            <p:cNvSpPr/>
            <p:nvPr/>
          </p:nvSpPr>
          <p:spPr>
            <a:xfrm>
              <a:off x="4174400" y="1241475"/>
              <a:ext cx="685625" cy="183975"/>
            </a:xfrm>
            <a:custGeom>
              <a:rect b="b" l="l" r="r" t="t"/>
              <a:pathLst>
                <a:path extrusionOk="0" h="7359" w="27425">
                  <a:moveTo>
                    <a:pt x="24027" y="1"/>
                  </a:moveTo>
                  <a:cubicBezTo>
                    <a:pt x="23337" y="1"/>
                    <a:pt x="22647" y="240"/>
                    <a:pt x="22104" y="719"/>
                  </a:cubicBezTo>
                  <a:cubicBezTo>
                    <a:pt x="21649" y="1082"/>
                    <a:pt x="21467" y="1719"/>
                    <a:pt x="21785" y="2219"/>
                  </a:cubicBezTo>
                  <a:cubicBezTo>
                    <a:pt x="22015" y="2552"/>
                    <a:pt x="22375" y="2726"/>
                    <a:pt x="22734" y="2726"/>
                  </a:cubicBezTo>
                  <a:cubicBezTo>
                    <a:pt x="23014" y="2726"/>
                    <a:pt x="23294" y="2620"/>
                    <a:pt x="23513" y="2401"/>
                  </a:cubicBezTo>
                  <a:lnTo>
                    <a:pt x="23650" y="2265"/>
                  </a:lnTo>
                  <a:lnTo>
                    <a:pt x="23650" y="3902"/>
                  </a:lnTo>
                  <a:lnTo>
                    <a:pt x="23013" y="3902"/>
                  </a:lnTo>
                  <a:cubicBezTo>
                    <a:pt x="22149" y="3902"/>
                    <a:pt x="21467" y="4630"/>
                    <a:pt x="21467" y="5448"/>
                  </a:cubicBezTo>
                  <a:lnTo>
                    <a:pt x="0" y="5448"/>
                  </a:lnTo>
                  <a:lnTo>
                    <a:pt x="0" y="7359"/>
                  </a:lnTo>
                  <a:lnTo>
                    <a:pt x="23331" y="7359"/>
                  </a:lnTo>
                  <a:cubicBezTo>
                    <a:pt x="23968" y="7359"/>
                    <a:pt x="24514" y="7086"/>
                    <a:pt x="24969" y="6676"/>
                  </a:cubicBezTo>
                  <a:lnTo>
                    <a:pt x="26242" y="5403"/>
                  </a:lnTo>
                  <a:cubicBezTo>
                    <a:pt x="27425" y="4175"/>
                    <a:pt x="27425" y="2219"/>
                    <a:pt x="26242" y="991"/>
                  </a:cubicBezTo>
                  <a:lnTo>
                    <a:pt x="26106" y="855"/>
                  </a:lnTo>
                  <a:cubicBezTo>
                    <a:pt x="25536" y="286"/>
                    <a:pt x="24781" y="1"/>
                    <a:pt x="24027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8"/>
            <p:cNvSpPr/>
            <p:nvPr/>
          </p:nvSpPr>
          <p:spPr>
            <a:xfrm>
              <a:off x="4174400" y="1425425"/>
              <a:ext cx="822075" cy="330900"/>
            </a:xfrm>
            <a:custGeom>
              <a:rect b="b" l="l" r="r" t="t"/>
              <a:pathLst>
                <a:path extrusionOk="0" h="13236" w="32883">
                  <a:moveTo>
                    <a:pt x="0" y="1"/>
                  </a:moveTo>
                  <a:lnTo>
                    <a:pt x="0" y="13235"/>
                  </a:lnTo>
                  <a:lnTo>
                    <a:pt x="28152" y="13235"/>
                  </a:lnTo>
                  <a:cubicBezTo>
                    <a:pt x="28152" y="13235"/>
                    <a:pt x="31290" y="12462"/>
                    <a:pt x="32246" y="11189"/>
                  </a:cubicBezTo>
                  <a:lnTo>
                    <a:pt x="32882" y="10325"/>
                  </a:lnTo>
                  <a:cubicBezTo>
                    <a:pt x="29835" y="9460"/>
                    <a:pt x="27243" y="7459"/>
                    <a:pt x="25651" y="4685"/>
                  </a:cubicBezTo>
                  <a:lnTo>
                    <a:pt x="2296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8"/>
            <p:cNvSpPr/>
            <p:nvPr/>
          </p:nvSpPr>
          <p:spPr>
            <a:xfrm>
              <a:off x="4174400" y="1424300"/>
              <a:ext cx="510525" cy="332025"/>
            </a:xfrm>
            <a:custGeom>
              <a:rect b="b" l="l" r="r" t="t"/>
              <a:pathLst>
                <a:path extrusionOk="0" h="13281" w="20421">
                  <a:moveTo>
                    <a:pt x="0" y="0"/>
                  </a:moveTo>
                  <a:lnTo>
                    <a:pt x="0" y="13280"/>
                  </a:lnTo>
                  <a:lnTo>
                    <a:pt x="20421" y="13280"/>
                  </a:lnTo>
                  <a:cubicBezTo>
                    <a:pt x="17965" y="11779"/>
                    <a:pt x="15964" y="9505"/>
                    <a:pt x="14599" y="6595"/>
                  </a:cubicBezTo>
                  <a:lnTo>
                    <a:pt x="11416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8"/>
            <p:cNvSpPr/>
            <p:nvPr/>
          </p:nvSpPr>
          <p:spPr>
            <a:xfrm>
              <a:off x="4174400" y="2350950"/>
              <a:ext cx="927800" cy="36400"/>
            </a:xfrm>
            <a:custGeom>
              <a:rect b="b" l="l" r="r" t="t"/>
              <a:pathLst>
                <a:path extrusionOk="0" h="1456" w="37112">
                  <a:moveTo>
                    <a:pt x="0" y="0"/>
                  </a:moveTo>
                  <a:lnTo>
                    <a:pt x="0" y="1456"/>
                  </a:lnTo>
                  <a:lnTo>
                    <a:pt x="36111" y="1456"/>
                  </a:lnTo>
                  <a:cubicBezTo>
                    <a:pt x="36475" y="1456"/>
                    <a:pt x="36794" y="1410"/>
                    <a:pt x="37112" y="1410"/>
                  </a:cubicBez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8"/>
            <p:cNvSpPr/>
            <p:nvPr/>
          </p:nvSpPr>
          <p:spPr>
            <a:xfrm>
              <a:off x="417440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0" y="0"/>
                  </a:moveTo>
                  <a:lnTo>
                    <a:pt x="0" y="13280"/>
                  </a:lnTo>
                  <a:lnTo>
                    <a:pt x="36111" y="13280"/>
                  </a:lnTo>
                  <a:cubicBezTo>
                    <a:pt x="39477" y="13280"/>
                    <a:pt x="42660" y="11870"/>
                    <a:pt x="44934" y="9460"/>
                  </a:cubicBezTo>
                  <a:cubicBezTo>
                    <a:pt x="41069" y="9142"/>
                    <a:pt x="37339" y="7641"/>
                    <a:pt x="34338" y="5139"/>
                  </a:cubicBezTo>
                  <a:lnTo>
                    <a:pt x="2815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8"/>
            <p:cNvSpPr/>
            <p:nvPr/>
          </p:nvSpPr>
          <p:spPr>
            <a:xfrm>
              <a:off x="4174400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0" y="0"/>
                  </a:moveTo>
                  <a:lnTo>
                    <a:pt x="0" y="13280"/>
                  </a:lnTo>
                  <a:lnTo>
                    <a:pt x="29790" y="13280"/>
                  </a:lnTo>
                  <a:cubicBezTo>
                    <a:pt x="27743" y="12325"/>
                    <a:pt x="25833" y="10370"/>
                    <a:pt x="24196" y="7550"/>
                  </a:cubicBezTo>
                  <a:lnTo>
                    <a:pt x="1983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8"/>
            <p:cNvSpPr/>
            <p:nvPr/>
          </p:nvSpPr>
          <p:spPr>
            <a:xfrm>
              <a:off x="41744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9" y="8960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8"/>
            <p:cNvSpPr/>
            <p:nvPr/>
          </p:nvSpPr>
          <p:spPr>
            <a:xfrm>
              <a:off x="4174400" y="2018950"/>
              <a:ext cx="885750" cy="485525"/>
            </a:xfrm>
            <a:custGeom>
              <a:rect b="b" l="l" r="r" t="t"/>
              <a:pathLst>
                <a:path extrusionOk="0" h="19421" w="35430">
                  <a:moveTo>
                    <a:pt x="0" y="0"/>
                  </a:moveTo>
                  <a:lnTo>
                    <a:pt x="0" y="19420"/>
                  </a:lnTo>
                  <a:lnTo>
                    <a:pt x="31109" y="19420"/>
                  </a:lnTo>
                  <a:cubicBezTo>
                    <a:pt x="32518" y="19420"/>
                    <a:pt x="33883" y="18874"/>
                    <a:pt x="34883" y="17874"/>
                  </a:cubicBezTo>
                  <a:lnTo>
                    <a:pt x="35429" y="17373"/>
                  </a:lnTo>
                  <a:cubicBezTo>
                    <a:pt x="32336" y="17010"/>
                    <a:pt x="29380" y="16100"/>
                    <a:pt x="26697" y="1459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8"/>
            <p:cNvSpPr/>
            <p:nvPr/>
          </p:nvSpPr>
          <p:spPr>
            <a:xfrm>
              <a:off x="41744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9" y="1228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8"/>
            <p:cNvSpPr/>
            <p:nvPr/>
          </p:nvSpPr>
          <p:spPr>
            <a:xfrm>
              <a:off x="417440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0" y="0"/>
                  </a:moveTo>
                  <a:lnTo>
                    <a:pt x="0" y="8323"/>
                  </a:lnTo>
                  <a:lnTo>
                    <a:pt x="15191" y="8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8"/>
            <p:cNvSpPr/>
            <p:nvPr/>
          </p:nvSpPr>
          <p:spPr>
            <a:xfrm>
              <a:off x="417440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0" y="0"/>
                  </a:moveTo>
                  <a:lnTo>
                    <a:pt x="0" y="13280"/>
                  </a:lnTo>
                  <a:lnTo>
                    <a:pt x="36111" y="13280"/>
                  </a:lnTo>
                  <a:cubicBezTo>
                    <a:pt x="39477" y="13280"/>
                    <a:pt x="42660" y="11870"/>
                    <a:pt x="44934" y="9460"/>
                  </a:cubicBezTo>
                  <a:cubicBezTo>
                    <a:pt x="41069" y="9142"/>
                    <a:pt x="37339" y="7641"/>
                    <a:pt x="34338" y="5139"/>
                  </a:cubicBezTo>
                  <a:lnTo>
                    <a:pt x="2815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8"/>
            <p:cNvSpPr/>
            <p:nvPr/>
          </p:nvSpPr>
          <p:spPr>
            <a:xfrm>
              <a:off x="4174400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0" y="0"/>
                  </a:moveTo>
                  <a:lnTo>
                    <a:pt x="0" y="13280"/>
                  </a:lnTo>
                  <a:lnTo>
                    <a:pt x="29790" y="13280"/>
                  </a:lnTo>
                  <a:cubicBezTo>
                    <a:pt x="27743" y="12325"/>
                    <a:pt x="25833" y="10370"/>
                    <a:pt x="24196" y="7550"/>
                  </a:cubicBezTo>
                  <a:lnTo>
                    <a:pt x="1983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8"/>
            <p:cNvSpPr/>
            <p:nvPr/>
          </p:nvSpPr>
          <p:spPr>
            <a:xfrm>
              <a:off x="41744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9" y="8960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8"/>
            <p:cNvSpPr/>
            <p:nvPr/>
          </p:nvSpPr>
          <p:spPr>
            <a:xfrm>
              <a:off x="4174400" y="2018950"/>
              <a:ext cx="885750" cy="485525"/>
            </a:xfrm>
            <a:custGeom>
              <a:rect b="b" l="l" r="r" t="t"/>
              <a:pathLst>
                <a:path extrusionOk="0" h="19421" w="35430">
                  <a:moveTo>
                    <a:pt x="0" y="0"/>
                  </a:moveTo>
                  <a:lnTo>
                    <a:pt x="0" y="19420"/>
                  </a:lnTo>
                  <a:lnTo>
                    <a:pt x="31109" y="19420"/>
                  </a:lnTo>
                  <a:cubicBezTo>
                    <a:pt x="32518" y="19420"/>
                    <a:pt x="33883" y="18874"/>
                    <a:pt x="34883" y="17874"/>
                  </a:cubicBezTo>
                  <a:lnTo>
                    <a:pt x="35429" y="17373"/>
                  </a:lnTo>
                  <a:cubicBezTo>
                    <a:pt x="32336" y="17010"/>
                    <a:pt x="29380" y="16100"/>
                    <a:pt x="26697" y="1459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8"/>
            <p:cNvSpPr/>
            <p:nvPr/>
          </p:nvSpPr>
          <p:spPr>
            <a:xfrm>
              <a:off x="41744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9" y="1228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8"/>
            <p:cNvSpPr/>
            <p:nvPr/>
          </p:nvSpPr>
          <p:spPr>
            <a:xfrm>
              <a:off x="417440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0" y="0"/>
                  </a:moveTo>
                  <a:lnTo>
                    <a:pt x="0" y="8323"/>
                  </a:lnTo>
                  <a:lnTo>
                    <a:pt x="15191" y="8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8"/>
            <p:cNvSpPr/>
            <p:nvPr/>
          </p:nvSpPr>
          <p:spPr>
            <a:xfrm>
              <a:off x="4174400" y="3590275"/>
              <a:ext cx="948275" cy="93250"/>
            </a:xfrm>
            <a:custGeom>
              <a:rect b="b" l="l" r="r" t="t"/>
              <a:pathLst>
                <a:path extrusionOk="0" h="3730" w="37931">
                  <a:moveTo>
                    <a:pt x="0" y="0"/>
                  </a:moveTo>
                  <a:lnTo>
                    <a:pt x="0" y="3730"/>
                  </a:lnTo>
                  <a:lnTo>
                    <a:pt x="37931" y="3730"/>
                  </a:lnTo>
                  <a:lnTo>
                    <a:pt x="37931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8"/>
            <p:cNvSpPr/>
            <p:nvPr/>
          </p:nvSpPr>
          <p:spPr>
            <a:xfrm>
              <a:off x="4174400" y="2943325"/>
              <a:ext cx="1326900" cy="160325"/>
            </a:xfrm>
            <a:custGeom>
              <a:rect b="b" l="l" r="r" t="t"/>
              <a:pathLst>
                <a:path extrusionOk="0" h="6413" w="53076">
                  <a:moveTo>
                    <a:pt x="0" y="0"/>
                  </a:moveTo>
                  <a:lnTo>
                    <a:pt x="0" y="6413"/>
                  </a:lnTo>
                  <a:lnTo>
                    <a:pt x="53075" y="6413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8"/>
            <p:cNvSpPr/>
            <p:nvPr/>
          </p:nvSpPr>
          <p:spPr>
            <a:xfrm>
              <a:off x="4174400" y="2943325"/>
              <a:ext cx="1326900" cy="34125"/>
            </a:xfrm>
            <a:custGeom>
              <a:rect b="b" l="l" r="r" t="t"/>
              <a:pathLst>
                <a:path extrusionOk="0" h="1365" w="53076">
                  <a:moveTo>
                    <a:pt x="0" y="0"/>
                  </a:moveTo>
                  <a:lnTo>
                    <a:pt x="0" y="1365"/>
                  </a:lnTo>
                  <a:lnTo>
                    <a:pt x="53075" y="1365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8"/>
            <p:cNvSpPr/>
            <p:nvPr/>
          </p:nvSpPr>
          <p:spPr>
            <a:xfrm>
              <a:off x="4174400" y="3315125"/>
              <a:ext cx="1331450" cy="33000"/>
            </a:xfrm>
            <a:custGeom>
              <a:rect b="b" l="l" r="r" t="t"/>
              <a:pathLst>
                <a:path extrusionOk="0" h="1320" w="53258">
                  <a:moveTo>
                    <a:pt x="0" y="0"/>
                  </a:moveTo>
                  <a:lnTo>
                    <a:pt x="0" y="1319"/>
                  </a:lnTo>
                  <a:lnTo>
                    <a:pt x="53257" y="1319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8"/>
            <p:cNvSpPr/>
            <p:nvPr/>
          </p:nvSpPr>
          <p:spPr>
            <a:xfrm>
              <a:off x="4174400" y="3224150"/>
              <a:ext cx="1534975" cy="43225"/>
            </a:xfrm>
            <a:custGeom>
              <a:rect b="b" l="l" r="r" t="t"/>
              <a:pathLst>
                <a:path extrusionOk="0" h="1729" w="61399">
                  <a:moveTo>
                    <a:pt x="60443" y="1"/>
                  </a:moveTo>
                  <a:cubicBezTo>
                    <a:pt x="59261" y="637"/>
                    <a:pt x="57987" y="956"/>
                    <a:pt x="56714" y="956"/>
                  </a:cubicBezTo>
                  <a:lnTo>
                    <a:pt x="0" y="956"/>
                  </a:lnTo>
                  <a:lnTo>
                    <a:pt x="0" y="1729"/>
                  </a:lnTo>
                  <a:lnTo>
                    <a:pt x="56714" y="1729"/>
                  </a:lnTo>
                  <a:cubicBezTo>
                    <a:pt x="58351" y="1729"/>
                    <a:pt x="59897" y="1274"/>
                    <a:pt x="61398" y="365"/>
                  </a:cubicBezTo>
                  <a:cubicBezTo>
                    <a:pt x="61080" y="228"/>
                    <a:pt x="60761" y="137"/>
                    <a:pt x="60443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8"/>
            <p:cNvSpPr/>
            <p:nvPr/>
          </p:nvSpPr>
          <p:spPr>
            <a:xfrm>
              <a:off x="4174400" y="2564700"/>
              <a:ext cx="125100" cy="103500"/>
            </a:xfrm>
            <a:custGeom>
              <a:rect b="b" l="l" r="r" t="t"/>
              <a:pathLst>
                <a:path extrusionOk="0" h="4140" w="5004">
                  <a:moveTo>
                    <a:pt x="0" y="0"/>
                  </a:moveTo>
                  <a:lnTo>
                    <a:pt x="0" y="4139"/>
                  </a:lnTo>
                  <a:lnTo>
                    <a:pt x="5003" y="4139"/>
                  </a:lnTo>
                  <a:cubicBezTo>
                    <a:pt x="5003" y="1865"/>
                    <a:pt x="3138" y="0"/>
                    <a:pt x="819" y="0"/>
                  </a:cubicBez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8"/>
            <p:cNvSpPr/>
            <p:nvPr/>
          </p:nvSpPr>
          <p:spPr>
            <a:xfrm>
              <a:off x="4651925" y="2564700"/>
              <a:ext cx="104625" cy="103500"/>
            </a:xfrm>
            <a:custGeom>
              <a:rect b="b" l="l" r="r" t="t"/>
              <a:pathLst>
                <a:path extrusionOk="0" h="4140" w="4185">
                  <a:moveTo>
                    <a:pt x="1" y="0"/>
                  </a:moveTo>
                  <a:lnTo>
                    <a:pt x="1" y="4139"/>
                  </a:lnTo>
                  <a:lnTo>
                    <a:pt x="4185" y="4139"/>
                  </a:lnTo>
                  <a:lnTo>
                    <a:pt x="4185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8"/>
            <p:cNvSpPr/>
            <p:nvPr/>
          </p:nvSpPr>
          <p:spPr>
            <a:xfrm>
              <a:off x="4174400" y="1848400"/>
              <a:ext cx="93250" cy="78475"/>
            </a:xfrm>
            <a:custGeom>
              <a:rect b="b" l="l" r="r" t="t"/>
              <a:pathLst>
                <a:path extrusionOk="0" h="3139" w="3730">
                  <a:moveTo>
                    <a:pt x="0" y="0"/>
                  </a:moveTo>
                  <a:lnTo>
                    <a:pt x="0" y="3138"/>
                  </a:lnTo>
                  <a:lnTo>
                    <a:pt x="3730" y="3138"/>
                  </a:lnTo>
                  <a:cubicBezTo>
                    <a:pt x="3730" y="1410"/>
                    <a:pt x="2365" y="0"/>
                    <a:pt x="637" y="0"/>
                  </a:cubicBez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8"/>
            <p:cNvSpPr/>
            <p:nvPr/>
          </p:nvSpPr>
          <p:spPr>
            <a:xfrm>
              <a:off x="4531400" y="1848400"/>
              <a:ext cx="77350" cy="78475"/>
            </a:xfrm>
            <a:custGeom>
              <a:rect b="b" l="l" r="r" t="t"/>
              <a:pathLst>
                <a:path extrusionOk="0" h="3139" w="3094">
                  <a:moveTo>
                    <a:pt x="1" y="0"/>
                  </a:moveTo>
                  <a:lnTo>
                    <a:pt x="1" y="3138"/>
                  </a:lnTo>
                  <a:lnTo>
                    <a:pt x="3094" y="3138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8"/>
            <p:cNvSpPr/>
            <p:nvPr/>
          </p:nvSpPr>
          <p:spPr>
            <a:xfrm>
              <a:off x="4174400" y="4155350"/>
              <a:ext cx="353625" cy="503725"/>
            </a:xfrm>
            <a:custGeom>
              <a:rect b="b" l="l" r="r" t="t"/>
              <a:pathLst>
                <a:path extrusionOk="0" h="20149" w="14145">
                  <a:moveTo>
                    <a:pt x="0" y="1"/>
                  </a:moveTo>
                  <a:lnTo>
                    <a:pt x="0" y="20148"/>
                  </a:lnTo>
                  <a:lnTo>
                    <a:pt x="14145" y="20148"/>
                  </a:lnTo>
                  <a:lnTo>
                    <a:pt x="14145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8"/>
            <p:cNvSpPr/>
            <p:nvPr/>
          </p:nvSpPr>
          <p:spPr>
            <a:xfrm>
              <a:off x="4174400" y="4283825"/>
              <a:ext cx="145550" cy="375250"/>
            </a:xfrm>
            <a:custGeom>
              <a:rect b="b" l="l" r="r" t="t"/>
              <a:pathLst>
                <a:path extrusionOk="0" h="15010" w="5822">
                  <a:moveTo>
                    <a:pt x="0" y="1"/>
                  </a:moveTo>
                  <a:lnTo>
                    <a:pt x="0" y="15009"/>
                  </a:lnTo>
                  <a:lnTo>
                    <a:pt x="5822" y="15009"/>
                  </a:lnTo>
                  <a:lnTo>
                    <a:pt x="5822" y="1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8"/>
            <p:cNvSpPr/>
            <p:nvPr/>
          </p:nvSpPr>
          <p:spPr>
            <a:xfrm>
              <a:off x="4174400" y="2993350"/>
              <a:ext cx="1092675" cy="600350"/>
            </a:xfrm>
            <a:custGeom>
              <a:rect b="b" l="l" r="r" t="t"/>
              <a:pathLst>
                <a:path extrusionOk="0" h="24014" w="43707">
                  <a:moveTo>
                    <a:pt x="0" y="0"/>
                  </a:moveTo>
                  <a:lnTo>
                    <a:pt x="0" y="24014"/>
                  </a:lnTo>
                  <a:lnTo>
                    <a:pt x="38431" y="24014"/>
                  </a:lnTo>
                  <a:cubicBezTo>
                    <a:pt x="40159" y="24014"/>
                    <a:pt x="41842" y="23332"/>
                    <a:pt x="43070" y="22058"/>
                  </a:cubicBezTo>
                  <a:lnTo>
                    <a:pt x="43706" y="21421"/>
                  </a:lnTo>
                  <a:cubicBezTo>
                    <a:pt x="39932" y="21012"/>
                    <a:pt x="36293" y="19875"/>
                    <a:pt x="32928" y="1805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8"/>
            <p:cNvSpPr/>
            <p:nvPr/>
          </p:nvSpPr>
          <p:spPr>
            <a:xfrm>
              <a:off x="4174400" y="3100225"/>
              <a:ext cx="554875" cy="303600"/>
            </a:xfrm>
            <a:custGeom>
              <a:rect b="b" l="l" r="r" t="t"/>
              <a:pathLst>
                <a:path extrusionOk="0" h="12144" w="22195">
                  <a:moveTo>
                    <a:pt x="0" y="0"/>
                  </a:moveTo>
                  <a:lnTo>
                    <a:pt x="0" y="12144"/>
                  </a:lnTo>
                  <a:lnTo>
                    <a:pt x="22194" y="12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8"/>
            <p:cNvSpPr/>
            <p:nvPr/>
          </p:nvSpPr>
          <p:spPr>
            <a:xfrm>
              <a:off x="4174400" y="3683500"/>
              <a:ext cx="859600" cy="482125"/>
            </a:xfrm>
            <a:custGeom>
              <a:rect b="b" l="l" r="r" t="t"/>
              <a:pathLst>
                <a:path extrusionOk="0" h="19285" w="34384">
                  <a:moveTo>
                    <a:pt x="0" y="1"/>
                  </a:moveTo>
                  <a:lnTo>
                    <a:pt x="0" y="19284"/>
                  </a:lnTo>
                  <a:lnTo>
                    <a:pt x="34383" y="19284"/>
                  </a:lnTo>
                  <a:lnTo>
                    <a:pt x="34383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8"/>
            <p:cNvSpPr/>
            <p:nvPr/>
          </p:nvSpPr>
          <p:spPr>
            <a:xfrm>
              <a:off x="4174400" y="4165600"/>
              <a:ext cx="866400" cy="44350"/>
            </a:xfrm>
            <a:custGeom>
              <a:rect b="b" l="l" r="r" t="t"/>
              <a:pathLst>
                <a:path extrusionOk="0" h="1774" w="34656">
                  <a:moveTo>
                    <a:pt x="0" y="0"/>
                  </a:moveTo>
                  <a:lnTo>
                    <a:pt x="0" y="1774"/>
                  </a:lnTo>
                  <a:lnTo>
                    <a:pt x="34656" y="1774"/>
                  </a:lnTo>
                  <a:lnTo>
                    <a:pt x="346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8"/>
            <p:cNvSpPr/>
            <p:nvPr/>
          </p:nvSpPr>
          <p:spPr>
            <a:xfrm>
              <a:off x="4174400" y="3872250"/>
              <a:ext cx="125100" cy="104625"/>
            </a:xfrm>
            <a:custGeom>
              <a:rect b="b" l="l" r="r" t="t"/>
              <a:pathLst>
                <a:path extrusionOk="0" h="4185" w="5004">
                  <a:moveTo>
                    <a:pt x="0" y="0"/>
                  </a:moveTo>
                  <a:lnTo>
                    <a:pt x="0" y="4184"/>
                  </a:lnTo>
                  <a:lnTo>
                    <a:pt x="5003" y="4184"/>
                  </a:lnTo>
                  <a:cubicBezTo>
                    <a:pt x="5003" y="1865"/>
                    <a:pt x="3138" y="0"/>
                    <a:pt x="819" y="0"/>
                  </a:cubicBez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8"/>
            <p:cNvSpPr/>
            <p:nvPr/>
          </p:nvSpPr>
          <p:spPr>
            <a:xfrm>
              <a:off x="4651925" y="3872250"/>
              <a:ext cx="104625" cy="104625"/>
            </a:xfrm>
            <a:custGeom>
              <a:rect b="b" l="l" r="r" t="t"/>
              <a:pathLst>
                <a:path extrusionOk="0" h="4185" w="4185">
                  <a:moveTo>
                    <a:pt x="1" y="0"/>
                  </a:moveTo>
                  <a:lnTo>
                    <a:pt x="1" y="4184"/>
                  </a:lnTo>
                  <a:lnTo>
                    <a:pt x="4185" y="4184"/>
                  </a:lnTo>
                  <a:lnTo>
                    <a:pt x="4185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8"/>
            <p:cNvSpPr/>
            <p:nvPr/>
          </p:nvSpPr>
          <p:spPr>
            <a:xfrm>
              <a:off x="4174400" y="4595375"/>
              <a:ext cx="1135875" cy="63700"/>
            </a:xfrm>
            <a:custGeom>
              <a:rect b="b" l="l" r="r" t="t"/>
              <a:pathLst>
                <a:path extrusionOk="0" h="2548" w="45435">
                  <a:moveTo>
                    <a:pt x="0" y="0"/>
                  </a:moveTo>
                  <a:lnTo>
                    <a:pt x="0" y="2547"/>
                  </a:lnTo>
                  <a:lnTo>
                    <a:pt x="45435" y="2547"/>
                  </a:lnTo>
                  <a:lnTo>
                    <a:pt x="4543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82" name="Google Shape;7782;p8"/>
          <p:cNvGrpSpPr/>
          <p:nvPr/>
        </p:nvGrpSpPr>
        <p:grpSpPr>
          <a:xfrm>
            <a:off x="7581422" y="1055158"/>
            <a:ext cx="1562566" cy="3259317"/>
            <a:chOff x="1565000" y="1241525"/>
            <a:chExt cx="1638425" cy="3417550"/>
          </a:xfrm>
        </p:grpSpPr>
        <p:sp>
          <p:nvSpPr>
            <p:cNvPr id="7783" name="Google Shape;7783;p8"/>
            <p:cNvSpPr/>
            <p:nvPr/>
          </p:nvSpPr>
          <p:spPr>
            <a:xfrm>
              <a:off x="1942475" y="2093975"/>
              <a:ext cx="403650" cy="519650"/>
            </a:xfrm>
            <a:custGeom>
              <a:rect b="b" l="l" r="r" t="t"/>
              <a:pathLst>
                <a:path extrusionOk="0" h="20786" w="16146">
                  <a:moveTo>
                    <a:pt x="2320" y="1"/>
                  </a:moveTo>
                  <a:cubicBezTo>
                    <a:pt x="1046" y="1"/>
                    <a:pt x="0" y="1047"/>
                    <a:pt x="0" y="2320"/>
                  </a:cubicBezTo>
                  <a:lnTo>
                    <a:pt x="0" y="20785"/>
                  </a:lnTo>
                  <a:lnTo>
                    <a:pt x="16146" y="20785"/>
                  </a:lnTo>
                  <a:lnTo>
                    <a:pt x="16146" y="2138"/>
                  </a:lnTo>
                  <a:lnTo>
                    <a:pt x="4730" y="2138"/>
                  </a:lnTo>
                  <a:lnTo>
                    <a:pt x="4457" y="1456"/>
                  </a:lnTo>
                  <a:cubicBezTo>
                    <a:pt x="4094" y="592"/>
                    <a:pt x="3275" y="1"/>
                    <a:pt x="2320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8"/>
            <p:cNvSpPr/>
            <p:nvPr/>
          </p:nvSpPr>
          <p:spPr>
            <a:xfrm>
              <a:off x="1942475" y="2093975"/>
              <a:ext cx="403650" cy="161475"/>
            </a:xfrm>
            <a:custGeom>
              <a:rect b="b" l="l" r="r" t="t"/>
              <a:pathLst>
                <a:path extrusionOk="0" h="6459" w="16146">
                  <a:moveTo>
                    <a:pt x="2320" y="1"/>
                  </a:moveTo>
                  <a:cubicBezTo>
                    <a:pt x="1046" y="1"/>
                    <a:pt x="0" y="1047"/>
                    <a:pt x="0" y="2320"/>
                  </a:cubicBezTo>
                  <a:lnTo>
                    <a:pt x="0" y="6459"/>
                  </a:lnTo>
                  <a:lnTo>
                    <a:pt x="16146" y="6459"/>
                  </a:lnTo>
                  <a:lnTo>
                    <a:pt x="16146" y="2138"/>
                  </a:lnTo>
                  <a:lnTo>
                    <a:pt x="4730" y="2138"/>
                  </a:lnTo>
                  <a:lnTo>
                    <a:pt x="4457" y="1456"/>
                  </a:lnTo>
                  <a:cubicBezTo>
                    <a:pt x="4094" y="592"/>
                    <a:pt x="3275" y="1"/>
                    <a:pt x="232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8"/>
            <p:cNvSpPr/>
            <p:nvPr/>
          </p:nvSpPr>
          <p:spPr>
            <a:xfrm>
              <a:off x="1565000" y="3103625"/>
              <a:ext cx="1638425" cy="211525"/>
            </a:xfrm>
            <a:custGeom>
              <a:rect b="b" l="l" r="r" t="t"/>
              <a:pathLst>
                <a:path extrusionOk="0" h="8461" w="65537">
                  <a:moveTo>
                    <a:pt x="12461" y="1"/>
                  </a:moveTo>
                  <a:lnTo>
                    <a:pt x="7504" y="3503"/>
                  </a:lnTo>
                  <a:cubicBezTo>
                    <a:pt x="5458" y="4958"/>
                    <a:pt x="3002" y="5731"/>
                    <a:pt x="500" y="5731"/>
                  </a:cubicBezTo>
                  <a:lnTo>
                    <a:pt x="0" y="5731"/>
                  </a:lnTo>
                  <a:cubicBezTo>
                    <a:pt x="2138" y="7505"/>
                    <a:pt x="4866" y="8460"/>
                    <a:pt x="7641" y="8460"/>
                  </a:cubicBezTo>
                  <a:lnTo>
                    <a:pt x="65536" y="8460"/>
                  </a:lnTo>
                  <a:lnTo>
                    <a:pt x="6553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8"/>
            <p:cNvSpPr/>
            <p:nvPr/>
          </p:nvSpPr>
          <p:spPr>
            <a:xfrm>
              <a:off x="2173275" y="3103625"/>
              <a:ext cx="1030150" cy="211525"/>
            </a:xfrm>
            <a:custGeom>
              <a:rect b="b" l="l" r="r" t="t"/>
              <a:pathLst>
                <a:path extrusionOk="0" h="8461" w="41206">
                  <a:moveTo>
                    <a:pt x="10870" y="1"/>
                  </a:moveTo>
                  <a:lnTo>
                    <a:pt x="5913" y="5186"/>
                  </a:lnTo>
                  <a:cubicBezTo>
                    <a:pt x="4185" y="7050"/>
                    <a:pt x="2138" y="8142"/>
                    <a:pt x="1" y="8460"/>
                  </a:cubicBezTo>
                  <a:lnTo>
                    <a:pt x="41205" y="8460"/>
                  </a:lnTo>
                  <a:lnTo>
                    <a:pt x="4120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8"/>
            <p:cNvSpPr/>
            <p:nvPr/>
          </p:nvSpPr>
          <p:spPr>
            <a:xfrm>
              <a:off x="2275600" y="2350950"/>
              <a:ext cx="927825" cy="377500"/>
            </a:xfrm>
            <a:custGeom>
              <a:rect b="b" l="l" r="r" t="t"/>
              <a:pathLst>
                <a:path extrusionOk="0" h="15100" w="37113">
                  <a:moveTo>
                    <a:pt x="1" y="0"/>
                  </a:moveTo>
                  <a:lnTo>
                    <a:pt x="1" y="15054"/>
                  </a:lnTo>
                  <a:cubicBezTo>
                    <a:pt x="319" y="15100"/>
                    <a:pt x="683" y="15100"/>
                    <a:pt x="1001" y="15100"/>
                  </a:cubicBezTo>
                  <a:lnTo>
                    <a:pt x="37112" y="15100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8"/>
            <p:cNvSpPr/>
            <p:nvPr/>
          </p:nvSpPr>
          <p:spPr>
            <a:xfrm>
              <a:off x="1565000" y="2613600"/>
              <a:ext cx="1638425" cy="329750"/>
            </a:xfrm>
            <a:custGeom>
              <a:rect b="b" l="l" r="r" t="t"/>
              <a:pathLst>
                <a:path extrusionOk="0" h="13190" w="65537">
                  <a:moveTo>
                    <a:pt x="15099" y="0"/>
                  </a:moveTo>
                  <a:lnTo>
                    <a:pt x="9141" y="5412"/>
                  </a:lnTo>
                  <a:cubicBezTo>
                    <a:pt x="6640" y="7686"/>
                    <a:pt x="3366" y="8960"/>
                    <a:pt x="0" y="8960"/>
                  </a:cubicBezTo>
                  <a:lnTo>
                    <a:pt x="227" y="9232"/>
                  </a:lnTo>
                  <a:cubicBezTo>
                    <a:pt x="2774" y="11779"/>
                    <a:pt x="6231" y="13189"/>
                    <a:pt x="9869" y="13189"/>
                  </a:cubicBezTo>
                  <a:lnTo>
                    <a:pt x="65536" y="13189"/>
                  </a:lnTo>
                  <a:lnTo>
                    <a:pt x="65536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8"/>
            <p:cNvSpPr/>
            <p:nvPr/>
          </p:nvSpPr>
          <p:spPr>
            <a:xfrm>
              <a:off x="2258550" y="2613600"/>
              <a:ext cx="944875" cy="329750"/>
            </a:xfrm>
            <a:custGeom>
              <a:rect b="b" l="l" r="r" t="t"/>
              <a:pathLst>
                <a:path extrusionOk="0" h="13190" w="37795">
                  <a:moveTo>
                    <a:pt x="11780" y="0"/>
                  </a:moveTo>
                  <a:lnTo>
                    <a:pt x="6004" y="8277"/>
                  </a:lnTo>
                  <a:cubicBezTo>
                    <a:pt x="4276" y="10733"/>
                    <a:pt x="2229" y="12416"/>
                    <a:pt x="1" y="13189"/>
                  </a:cubicBezTo>
                  <a:lnTo>
                    <a:pt x="37794" y="13189"/>
                  </a:lnTo>
                  <a:lnTo>
                    <a:pt x="37794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8"/>
            <p:cNvSpPr/>
            <p:nvPr/>
          </p:nvSpPr>
          <p:spPr>
            <a:xfrm>
              <a:off x="1658225" y="2817100"/>
              <a:ext cx="1545200" cy="76225"/>
            </a:xfrm>
            <a:custGeom>
              <a:rect b="b" l="l" r="r" t="t"/>
              <a:pathLst>
                <a:path extrusionOk="0" h="3049" w="61808">
                  <a:moveTo>
                    <a:pt x="864" y="1"/>
                  </a:moveTo>
                  <a:cubicBezTo>
                    <a:pt x="592" y="137"/>
                    <a:pt x="273" y="228"/>
                    <a:pt x="0" y="319"/>
                  </a:cubicBezTo>
                  <a:cubicBezTo>
                    <a:pt x="2274" y="2093"/>
                    <a:pt x="4958" y="3048"/>
                    <a:pt x="7732" y="3048"/>
                  </a:cubicBezTo>
                  <a:lnTo>
                    <a:pt x="61807" y="3048"/>
                  </a:lnTo>
                  <a:lnTo>
                    <a:pt x="61807" y="2320"/>
                  </a:lnTo>
                  <a:lnTo>
                    <a:pt x="7732" y="2320"/>
                  </a:lnTo>
                  <a:cubicBezTo>
                    <a:pt x="5276" y="2320"/>
                    <a:pt x="2911" y="1502"/>
                    <a:pt x="864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8"/>
            <p:cNvSpPr/>
            <p:nvPr/>
          </p:nvSpPr>
          <p:spPr>
            <a:xfrm>
              <a:off x="1871975" y="3315125"/>
              <a:ext cx="1331450" cy="278575"/>
            </a:xfrm>
            <a:custGeom>
              <a:rect b="b" l="l" r="r" t="t"/>
              <a:pathLst>
                <a:path extrusionOk="0" h="11143" w="53258">
                  <a:moveTo>
                    <a:pt x="1" y="0"/>
                  </a:moveTo>
                  <a:lnTo>
                    <a:pt x="1" y="11143"/>
                  </a:lnTo>
                  <a:lnTo>
                    <a:pt x="53257" y="11143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8"/>
            <p:cNvSpPr/>
            <p:nvPr/>
          </p:nvSpPr>
          <p:spPr>
            <a:xfrm>
              <a:off x="2017500" y="4145125"/>
              <a:ext cx="301350" cy="289950"/>
            </a:xfrm>
            <a:custGeom>
              <a:rect b="b" l="l" r="r" t="t"/>
              <a:pathLst>
                <a:path extrusionOk="0" h="11598" w="12054">
                  <a:moveTo>
                    <a:pt x="7778" y="0"/>
                  </a:moveTo>
                  <a:lnTo>
                    <a:pt x="7505" y="273"/>
                  </a:lnTo>
                  <a:lnTo>
                    <a:pt x="7460" y="228"/>
                  </a:lnTo>
                  <a:lnTo>
                    <a:pt x="1775" y="5504"/>
                  </a:lnTo>
                  <a:lnTo>
                    <a:pt x="1" y="7186"/>
                  </a:lnTo>
                  <a:lnTo>
                    <a:pt x="6368" y="11598"/>
                  </a:lnTo>
                  <a:lnTo>
                    <a:pt x="11917" y="10688"/>
                  </a:lnTo>
                  <a:lnTo>
                    <a:pt x="12008" y="5822"/>
                  </a:lnTo>
                  <a:lnTo>
                    <a:pt x="12053" y="5185"/>
                  </a:lnTo>
                  <a:lnTo>
                    <a:pt x="777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8"/>
            <p:cNvSpPr/>
            <p:nvPr/>
          </p:nvSpPr>
          <p:spPr>
            <a:xfrm>
              <a:off x="2140300" y="3613000"/>
              <a:ext cx="209250" cy="234250"/>
            </a:xfrm>
            <a:custGeom>
              <a:rect b="b" l="l" r="r" t="t"/>
              <a:pathLst>
                <a:path extrusionOk="0" h="9370" w="8370">
                  <a:moveTo>
                    <a:pt x="5231" y="1"/>
                  </a:moveTo>
                  <a:lnTo>
                    <a:pt x="2457" y="2366"/>
                  </a:lnTo>
                  <a:lnTo>
                    <a:pt x="1" y="4458"/>
                  </a:lnTo>
                  <a:lnTo>
                    <a:pt x="819" y="5322"/>
                  </a:lnTo>
                  <a:lnTo>
                    <a:pt x="4503" y="9370"/>
                  </a:lnTo>
                  <a:lnTo>
                    <a:pt x="7505" y="9097"/>
                  </a:lnTo>
                  <a:lnTo>
                    <a:pt x="8369" y="9006"/>
                  </a:lnTo>
                  <a:lnTo>
                    <a:pt x="8369" y="3048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8"/>
            <p:cNvSpPr/>
            <p:nvPr/>
          </p:nvSpPr>
          <p:spPr>
            <a:xfrm>
              <a:off x="2231275" y="3999600"/>
              <a:ext cx="118275" cy="239925"/>
            </a:xfrm>
            <a:custGeom>
              <a:rect b="b" l="l" r="r" t="t"/>
              <a:pathLst>
                <a:path extrusionOk="0" h="9597" w="4731">
                  <a:moveTo>
                    <a:pt x="4730" y="0"/>
                  </a:moveTo>
                  <a:lnTo>
                    <a:pt x="0" y="5003"/>
                  </a:lnTo>
                  <a:lnTo>
                    <a:pt x="3821" y="9596"/>
                  </a:lnTo>
                  <a:lnTo>
                    <a:pt x="4730" y="6185"/>
                  </a:lnTo>
                  <a:lnTo>
                    <a:pt x="473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8"/>
            <p:cNvSpPr/>
            <p:nvPr/>
          </p:nvSpPr>
          <p:spPr>
            <a:xfrm>
              <a:off x="2040250" y="3607325"/>
              <a:ext cx="193325" cy="95525"/>
            </a:xfrm>
            <a:custGeom>
              <a:rect b="b" l="l" r="r" t="t"/>
              <a:pathLst>
                <a:path extrusionOk="0" h="3821" w="7733">
                  <a:moveTo>
                    <a:pt x="1" y="0"/>
                  </a:moveTo>
                  <a:lnTo>
                    <a:pt x="1774" y="2047"/>
                  </a:lnTo>
                  <a:lnTo>
                    <a:pt x="3275" y="3821"/>
                  </a:lnTo>
                  <a:lnTo>
                    <a:pt x="5413" y="2002"/>
                  </a:lnTo>
                  <a:lnTo>
                    <a:pt x="773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8"/>
            <p:cNvSpPr/>
            <p:nvPr/>
          </p:nvSpPr>
          <p:spPr>
            <a:xfrm>
              <a:off x="1902675" y="3945000"/>
              <a:ext cx="293375" cy="357050"/>
            </a:xfrm>
            <a:custGeom>
              <a:rect b="b" l="l" r="r" t="t"/>
              <a:pathLst>
                <a:path extrusionOk="0" h="14282" w="11735">
                  <a:moveTo>
                    <a:pt x="3957" y="1"/>
                  </a:moveTo>
                  <a:lnTo>
                    <a:pt x="1" y="6095"/>
                  </a:lnTo>
                  <a:lnTo>
                    <a:pt x="3866" y="14282"/>
                  </a:lnTo>
                  <a:lnTo>
                    <a:pt x="5367" y="12917"/>
                  </a:lnTo>
                  <a:lnTo>
                    <a:pt x="11734" y="6959"/>
                  </a:lnTo>
                  <a:lnTo>
                    <a:pt x="10552" y="1957"/>
                  </a:lnTo>
                  <a:lnTo>
                    <a:pt x="10370" y="1274"/>
                  </a:lnTo>
                  <a:lnTo>
                    <a:pt x="7050" y="592"/>
                  </a:lnTo>
                  <a:lnTo>
                    <a:pt x="3957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8"/>
            <p:cNvSpPr/>
            <p:nvPr/>
          </p:nvSpPr>
          <p:spPr>
            <a:xfrm>
              <a:off x="2343825" y="4170125"/>
              <a:ext cx="277450" cy="235400"/>
            </a:xfrm>
            <a:custGeom>
              <a:rect b="b" l="l" r="r" t="t"/>
              <a:pathLst>
                <a:path extrusionOk="0" h="9416" w="11098">
                  <a:moveTo>
                    <a:pt x="1229" y="1"/>
                  </a:moveTo>
                  <a:lnTo>
                    <a:pt x="137" y="4049"/>
                  </a:lnTo>
                  <a:lnTo>
                    <a:pt x="1" y="9415"/>
                  </a:lnTo>
                  <a:lnTo>
                    <a:pt x="1183" y="9097"/>
                  </a:lnTo>
                  <a:lnTo>
                    <a:pt x="9733" y="6641"/>
                  </a:lnTo>
                  <a:lnTo>
                    <a:pt x="11098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8"/>
            <p:cNvSpPr/>
            <p:nvPr/>
          </p:nvSpPr>
          <p:spPr>
            <a:xfrm>
              <a:off x="2188050" y="3866550"/>
              <a:ext cx="161500" cy="228575"/>
            </a:xfrm>
            <a:custGeom>
              <a:rect b="b" l="l" r="r" t="t"/>
              <a:pathLst>
                <a:path extrusionOk="0" h="9143" w="6460">
                  <a:moveTo>
                    <a:pt x="6459" y="1"/>
                  </a:moveTo>
                  <a:lnTo>
                    <a:pt x="2684" y="365"/>
                  </a:lnTo>
                  <a:lnTo>
                    <a:pt x="2548" y="547"/>
                  </a:lnTo>
                  <a:lnTo>
                    <a:pt x="1" y="4049"/>
                  </a:lnTo>
                  <a:lnTo>
                    <a:pt x="228" y="4822"/>
                  </a:lnTo>
                  <a:lnTo>
                    <a:pt x="1274" y="9142"/>
                  </a:lnTo>
                  <a:lnTo>
                    <a:pt x="6459" y="3685"/>
                  </a:lnTo>
                  <a:lnTo>
                    <a:pt x="6459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8"/>
            <p:cNvSpPr/>
            <p:nvPr/>
          </p:nvSpPr>
          <p:spPr>
            <a:xfrm>
              <a:off x="1978850" y="3741500"/>
              <a:ext cx="250175" cy="206950"/>
            </a:xfrm>
            <a:custGeom>
              <a:rect b="b" l="l" r="r" t="t"/>
              <a:pathLst>
                <a:path extrusionOk="0" h="8278" w="10007">
                  <a:moveTo>
                    <a:pt x="5504" y="0"/>
                  </a:moveTo>
                  <a:lnTo>
                    <a:pt x="4276" y="637"/>
                  </a:lnTo>
                  <a:lnTo>
                    <a:pt x="1" y="2956"/>
                  </a:lnTo>
                  <a:lnTo>
                    <a:pt x="455" y="4685"/>
                  </a:lnTo>
                  <a:lnTo>
                    <a:pt x="1092" y="7004"/>
                  </a:lnTo>
                  <a:lnTo>
                    <a:pt x="4185" y="7641"/>
                  </a:lnTo>
                  <a:lnTo>
                    <a:pt x="7550" y="8277"/>
                  </a:lnTo>
                  <a:lnTo>
                    <a:pt x="10006" y="4866"/>
                  </a:lnTo>
                  <a:lnTo>
                    <a:pt x="6004" y="500"/>
                  </a:lnTo>
                  <a:lnTo>
                    <a:pt x="5595" y="46"/>
                  </a:lnTo>
                  <a:lnTo>
                    <a:pt x="5595" y="91"/>
                  </a:lnTo>
                  <a:lnTo>
                    <a:pt x="55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8"/>
            <p:cNvSpPr/>
            <p:nvPr/>
          </p:nvSpPr>
          <p:spPr>
            <a:xfrm>
              <a:off x="2148275" y="4440750"/>
              <a:ext cx="326325" cy="199000"/>
            </a:xfrm>
            <a:custGeom>
              <a:rect b="b" l="l" r="r" t="t"/>
              <a:pathLst>
                <a:path extrusionOk="0" h="7960" w="13053">
                  <a:moveTo>
                    <a:pt x="7004" y="0"/>
                  </a:moveTo>
                  <a:lnTo>
                    <a:pt x="6640" y="137"/>
                  </a:lnTo>
                  <a:lnTo>
                    <a:pt x="6640" y="46"/>
                  </a:lnTo>
                  <a:lnTo>
                    <a:pt x="1456" y="864"/>
                  </a:lnTo>
                  <a:lnTo>
                    <a:pt x="0" y="7959"/>
                  </a:lnTo>
                  <a:lnTo>
                    <a:pt x="13053" y="7959"/>
                  </a:lnTo>
                  <a:lnTo>
                    <a:pt x="7322" y="410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8"/>
            <p:cNvSpPr/>
            <p:nvPr/>
          </p:nvSpPr>
          <p:spPr>
            <a:xfrm>
              <a:off x="2553050" y="4449850"/>
              <a:ext cx="312675" cy="194450"/>
            </a:xfrm>
            <a:custGeom>
              <a:rect b="b" l="l" r="r" t="t"/>
              <a:pathLst>
                <a:path extrusionOk="0" h="7778" w="12507">
                  <a:moveTo>
                    <a:pt x="12507" y="0"/>
                  </a:moveTo>
                  <a:lnTo>
                    <a:pt x="0" y="7641"/>
                  </a:lnTo>
                  <a:lnTo>
                    <a:pt x="12507" y="7777"/>
                  </a:lnTo>
                  <a:lnTo>
                    <a:pt x="1250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8"/>
            <p:cNvSpPr/>
            <p:nvPr/>
          </p:nvSpPr>
          <p:spPr>
            <a:xfrm>
              <a:off x="1853775" y="3607325"/>
              <a:ext cx="244500" cy="185350"/>
            </a:xfrm>
            <a:custGeom>
              <a:rect b="b" l="l" r="r" t="t"/>
              <a:pathLst>
                <a:path extrusionOk="0" h="7414" w="9780">
                  <a:moveTo>
                    <a:pt x="1183" y="0"/>
                  </a:moveTo>
                  <a:lnTo>
                    <a:pt x="1" y="5776"/>
                  </a:lnTo>
                  <a:lnTo>
                    <a:pt x="1274" y="6277"/>
                  </a:lnTo>
                  <a:lnTo>
                    <a:pt x="4321" y="7414"/>
                  </a:lnTo>
                  <a:lnTo>
                    <a:pt x="8779" y="5003"/>
                  </a:lnTo>
                  <a:lnTo>
                    <a:pt x="9779" y="4457"/>
                  </a:lnTo>
                  <a:lnTo>
                    <a:pt x="8005" y="2411"/>
                  </a:lnTo>
                  <a:lnTo>
                    <a:pt x="60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8"/>
            <p:cNvSpPr/>
            <p:nvPr/>
          </p:nvSpPr>
          <p:spPr>
            <a:xfrm>
              <a:off x="2352925" y="4363425"/>
              <a:ext cx="384325" cy="271775"/>
            </a:xfrm>
            <a:custGeom>
              <a:rect b="b" l="l" r="r" t="t"/>
              <a:pathLst>
                <a:path extrusionOk="0" h="10871" w="15373">
                  <a:moveTo>
                    <a:pt x="9688" y="1"/>
                  </a:moveTo>
                  <a:lnTo>
                    <a:pt x="273" y="2684"/>
                  </a:lnTo>
                  <a:lnTo>
                    <a:pt x="1" y="2775"/>
                  </a:lnTo>
                  <a:lnTo>
                    <a:pt x="6140" y="10870"/>
                  </a:lnTo>
                  <a:lnTo>
                    <a:pt x="6504" y="10643"/>
                  </a:lnTo>
                  <a:lnTo>
                    <a:pt x="15373" y="5231"/>
                  </a:lnTo>
                  <a:lnTo>
                    <a:pt x="10870" y="1092"/>
                  </a:lnTo>
                  <a:lnTo>
                    <a:pt x="9688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8"/>
            <p:cNvSpPr/>
            <p:nvPr/>
          </p:nvSpPr>
          <p:spPr>
            <a:xfrm>
              <a:off x="2614425" y="4170125"/>
              <a:ext cx="251300" cy="308175"/>
            </a:xfrm>
            <a:custGeom>
              <a:rect b="b" l="l" r="r" t="t"/>
              <a:pathLst>
                <a:path extrusionOk="0" h="12327" w="10052">
                  <a:moveTo>
                    <a:pt x="1456" y="1"/>
                  </a:moveTo>
                  <a:lnTo>
                    <a:pt x="1" y="6914"/>
                  </a:lnTo>
                  <a:lnTo>
                    <a:pt x="1229" y="8005"/>
                  </a:lnTo>
                  <a:lnTo>
                    <a:pt x="5913" y="12326"/>
                  </a:lnTo>
                  <a:lnTo>
                    <a:pt x="7551" y="11371"/>
                  </a:lnTo>
                  <a:lnTo>
                    <a:pt x="10052" y="9870"/>
                  </a:lnTo>
                  <a:lnTo>
                    <a:pt x="10052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8"/>
            <p:cNvSpPr/>
            <p:nvPr/>
          </p:nvSpPr>
          <p:spPr>
            <a:xfrm>
              <a:off x="1827625" y="4344100"/>
              <a:ext cx="329775" cy="295650"/>
            </a:xfrm>
            <a:custGeom>
              <a:rect b="b" l="l" r="r" t="t"/>
              <a:pathLst>
                <a:path extrusionOk="0" h="11826" w="13191">
                  <a:moveTo>
                    <a:pt x="6732" y="0"/>
                  </a:moveTo>
                  <a:lnTo>
                    <a:pt x="6504" y="228"/>
                  </a:lnTo>
                  <a:lnTo>
                    <a:pt x="6414" y="91"/>
                  </a:lnTo>
                  <a:lnTo>
                    <a:pt x="3184" y="2002"/>
                  </a:lnTo>
                  <a:lnTo>
                    <a:pt x="1" y="3912"/>
                  </a:lnTo>
                  <a:lnTo>
                    <a:pt x="865" y="5413"/>
                  </a:lnTo>
                  <a:lnTo>
                    <a:pt x="4503" y="11825"/>
                  </a:lnTo>
                  <a:lnTo>
                    <a:pt x="11644" y="11825"/>
                  </a:lnTo>
                  <a:lnTo>
                    <a:pt x="13190" y="4503"/>
                  </a:lnTo>
                  <a:lnTo>
                    <a:pt x="673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8"/>
            <p:cNvSpPr/>
            <p:nvPr/>
          </p:nvSpPr>
          <p:spPr>
            <a:xfrm>
              <a:off x="1786700" y="3780150"/>
              <a:ext cx="192175" cy="300200"/>
            </a:xfrm>
            <a:custGeom>
              <a:rect b="b" l="l" r="r" t="t"/>
              <a:pathLst>
                <a:path extrusionOk="0" h="12008" w="7687">
                  <a:moveTo>
                    <a:pt x="2456" y="0"/>
                  </a:moveTo>
                  <a:lnTo>
                    <a:pt x="1" y="11598"/>
                  </a:lnTo>
                  <a:lnTo>
                    <a:pt x="3684" y="12007"/>
                  </a:lnTo>
                  <a:lnTo>
                    <a:pt x="7687" y="5867"/>
                  </a:lnTo>
                  <a:lnTo>
                    <a:pt x="7141" y="3684"/>
                  </a:lnTo>
                  <a:lnTo>
                    <a:pt x="6550" y="1547"/>
                  </a:lnTo>
                  <a:lnTo>
                    <a:pt x="24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8"/>
            <p:cNvSpPr/>
            <p:nvPr/>
          </p:nvSpPr>
          <p:spPr>
            <a:xfrm>
              <a:off x="1667325" y="4440750"/>
              <a:ext cx="239925" cy="199000"/>
            </a:xfrm>
            <a:custGeom>
              <a:rect b="b" l="l" r="r" t="t"/>
              <a:pathLst>
                <a:path extrusionOk="0" h="7960" w="9597">
                  <a:moveTo>
                    <a:pt x="1683" y="0"/>
                  </a:moveTo>
                  <a:lnTo>
                    <a:pt x="0" y="7959"/>
                  </a:lnTo>
                  <a:lnTo>
                    <a:pt x="9596" y="7959"/>
                  </a:lnTo>
                  <a:lnTo>
                    <a:pt x="6049" y="1728"/>
                  </a:lnTo>
                  <a:lnTo>
                    <a:pt x="5276" y="364"/>
                  </a:lnTo>
                  <a:lnTo>
                    <a:pt x="3047" y="137"/>
                  </a:lnTo>
                  <a:lnTo>
                    <a:pt x="1683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8"/>
            <p:cNvSpPr/>
            <p:nvPr/>
          </p:nvSpPr>
          <p:spPr>
            <a:xfrm>
              <a:off x="1715075" y="4098500"/>
              <a:ext cx="261525" cy="322950"/>
            </a:xfrm>
            <a:custGeom>
              <a:rect b="b" l="l" r="r" t="t"/>
              <a:pathLst>
                <a:path extrusionOk="0" h="12918" w="10461">
                  <a:moveTo>
                    <a:pt x="2638" y="1"/>
                  </a:moveTo>
                  <a:lnTo>
                    <a:pt x="0" y="12553"/>
                  </a:lnTo>
                  <a:lnTo>
                    <a:pt x="1547" y="12690"/>
                  </a:lnTo>
                  <a:lnTo>
                    <a:pt x="3593" y="12917"/>
                  </a:lnTo>
                  <a:lnTo>
                    <a:pt x="7050" y="10870"/>
                  </a:lnTo>
                  <a:lnTo>
                    <a:pt x="10461" y="8869"/>
                  </a:lnTo>
                  <a:lnTo>
                    <a:pt x="6458" y="410"/>
                  </a:lnTo>
                  <a:lnTo>
                    <a:pt x="2820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8"/>
            <p:cNvSpPr/>
            <p:nvPr/>
          </p:nvSpPr>
          <p:spPr>
            <a:xfrm>
              <a:off x="2612150" y="2555600"/>
              <a:ext cx="122825" cy="122825"/>
            </a:xfrm>
            <a:custGeom>
              <a:rect b="b" l="l" r="r" t="t"/>
              <a:pathLst>
                <a:path extrusionOk="0" h="4913" w="4913">
                  <a:moveTo>
                    <a:pt x="4185" y="728"/>
                  </a:moveTo>
                  <a:lnTo>
                    <a:pt x="4185" y="4139"/>
                  </a:lnTo>
                  <a:lnTo>
                    <a:pt x="774" y="4139"/>
                  </a:lnTo>
                  <a:lnTo>
                    <a:pt x="774" y="728"/>
                  </a:lnTo>
                  <a:close/>
                  <a:moveTo>
                    <a:pt x="1" y="1"/>
                  </a:moveTo>
                  <a:lnTo>
                    <a:pt x="1" y="4912"/>
                  </a:lnTo>
                  <a:lnTo>
                    <a:pt x="4913" y="4912"/>
                  </a:lnTo>
                  <a:lnTo>
                    <a:pt x="49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8"/>
            <p:cNvSpPr/>
            <p:nvPr/>
          </p:nvSpPr>
          <p:spPr>
            <a:xfrm>
              <a:off x="2500725" y="1756300"/>
              <a:ext cx="702700" cy="262675"/>
            </a:xfrm>
            <a:custGeom>
              <a:rect b="b" l="l" r="r" t="t"/>
              <a:pathLst>
                <a:path extrusionOk="0" h="10507" w="28108">
                  <a:moveTo>
                    <a:pt x="1" y="0"/>
                  </a:moveTo>
                  <a:lnTo>
                    <a:pt x="1" y="10506"/>
                  </a:lnTo>
                  <a:lnTo>
                    <a:pt x="28107" y="10506"/>
                  </a:lnTo>
                  <a:lnTo>
                    <a:pt x="2810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8"/>
            <p:cNvSpPr/>
            <p:nvPr/>
          </p:nvSpPr>
          <p:spPr>
            <a:xfrm>
              <a:off x="2500725" y="1756300"/>
              <a:ext cx="702700" cy="36400"/>
            </a:xfrm>
            <a:custGeom>
              <a:rect b="b" l="l" r="r" t="t"/>
              <a:pathLst>
                <a:path extrusionOk="0" h="1456" w="28108">
                  <a:moveTo>
                    <a:pt x="1" y="0"/>
                  </a:moveTo>
                  <a:lnTo>
                    <a:pt x="1" y="1456"/>
                  </a:lnTo>
                  <a:lnTo>
                    <a:pt x="28107" y="1456"/>
                  </a:lnTo>
                  <a:lnTo>
                    <a:pt x="2810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8"/>
            <p:cNvSpPr/>
            <p:nvPr/>
          </p:nvSpPr>
          <p:spPr>
            <a:xfrm>
              <a:off x="2517800" y="1241525"/>
              <a:ext cx="685625" cy="183925"/>
            </a:xfrm>
            <a:custGeom>
              <a:rect b="b" l="l" r="r" t="t"/>
              <a:pathLst>
                <a:path extrusionOk="0" h="7357" w="27425">
                  <a:moveTo>
                    <a:pt x="3434" y="0"/>
                  </a:moveTo>
                  <a:cubicBezTo>
                    <a:pt x="2683" y="0"/>
                    <a:pt x="1933" y="285"/>
                    <a:pt x="1365" y="853"/>
                  </a:cubicBezTo>
                  <a:lnTo>
                    <a:pt x="1228" y="989"/>
                  </a:lnTo>
                  <a:cubicBezTo>
                    <a:pt x="0" y="2217"/>
                    <a:pt x="0" y="4173"/>
                    <a:pt x="1228" y="5401"/>
                  </a:cubicBezTo>
                  <a:lnTo>
                    <a:pt x="2502" y="6674"/>
                  </a:lnTo>
                  <a:cubicBezTo>
                    <a:pt x="2911" y="7084"/>
                    <a:pt x="3502" y="7357"/>
                    <a:pt x="4093" y="7357"/>
                  </a:cubicBezTo>
                  <a:lnTo>
                    <a:pt x="27424" y="7357"/>
                  </a:lnTo>
                  <a:lnTo>
                    <a:pt x="27424" y="5446"/>
                  </a:lnTo>
                  <a:lnTo>
                    <a:pt x="6003" y="5446"/>
                  </a:lnTo>
                  <a:cubicBezTo>
                    <a:pt x="6003" y="4628"/>
                    <a:pt x="5276" y="3900"/>
                    <a:pt x="4457" y="3900"/>
                  </a:cubicBezTo>
                  <a:lnTo>
                    <a:pt x="3775" y="3900"/>
                  </a:lnTo>
                  <a:lnTo>
                    <a:pt x="3775" y="2263"/>
                  </a:lnTo>
                  <a:lnTo>
                    <a:pt x="3957" y="2399"/>
                  </a:lnTo>
                  <a:cubicBezTo>
                    <a:pt x="4162" y="2627"/>
                    <a:pt x="4434" y="2740"/>
                    <a:pt x="4713" y="2740"/>
                  </a:cubicBezTo>
                  <a:cubicBezTo>
                    <a:pt x="4992" y="2740"/>
                    <a:pt x="5276" y="2627"/>
                    <a:pt x="5503" y="2399"/>
                  </a:cubicBezTo>
                  <a:cubicBezTo>
                    <a:pt x="5913" y="1990"/>
                    <a:pt x="5913" y="1262"/>
                    <a:pt x="5503" y="853"/>
                  </a:cubicBezTo>
                  <a:cubicBezTo>
                    <a:pt x="4935" y="285"/>
                    <a:pt x="4184" y="0"/>
                    <a:pt x="3434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8"/>
            <p:cNvSpPr/>
            <p:nvPr/>
          </p:nvSpPr>
          <p:spPr>
            <a:xfrm>
              <a:off x="2381350" y="1425425"/>
              <a:ext cx="822075" cy="330900"/>
            </a:xfrm>
            <a:custGeom>
              <a:rect b="b" l="l" r="r" t="t"/>
              <a:pathLst>
                <a:path extrusionOk="0" h="13236" w="32883">
                  <a:moveTo>
                    <a:pt x="9915" y="1"/>
                  </a:moveTo>
                  <a:lnTo>
                    <a:pt x="7232" y="4685"/>
                  </a:lnTo>
                  <a:cubicBezTo>
                    <a:pt x="5640" y="7459"/>
                    <a:pt x="3048" y="9460"/>
                    <a:pt x="1" y="10325"/>
                  </a:cubicBezTo>
                  <a:lnTo>
                    <a:pt x="637" y="11189"/>
                  </a:lnTo>
                  <a:cubicBezTo>
                    <a:pt x="1592" y="12462"/>
                    <a:pt x="4776" y="13235"/>
                    <a:pt x="4776" y="13235"/>
                  </a:cubicBezTo>
                  <a:lnTo>
                    <a:pt x="32882" y="13235"/>
                  </a:lnTo>
                  <a:lnTo>
                    <a:pt x="32882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8"/>
            <p:cNvSpPr/>
            <p:nvPr/>
          </p:nvSpPr>
          <p:spPr>
            <a:xfrm>
              <a:off x="2694025" y="1424300"/>
              <a:ext cx="509400" cy="332025"/>
            </a:xfrm>
            <a:custGeom>
              <a:rect b="b" l="l" r="r" t="t"/>
              <a:pathLst>
                <a:path extrusionOk="0" h="13281" w="20376">
                  <a:moveTo>
                    <a:pt x="8960" y="0"/>
                  </a:moveTo>
                  <a:lnTo>
                    <a:pt x="5822" y="6595"/>
                  </a:lnTo>
                  <a:cubicBezTo>
                    <a:pt x="4458" y="9505"/>
                    <a:pt x="2411" y="11779"/>
                    <a:pt x="1" y="13280"/>
                  </a:cubicBezTo>
                  <a:lnTo>
                    <a:pt x="20375" y="13280"/>
                  </a:lnTo>
                  <a:lnTo>
                    <a:pt x="2037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8"/>
            <p:cNvSpPr/>
            <p:nvPr/>
          </p:nvSpPr>
          <p:spPr>
            <a:xfrm>
              <a:off x="2275600" y="2350950"/>
              <a:ext cx="927825" cy="36400"/>
            </a:xfrm>
            <a:custGeom>
              <a:rect b="b" l="l" r="r" t="t"/>
              <a:pathLst>
                <a:path extrusionOk="0" h="1456" w="37113">
                  <a:moveTo>
                    <a:pt x="1" y="0"/>
                  </a:moveTo>
                  <a:lnTo>
                    <a:pt x="1" y="1410"/>
                  </a:lnTo>
                  <a:cubicBezTo>
                    <a:pt x="319" y="1410"/>
                    <a:pt x="683" y="1456"/>
                    <a:pt x="1001" y="1456"/>
                  </a:cubicBezTo>
                  <a:lnTo>
                    <a:pt x="37112" y="1456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8"/>
            <p:cNvSpPr/>
            <p:nvPr/>
          </p:nvSpPr>
          <p:spPr>
            <a:xfrm>
              <a:off x="208005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16828" y="0"/>
                  </a:moveTo>
                  <a:lnTo>
                    <a:pt x="10643" y="5139"/>
                  </a:lnTo>
                  <a:cubicBezTo>
                    <a:pt x="7596" y="7641"/>
                    <a:pt x="3912" y="9142"/>
                    <a:pt x="0" y="9460"/>
                  </a:cubicBezTo>
                  <a:cubicBezTo>
                    <a:pt x="2274" y="11870"/>
                    <a:pt x="5458" y="13280"/>
                    <a:pt x="8823" y="13280"/>
                  </a:cubicBezTo>
                  <a:lnTo>
                    <a:pt x="44934" y="13280"/>
                  </a:lnTo>
                  <a:lnTo>
                    <a:pt x="44934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8"/>
            <p:cNvSpPr/>
            <p:nvPr/>
          </p:nvSpPr>
          <p:spPr>
            <a:xfrm>
              <a:off x="2458675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9960" y="0"/>
                  </a:moveTo>
                  <a:lnTo>
                    <a:pt x="5594" y="7550"/>
                  </a:lnTo>
                  <a:cubicBezTo>
                    <a:pt x="4002" y="10370"/>
                    <a:pt x="2047" y="12325"/>
                    <a:pt x="0" y="13280"/>
                  </a:cubicBezTo>
                  <a:lnTo>
                    <a:pt x="29789" y="13280"/>
                  </a:lnTo>
                  <a:lnTo>
                    <a:pt x="29789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8"/>
            <p:cNvSpPr/>
            <p:nvPr/>
          </p:nvSpPr>
          <p:spPr>
            <a:xfrm>
              <a:off x="24257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8" y="8960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9" name="Google Shape;7819;p8"/>
            <p:cNvSpPr/>
            <p:nvPr/>
          </p:nvSpPr>
          <p:spPr>
            <a:xfrm>
              <a:off x="2318825" y="2018950"/>
              <a:ext cx="884600" cy="485525"/>
            </a:xfrm>
            <a:custGeom>
              <a:rect b="b" l="l" r="r" t="t"/>
              <a:pathLst>
                <a:path extrusionOk="0" h="19421" w="35384">
                  <a:moveTo>
                    <a:pt x="35383" y="0"/>
                  </a:moveTo>
                  <a:lnTo>
                    <a:pt x="8732" y="14599"/>
                  </a:lnTo>
                  <a:cubicBezTo>
                    <a:pt x="6004" y="16100"/>
                    <a:pt x="3047" y="17010"/>
                    <a:pt x="0" y="17373"/>
                  </a:cubicBezTo>
                  <a:lnTo>
                    <a:pt x="500" y="17874"/>
                  </a:lnTo>
                  <a:cubicBezTo>
                    <a:pt x="1501" y="18874"/>
                    <a:pt x="2865" y="19420"/>
                    <a:pt x="4275" y="19420"/>
                  </a:cubicBezTo>
                  <a:lnTo>
                    <a:pt x="35383" y="19420"/>
                  </a:lnTo>
                  <a:lnTo>
                    <a:pt x="35383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0" name="Google Shape;7820;p8"/>
            <p:cNvSpPr/>
            <p:nvPr/>
          </p:nvSpPr>
          <p:spPr>
            <a:xfrm>
              <a:off x="24257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8" y="1228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8"/>
            <p:cNvSpPr/>
            <p:nvPr/>
          </p:nvSpPr>
          <p:spPr>
            <a:xfrm>
              <a:off x="282365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15190" y="0"/>
                  </a:moveTo>
                  <a:lnTo>
                    <a:pt x="0" y="8323"/>
                  </a:lnTo>
                  <a:lnTo>
                    <a:pt x="15190" y="8323"/>
                  </a:lnTo>
                  <a:lnTo>
                    <a:pt x="1519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8"/>
            <p:cNvSpPr/>
            <p:nvPr/>
          </p:nvSpPr>
          <p:spPr>
            <a:xfrm>
              <a:off x="208005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16828" y="0"/>
                  </a:moveTo>
                  <a:lnTo>
                    <a:pt x="10643" y="5139"/>
                  </a:lnTo>
                  <a:cubicBezTo>
                    <a:pt x="7596" y="7641"/>
                    <a:pt x="3912" y="9142"/>
                    <a:pt x="0" y="9460"/>
                  </a:cubicBezTo>
                  <a:cubicBezTo>
                    <a:pt x="2274" y="11870"/>
                    <a:pt x="5458" y="13280"/>
                    <a:pt x="8823" y="13280"/>
                  </a:cubicBezTo>
                  <a:lnTo>
                    <a:pt x="44934" y="13280"/>
                  </a:lnTo>
                  <a:lnTo>
                    <a:pt x="44934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8"/>
            <p:cNvSpPr/>
            <p:nvPr/>
          </p:nvSpPr>
          <p:spPr>
            <a:xfrm>
              <a:off x="2458675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9960" y="0"/>
                  </a:moveTo>
                  <a:lnTo>
                    <a:pt x="5594" y="7550"/>
                  </a:lnTo>
                  <a:cubicBezTo>
                    <a:pt x="4002" y="10370"/>
                    <a:pt x="2047" y="12325"/>
                    <a:pt x="0" y="13280"/>
                  </a:cubicBezTo>
                  <a:lnTo>
                    <a:pt x="29789" y="13280"/>
                  </a:lnTo>
                  <a:lnTo>
                    <a:pt x="29789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8"/>
            <p:cNvSpPr/>
            <p:nvPr/>
          </p:nvSpPr>
          <p:spPr>
            <a:xfrm>
              <a:off x="24257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8" y="8960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8"/>
            <p:cNvSpPr/>
            <p:nvPr/>
          </p:nvSpPr>
          <p:spPr>
            <a:xfrm>
              <a:off x="2318825" y="2018950"/>
              <a:ext cx="884600" cy="485525"/>
            </a:xfrm>
            <a:custGeom>
              <a:rect b="b" l="l" r="r" t="t"/>
              <a:pathLst>
                <a:path extrusionOk="0" h="19421" w="35384">
                  <a:moveTo>
                    <a:pt x="35383" y="0"/>
                  </a:moveTo>
                  <a:lnTo>
                    <a:pt x="8732" y="14599"/>
                  </a:lnTo>
                  <a:cubicBezTo>
                    <a:pt x="6004" y="16100"/>
                    <a:pt x="3047" y="17010"/>
                    <a:pt x="0" y="17373"/>
                  </a:cubicBezTo>
                  <a:lnTo>
                    <a:pt x="500" y="17874"/>
                  </a:lnTo>
                  <a:cubicBezTo>
                    <a:pt x="1501" y="18874"/>
                    <a:pt x="2865" y="19420"/>
                    <a:pt x="4275" y="19420"/>
                  </a:cubicBezTo>
                  <a:lnTo>
                    <a:pt x="35383" y="19420"/>
                  </a:lnTo>
                  <a:lnTo>
                    <a:pt x="35383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8"/>
            <p:cNvSpPr/>
            <p:nvPr/>
          </p:nvSpPr>
          <p:spPr>
            <a:xfrm>
              <a:off x="24257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8" y="1228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8"/>
            <p:cNvSpPr/>
            <p:nvPr/>
          </p:nvSpPr>
          <p:spPr>
            <a:xfrm>
              <a:off x="282365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15190" y="0"/>
                  </a:moveTo>
                  <a:lnTo>
                    <a:pt x="0" y="8323"/>
                  </a:lnTo>
                  <a:lnTo>
                    <a:pt x="15190" y="8323"/>
                  </a:lnTo>
                  <a:lnTo>
                    <a:pt x="15190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8"/>
            <p:cNvSpPr/>
            <p:nvPr/>
          </p:nvSpPr>
          <p:spPr>
            <a:xfrm>
              <a:off x="2256275" y="3590275"/>
              <a:ext cx="947150" cy="93250"/>
            </a:xfrm>
            <a:custGeom>
              <a:rect b="b" l="l" r="r" t="t"/>
              <a:pathLst>
                <a:path extrusionOk="0" h="3730" w="37886">
                  <a:moveTo>
                    <a:pt x="1" y="0"/>
                  </a:moveTo>
                  <a:lnTo>
                    <a:pt x="1" y="3730"/>
                  </a:lnTo>
                  <a:lnTo>
                    <a:pt x="37885" y="3730"/>
                  </a:lnTo>
                  <a:lnTo>
                    <a:pt x="3788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8"/>
            <p:cNvSpPr/>
            <p:nvPr/>
          </p:nvSpPr>
          <p:spPr>
            <a:xfrm>
              <a:off x="1876525" y="2943325"/>
              <a:ext cx="1326900" cy="160325"/>
            </a:xfrm>
            <a:custGeom>
              <a:rect b="b" l="l" r="r" t="t"/>
              <a:pathLst>
                <a:path extrusionOk="0" h="6413" w="53076">
                  <a:moveTo>
                    <a:pt x="0" y="0"/>
                  </a:moveTo>
                  <a:lnTo>
                    <a:pt x="0" y="6413"/>
                  </a:lnTo>
                  <a:lnTo>
                    <a:pt x="53075" y="6413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8"/>
            <p:cNvSpPr/>
            <p:nvPr/>
          </p:nvSpPr>
          <p:spPr>
            <a:xfrm>
              <a:off x="1876525" y="2943325"/>
              <a:ext cx="1326900" cy="34125"/>
            </a:xfrm>
            <a:custGeom>
              <a:rect b="b" l="l" r="r" t="t"/>
              <a:pathLst>
                <a:path extrusionOk="0" h="1365" w="53076">
                  <a:moveTo>
                    <a:pt x="0" y="0"/>
                  </a:moveTo>
                  <a:lnTo>
                    <a:pt x="0" y="1365"/>
                  </a:lnTo>
                  <a:lnTo>
                    <a:pt x="53075" y="1365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8"/>
            <p:cNvSpPr/>
            <p:nvPr/>
          </p:nvSpPr>
          <p:spPr>
            <a:xfrm>
              <a:off x="1871975" y="3315125"/>
              <a:ext cx="1331450" cy="33000"/>
            </a:xfrm>
            <a:custGeom>
              <a:rect b="b" l="l" r="r" t="t"/>
              <a:pathLst>
                <a:path extrusionOk="0" h="1320" w="53258">
                  <a:moveTo>
                    <a:pt x="1" y="0"/>
                  </a:moveTo>
                  <a:lnTo>
                    <a:pt x="1" y="1319"/>
                  </a:lnTo>
                  <a:lnTo>
                    <a:pt x="53257" y="1319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8"/>
            <p:cNvSpPr/>
            <p:nvPr/>
          </p:nvSpPr>
          <p:spPr>
            <a:xfrm>
              <a:off x="1669600" y="3224150"/>
              <a:ext cx="1533825" cy="43225"/>
            </a:xfrm>
            <a:custGeom>
              <a:rect b="b" l="l" r="r" t="t"/>
              <a:pathLst>
                <a:path extrusionOk="0" h="1729" w="61353">
                  <a:moveTo>
                    <a:pt x="910" y="1"/>
                  </a:moveTo>
                  <a:cubicBezTo>
                    <a:pt x="637" y="137"/>
                    <a:pt x="319" y="228"/>
                    <a:pt x="0" y="365"/>
                  </a:cubicBezTo>
                  <a:cubicBezTo>
                    <a:pt x="1456" y="1274"/>
                    <a:pt x="3047" y="1729"/>
                    <a:pt x="4639" y="1729"/>
                  </a:cubicBezTo>
                  <a:lnTo>
                    <a:pt x="61352" y="1729"/>
                  </a:lnTo>
                  <a:lnTo>
                    <a:pt x="61352" y="956"/>
                  </a:lnTo>
                  <a:lnTo>
                    <a:pt x="4639" y="956"/>
                  </a:lnTo>
                  <a:cubicBezTo>
                    <a:pt x="3366" y="956"/>
                    <a:pt x="2138" y="637"/>
                    <a:pt x="91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8"/>
            <p:cNvSpPr/>
            <p:nvPr/>
          </p:nvSpPr>
          <p:spPr>
            <a:xfrm>
              <a:off x="2622400" y="2564700"/>
              <a:ext cx="103475" cy="103500"/>
            </a:xfrm>
            <a:custGeom>
              <a:rect b="b" l="l" r="r" t="t"/>
              <a:pathLst>
                <a:path extrusionOk="0" h="4140" w="4139">
                  <a:moveTo>
                    <a:pt x="0" y="0"/>
                  </a:moveTo>
                  <a:lnTo>
                    <a:pt x="0" y="4139"/>
                  </a:lnTo>
                  <a:lnTo>
                    <a:pt x="4139" y="4139"/>
                  </a:lnTo>
                  <a:lnTo>
                    <a:pt x="4139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8"/>
            <p:cNvSpPr/>
            <p:nvPr/>
          </p:nvSpPr>
          <p:spPr>
            <a:xfrm>
              <a:off x="2769075" y="1848400"/>
              <a:ext cx="77325" cy="78475"/>
            </a:xfrm>
            <a:custGeom>
              <a:rect b="b" l="l" r="r" t="t"/>
              <a:pathLst>
                <a:path extrusionOk="0" h="3139" w="3093">
                  <a:moveTo>
                    <a:pt x="0" y="0"/>
                  </a:moveTo>
                  <a:lnTo>
                    <a:pt x="0" y="3138"/>
                  </a:lnTo>
                  <a:lnTo>
                    <a:pt x="3093" y="3138"/>
                  </a:lnTo>
                  <a:lnTo>
                    <a:pt x="3093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8"/>
            <p:cNvSpPr/>
            <p:nvPr/>
          </p:nvSpPr>
          <p:spPr>
            <a:xfrm>
              <a:off x="2850925" y="4155350"/>
              <a:ext cx="352500" cy="503725"/>
            </a:xfrm>
            <a:custGeom>
              <a:rect b="b" l="l" r="r" t="t"/>
              <a:pathLst>
                <a:path extrusionOk="0" h="20149" w="14100">
                  <a:moveTo>
                    <a:pt x="1" y="1"/>
                  </a:moveTo>
                  <a:lnTo>
                    <a:pt x="1" y="20148"/>
                  </a:lnTo>
                  <a:lnTo>
                    <a:pt x="14099" y="20148"/>
                  </a:lnTo>
                  <a:lnTo>
                    <a:pt x="14099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8"/>
            <p:cNvSpPr/>
            <p:nvPr/>
          </p:nvSpPr>
          <p:spPr>
            <a:xfrm>
              <a:off x="2110750" y="2993350"/>
              <a:ext cx="1092675" cy="600350"/>
            </a:xfrm>
            <a:custGeom>
              <a:rect b="b" l="l" r="r" t="t"/>
              <a:pathLst>
                <a:path extrusionOk="0" h="24014" w="43707">
                  <a:moveTo>
                    <a:pt x="43706" y="0"/>
                  </a:moveTo>
                  <a:lnTo>
                    <a:pt x="10779" y="18056"/>
                  </a:lnTo>
                  <a:cubicBezTo>
                    <a:pt x="7459" y="19875"/>
                    <a:pt x="3775" y="21012"/>
                    <a:pt x="0" y="21421"/>
                  </a:cubicBezTo>
                  <a:lnTo>
                    <a:pt x="637" y="22058"/>
                  </a:lnTo>
                  <a:cubicBezTo>
                    <a:pt x="1865" y="23332"/>
                    <a:pt x="3548" y="24014"/>
                    <a:pt x="5321" y="24014"/>
                  </a:cubicBezTo>
                  <a:lnTo>
                    <a:pt x="43706" y="24014"/>
                  </a:lnTo>
                  <a:lnTo>
                    <a:pt x="43706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7" name="Google Shape;7837;p8"/>
            <p:cNvSpPr/>
            <p:nvPr/>
          </p:nvSpPr>
          <p:spPr>
            <a:xfrm>
              <a:off x="2648550" y="3100225"/>
              <a:ext cx="554875" cy="303600"/>
            </a:xfrm>
            <a:custGeom>
              <a:rect b="b" l="l" r="r" t="t"/>
              <a:pathLst>
                <a:path extrusionOk="0" h="12144" w="22195">
                  <a:moveTo>
                    <a:pt x="22194" y="0"/>
                  </a:moveTo>
                  <a:lnTo>
                    <a:pt x="0" y="12144"/>
                  </a:lnTo>
                  <a:lnTo>
                    <a:pt x="22194" y="12144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8"/>
            <p:cNvSpPr/>
            <p:nvPr/>
          </p:nvSpPr>
          <p:spPr>
            <a:xfrm>
              <a:off x="2343825" y="3683500"/>
              <a:ext cx="859600" cy="482125"/>
            </a:xfrm>
            <a:custGeom>
              <a:rect b="b" l="l" r="r" t="t"/>
              <a:pathLst>
                <a:path extrusionOk="0" h="19285" w="34384">
                  <a:moveTo>
                    <a:pt x="1" y="1"/>
                  </a:moveTo>
                  <a:lnTo>
                    <a:pt x="1" y="19284"/>
                  </a:lnTo>
                  <a:lnTo>
                    <a:pt x="34383" y="19284"/>
                  </a:lnTo>
                  <a:lnTo>
                    <a:pt x="34383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8"/>
            <p:cNvSpPr/>
            <p:nvPr/>
          </p:nvSpPr>
          <p:spPr>
            <a:xfrm>
              <a:off x="2337000" y="4165600"/>
              <a:ext cx="866425" cy="44350"/>
            </a:xfrm>
            <a:custGeom>
              <a:rect b="b" l="l" r="r" t="t"/>
              <a:pathLst>
                <a:path extrusionOk="0" h="1774" w="34657">
                  <a:moveTo>
                    <a:pt x="1" y="0"/>
                  </a:moveTo>
                  <a:lnTo>
                    <a:pt x="1" y="1774"/>
                  </a:lnTo>
                  <a:lnTo>
                    <a:pt x="34656" y="1774"/>
                  </a:lnTo>
                  <a:lnTo>
                    <a:pt x="346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8"/>
            <p:cNvSpPr/>
            <p:nvPr/>
          </p:nvSpPr>
          <p:spPr>
            <a:xfrm>
              <a:off x="2622400" y="3872250"/>
              <a:ext cx="103475" cy="104625"/>
            </a:xfrm>
            <a:custGeom>
              <a:rect b="b" l="l" r="r" t="t"/>
              <a:pathLst>
                <a:path extrusionOk="0" h="4185" w="4139">
                  <a:moveTo>
                    <a:pt x="0" y="0"/>
                  </a:moveTo>
                  <a:lnTo>
                    <a:pt x="0" y="4184"/>
                  </a:lnTo>
                  <a:lnTo>
                    <a:pt x="4139" y="4184"/>
                  </a:lnTo>
                  <a:lnTo>
                    <a:pt x="4139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8"/>
            <p:cNvSpPr/>
            <p:nvPr/>
          </p:nvSpPr>
          <p:spPr>
            <a:xfrm>
              <a:off x="2067550" y="4595375"/>
              <a:ext cx="1135875" cy="63700"/>
            </a:xfrm>
            <a:custGeom>
              <a:rect b="b" l="l" r="r" t="t"/>
              <a:pathLst>
                <a:path extrusionOk="0" h="2548" w="45435">
                  <a:moveTo>
                    <a:pt x="0" y="0"/>
                  </a:moveTo>
                  <a:lnTo>
                    <a:pt x="0" y="2547"/>
                  </a:lnTo>
                  <a:lnTo>
                    <a:pt x="45434" y="2547"/>
                  </a:lnTo>
                  <a:lnTo>
                    <a:pt x="4543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42" name="Google Shape;7842;p8"/>
          <p:cNvGrpSpPr/>
          <p:nvPr/>
        </p:nvGrpSpPr>
        <p:grpSpPr>
          <a:xfrm>
            <a:off x="1391857" y="539061"/>
            <a:ext cx="443090" cy="415211"/>
            <a:chOff x="2987700" y="3560325"/>
            <a:chExt cx="386708" cy="362377"/>
          </a:xfrm>
        </p:grpSpPr>
        <p:sp>
          <p:nvSpPr>
            <p:cNvPr id="7843" name="Google Shape;7843;p8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8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8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8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8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8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8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8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8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8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8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8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8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8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8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8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8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8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8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8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8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8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8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66" name="Google Shape;7866;p8"/>
          <p:cNvGrpSpPr/>
          <p:nvPr/>
        </p:nvGrpSpPr>
        <p:grpSpPr>
          <a:xfrm>
            <a:off x="911387" y="1359836"/>
            <a:ext cx="295252" cy="276675"/>
            <a:chOff x="2987700" y="3560325"/>
            <a:chExt cx="386708" cy="362377"/>
          </a:xfrm>
        </p:grpSpPr>
        <p:sp>
          <p:nvSpPr>
            <p:cNvPr id="7867" name="Google Shape;7867;p8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8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8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8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8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8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8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8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8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8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8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8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8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8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8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8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8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8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8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8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8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8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8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90" name="Google Shape;7890;p8"/>
          <p:cNvGrpSpPr/>
          <p:nvPr/>
        </p:nvGrpSpPr>
        <p:grpSpPr>
          <a:xfrm>
            <a:off x="7286162" y="4466123"/>
            <a:ext cx="295252" cy="276675"/>
            <a:chOff x="2987700" y="3560325"/>
            <a:chExt cx="386708" cy="362377"/>
          </a:xfrm>
        </p:grpSpPr>
        <p:sp>
          <p:nvSpPr>
            <p:cNvPr id="7891" name="Google Shape;7891;p8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8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8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8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8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6" name="Google Shape;7896;p8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7" name="Google Shape;7897;p8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8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8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0" name="Google Shape;7900;p8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8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8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8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8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8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8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8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8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8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8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8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8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8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914" name="Google Shape;7914;p8"/>
          <p:cNvSpPr/>
          <p:nvPr/>
        </p:nvSpPr>
        <p:spPr>
          <a:xfrm>
            <a:off x="2014798" y="3773826"/>
            <a:ext cx="2909303" cy="930490"/>
          </a:xfrm>
          <a:custGeom>
            <a:rect b="b" l="l" r="r" t="t"/>
            <a:pathLst>
              <a:path extrusionOk="0" h="23627" w="73873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5" name="Google Shape;7915;p8"/>
          <p:cNvSpPr/>
          <p:nvPr/>
        </p:nvSpPr>
        <p:spPr>
          <a:xfrm>
            <a:off x="5960600" y="434563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7916" name="Shape 7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17" name="Google Shape;7917;p9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7918" name="Google Shape;7918;p9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9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9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9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9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9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9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9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9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9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9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9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9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9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9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9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9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9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9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9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9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9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9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9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9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9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9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9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9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9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9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9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9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9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9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3" name="Google Shape;7953;p9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4" name="Google Shape;7954;p9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9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9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9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9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9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9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9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2" name="Google Shape;7962;p9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3" name="Google Shape;7963;p9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9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5" name="Google Shape;7965;p9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6" name="Google Shape;7966;p9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9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9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9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9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9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2" name="Google Shape;7972;p9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9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4" name="Google Shape;7974;p9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9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9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7" name="Google Shape;7977;p9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8" name="Google Shape;7978;p9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9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9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9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9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9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9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9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9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9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9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9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9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9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9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9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9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9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9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9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9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9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9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9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9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9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9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9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9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9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9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9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9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9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9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9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9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9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9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9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8" name="Google Shape;8018;p9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9" name="Google Shape;8019;p9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0" name="Google Shape;8020;p9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1" name="Google Shape;8021;p9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2" name="Google Shape;8022;p9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3" name="Google Shape;8023;p9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4" name="Google Shape;8024;p9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5" name="Google Shape;8025;p9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6" name="Google Shape;8026;p9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7" name="Google Shape;8027;p9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8" name="Google Shape;8028;p9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9" name="Google Shape;8029;p9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0" name="Google Shape;8030;p9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1" name="Google Shape;8031;p9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2" name="Google Shape;8032;p9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3" name="Google Shape;8033;p9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4" name="Google Shape;8034;p9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5" name="Google Shape;8035;p9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6" name="Google Shape;8036;p9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7" name="Google Shape;8037;p9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8" name="Google Shape;8038;p9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9" name="Google Shape;8039;p9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0" name="Google Shape;8040;p9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1" name="Google Shape;8041;p9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2" name="Google Shape;8042;p9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3" name="Google Shape;8043;p9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4" name="Google Shape;8044;p9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5" name="Google Shape;8045;p9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6" name="Google Shape;8046;p9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7" name="Google Shape;8047;p9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8" name="Google Shape;8048;p9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9" name="Google Shape;8049;p9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0" name="Google Shape;8050;p9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1" name="Google Shape;8051;p9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2" name="Google Shape;8052;p9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3" name="Google Shape;8053;p9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4" name="Google Shape;8054;p9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5" name="Google Shape;8055;p9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6" name="Google Shape;8056;p9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7" name="Google Shape;8057;p9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8" name="Google Shape;8058;p9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9" name="Google Shape;8059;p9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0" name="Google Shape;8060;p9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1" name="Google Shape;8061;p9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2" name="Google Shape;8062;p9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3" name="Google Shape;8063;p9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4" name="Google Shape;8064;p9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5" name="Google Shape;8065;p9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6" name="Google Shape;8066;p9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7" name="Google Shape;8067;p9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8" name="Google Shape;8068;p9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9" name="Google Shape;8069;p9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0" name="Google Shape;8070;p9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1" name="Google Shape;8071;p9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2" name="Google Shape;8072;p9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3" name="Google Shape;8073;p9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4" name="Google Shape;8074;p9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5" name="Google Shape;8075;p9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6" name="Google Shape;8076;p9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7" name="Google Shape;8077;p9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8" name="Google Shape;8078;p9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9" name="Google Shape;8079;p9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0" name="Google Shape;8080;p9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1" name="Google Shape;8081;p9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2" name="Google Shape;8082;p9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3" name="Google Shape;8083;p9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4" name="Google Shape;8084;p9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5" name="Google Shape;8085;p9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6" name="Google Shape;8086;p9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7" name="Google Shape;8087;p9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8" name="Google Shape;8088;p9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9" name="Google Shape;8089;p9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0" name="Google Shape;8090;p9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1" name="Google Shape;8091;p9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2" name="Google Shape;8092;p9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3" name="Google Shape;8093;p9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4" name="Google Shape;8094;p9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5" name="Google Shape;8095;p9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6" name="Google Shape;8096;p9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7" name="Google Shape;8097;p9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8" name="Google Shape;8098;p9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9" name="Google Shape;8099;p9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0" name="Google Shape;8100;p9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1" name="Google Shape;8101;p9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2" name="Google Shape;8102;p9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3" name="Google Shape;8103;p9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4" name="Google Shape;8104;p9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5" name="Google Shape;8105;p9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6" name="Google Shape;8106;p9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7" name="Google Shape;8107;p9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8" name="Google Shape;8108;p9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9" name="Google Shape;8109;p9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0" name="Google Shape;8110;p9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1" name="Google Shape;8111;p9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2" name="Google Shape;8112;p9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3" name="Google Shape;8113;p9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4" name="Google Shape;8114;p9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5" name="Google Shape;8115;p9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6" name="Google Shape;8116;p9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7" name="Google Shape;8117;p9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8" name="Google Shape;8118;p9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9" name="Google Shape;8119;p9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0" name="Google Shape;8120;p9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1" name="Google Shape;8121;p9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2" name="Google Shape;8122;p9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3" name="Google Shape;8123;p9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4" name="Google Shape;8124;p9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5" name="Google Shape;8125;p9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6" name="Google Shape;8126;p9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7" name="Google Shape;8127;p9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8" name="Google Shape;8128;p9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9" name="Google Shape;8129;p9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0" name="Google Shape;8130;p9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1" name="Google Shape;8131;p9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2" name="Google Shape;8132;p9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3" name="Google Shape;8133;p9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4" name="Google Shape;8134;p9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5" name="Google Shape;8135;p9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6" name="Google Shape;8136;p9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7" name="Google Shape;8137;p9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8" name="Google Shape;8138;p9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9" name="Google Shape;8139;p9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0" name="Google Shape;8140;p9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1" name="Google Shape;8141;p9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2" name="Google Shape;8142;p9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3" name="Google Shape;8143;p9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4" name="Google Shape;8144;p9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5" name="Google Shape;8145;p9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6" name="Google Shape;8146;p9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7" name="Google Shape;8147;p9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8" name="Google Shape;8148;p9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9" name="Google Shape;8149;p9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0" name="Google Shape;8150;p9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1" name="Google Shape;8151;p9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2" name="Google Shape;8152;p9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3" name="Google Shape;8153;p9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4" name="Google Shape;8154;p9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5" name="Google Shape;8155;p9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6" name="Google Shape;8156;p9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7" name="Google Shape;8157;p9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8" name="Google Shape;8158;p9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9" name="Google Shape;8159;p9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0" name="Google Shape;8160;p9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1" name="Google Shape;8161;p9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2" name="Google Shape;8162;p9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3" name="Google Shape;8163;p9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4" name="Google Shape;8164;p9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5" name="Google Shape;8165;p9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6" name="Google Shape;8166;p9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7" name="Google Shape;8167;p9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8" name="Google Shape;8168;p9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9" name="Google Shape;8169;p9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0" name="Google Shape;8170;p9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1" name="Google Shape;8171;p9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2" name="Google Shape;8172;p9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3" name="Google Shape;8173;p9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4" name="Google Shape;8174;p9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5" name="Google Shape;8175;p9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6" name="Google Shape;8176;p9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7" name="Google Shape;8177;p9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8" name="Google Shape;8178;p9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9" name="Google Shape;8179;p9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0" name="Google Shape;8180;p9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1" name="Google Shape;8181;p9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2" name="Google Shape;8182;p9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3" name="Google Shape;8183;p9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4" name="Google Shape;8184;p9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5" name="Google Shape;8185;p9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6" name="Google Shape;8186;p9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7" name="Google Shape;8187;p9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8" name="Google Shape;8188;p9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9" name="Google Shape;8189;p9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0" name="Google Shape;8190;p9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1" name="Google Shape;8191;p9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2" name="Google Shape;8192;p9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3" name="Google Shape;8193;p9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4" name="Google Shape;8194;p9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5" name="Google Shape;8195;p9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6" name="Google Shape;8196;p9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7" name="Google Shape;8197;p9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8" name="Google Shape;8198;p9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9" name="Google Shape;8199;p9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0" name="Google Shape;8200;p9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1" name="Google Shape;8201;p9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2" name="Google Shape;8202;p9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3" name="Google Shape;8203;p9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4" name="Google Shape;8204;p9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5" name="Google Shape;8205;p9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6" name="Google Shape;8206;p9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7" name="Google Shape;8207;p9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8" name="Google Shape;8208;p9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9" name="Google Shape;8209;p9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0" name="Google Shape;8210;p9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1" name="Google Shape;8211;p9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2" name="Google Shape;8212;p9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3" name="Google Shape;8213;p9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4" name="Google Shape;8214;p9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5" name="Google Shape;8215;p9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6" name="Google Shape;8216;p9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7" name="Google Shape;8217;p9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8" name="Google Shape;8218;p9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9" name="Google Shape;8219;p9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0" name="Google Shape;8220;p9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1" name="Google Shape;8221;p9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2" name="Google Shape;8222;p9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3" name="Google Shape;8223;p9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4" name="Google Shape;8224;p9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5" name="Google Shape;8225;p9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6" name="Google Shape;8226;p9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7" name="Google Shape;8227;p9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8" name="Google Shape;8228;p9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9" name="Google Shape;8229;p9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0" name="Google Shape;8230;p9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1" name="Google Shape;8231;p9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2" name="Google Shape;8232;p9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3" name="Google Shape;8233;p9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4" name="Google Shape;8234;p9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5" name="Google Shape;8235;p9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6" name="Google Shape;8236;p9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7" name="Google Shape;8237;p9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8" name="Google Shape;8238;p9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9" name="Google Shape;8239;p9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0" name="Google Shape;8240;p9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1" name="Google Shape;8241;p9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2" name="Google Shape;8242;p9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3" name="Google Shape;8243;p9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4" name="Google Shape;8244;p9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5" name="Google Shape;8245;p9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6" name="Google Shape;8246;p9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7" name="Google Shape;8247;p9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8" name="Google Shape;8248;p9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9" name="Google Shape;8249;p9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0" name="Google Shape;8250;p9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1" name="Google Shape;8251;p9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2" name="Google Shape;8252;p9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3" name="Google Shape;8253;p9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4" name="Google Shape;8254;p9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5" name="Google Shape;8255;p9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6" name="Google Shape;8256;p9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7" name="Google Shape;8257;p9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8" name="Google Shape;8258;p9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9" name="Google Shape;8259;p9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0" name="Google Shape;8260;p9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1" name="Google Shape;8261;p9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2" name="Google Shape;8262;p9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3" name="Google Shape;8263;p9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4" name="Google Shape;8264;p9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5" name="Google Shape;8265;p9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6" name="Google Shape;8266;p9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7" name="Google Shape;8267;p9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8" name="Google Shape;8268;p9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9" name="Google Shape;8269;p9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0" name="Google Shape;8270;p9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1" name="Google Shape;8271;p9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2" name="Google Shape;8272;p9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3" name="Google Shape;8273;p9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4" name="Google Shape;8274;p9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5" name="Google Shape;8275;p9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6" name="Google Shape;8276;p9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7" name="Google Shape;8277;p9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8" name="Google Shape;8278;p9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9" name="Google Shape;8279;p9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0" name="Google Shape;8280;p9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1" name="Google Shape;8281;p9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2" name="Google Shape;8282;p9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3" name="Google Shape;8283;p9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4" name="Google Shape;8284;p9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5" name="Google Shape;8285;p9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6" name="Google Shape;8286;p9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7" name="Google Shape;8287;p9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8" name="Google Shape;8288;p9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9" name="Google Shape;8289;p9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0" name="Google Shape;8290;p9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1" name="Google Shape;8291;p9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2" name="Google Shape;8292;p9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3" name="Google Shape;8293;p9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4" name="Google Shape;8294;p9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5" name="Google Shape;8295;p9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6" name="Google Shape;8296;p9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7" name="Google Shape;8297;p9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8" name="Google Shape;8298;p9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9" name="Google Shape;8299;p9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0" name="Google Shape;8300;p9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1" name="Google Shape;8301;p9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2" name="Google Shape;8302;p9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3" name="Google Shape;8303;p9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4" name="Google Shape;8304;p9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5" name="Google Shape;8305;p9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6" name="Google Shape;8306;p9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7" name="Google Shape;8307;p9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8" name="Google Shape;8308;p9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9" name="Google Shape;8309;p9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0" name="Google Shape;8310;p9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1" name="Google Shape;8311;p9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2" name="Google Shape;8312;p9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3" name="Google Shape;8313;p9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4" name="Google Shape;8314;p9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5" name="Google Shape;8315;p9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6" name="Google Shape;8316;p9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7" name="Google Shape;8317;p9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8" name="Google Shape;8318;p9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9" name="Google Shape;8319;p9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0" name="Google Shape;8320;p9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1" name="Google Shape;8321;p9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2" name="Google Shape;8322;p9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p9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4" name="Google Shape;8324;p9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5" name="Google Shape;8325;p9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p9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7" name="Google Shape;8327;p9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8" name="Google Shape;8328;p9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9" name="Google Shape;8329;p9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0" name="Google Shape;8330;p9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1" name="Google Shape;8331;p9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2" name="Google Shape;8332;p9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3" name="Google Shape;8333;p9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4" name="Google Shape;8334;p9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5" name="Google Shape;8335;p9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6" name="Google Shape;8336;p9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7" name="Google Shape;8337;p9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8" name="Google Shape;8338;p9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9" name="Google Shape;8339;p9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0" name="Google Shape;8340;p9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1" name="Google Shape;8341;p9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2" name="Google Shape;8342;p9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3" name="Google Shape;8343;p9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4" name="Google Shape;8344;p9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5" name="Google Shape;8345;p9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6" name="Google Shape;8346;p9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7" name="Google Shape;8347;p9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8" name="Google Shape;8348;p9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9" name="Google Shape;8349;p9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0" name="Google Shape;8350;p9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1" name="Google Shape;8351;p9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2" name="Google Shape;8352;p9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3" name="Google Shape;8353;p9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4" name="Google Shape;8354;p9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5" name="Google Shape;8355;p9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6" name="Google Shape;8356;p9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7" name="Google Shape;8357;p9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8" name="Google Shape;8358;p9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9" name="Google Shape;8359;p9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0" name="Google Shape;8360;p9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1" name="Google Shape;8361;p9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2" name="Google Shape;8362;p9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3" name="Google Shape;8363;p9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p9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5" name="Google Shape;8365;p9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6" name="Google Shape;8366;p9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7" name="Google Shape;8367;p9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8" name="Google Shape;8368;p9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9" name="Google Shape;8369;p9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0" name="Google Shape;8370;p9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1" name="Google Shape;8371;p9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2" name="Google Shape;8372;p9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3" name="Google Shape;8373;p9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p9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p9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6" name="Google Shape;8376;p9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7" name="Google Shape;8377;p9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8" name="Google Shape;8378;p9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9" name="Google Shape;8379;p9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0" name="Google Shape;8380;p9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1" name="Google Shape;8381;p9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2" name="Google Shape;8382;p9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3" name="Google Shape;8383;p9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4" name="Google Shape;8384;p9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5" name="Google Shape;8385;p9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6" name="Google Shape;8386;p9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7" name="Google Shape;8387;p9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8" name="Google Shape;8388;p9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9" name="Google Shape;8389;p9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0" name="Google Shape;8390;p9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1" name="Google Shape;8391;p9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2" name="Google Shape;8392;p9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3" name="Google Shape;8393;p9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4" name="Google Shape;8394;p9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5" name="Google Shape;8395;p9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6" name="Google Shape;8396;p9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7" name="Google Shape;8397;p9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8" name="Google Shape;8398;p9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9" name="Google Shape;8399;p9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0" name="Google Shape;8400;p9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1" name="Google Shape;8401;p9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2" name="Google Shape;8402;p9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3" name="Google Shape;8403;p9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4" name="Google Shape;8404;p9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5" name="Google Shape;8405;p9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6" name="Google Shape;8406;p9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7" name="Google Shape;8407;p9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8" name="Google Shape;8408;p9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9" name="Google Shape;8409;p9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0" name="Google Shape;8410;p9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1" name="Google Shape;8411;p9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2" name="Google Shape;8412;p9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3" name="Google Shape;8413;p9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4" name="Google Shape;8414;p9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5" name="Google Shape;8415;p9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6" name="Google Shape;8416;p9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7" name="Google Shape;8417;p9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p9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9" name="Google Shape;8419;p9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0" name="Google Shape;8420;p9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1" name="Google Shape;8421;p9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2" name="Google Shape;8422;p9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3" name="Google Shape;8423;p9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4" name="Google Shape;8424;p9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p9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6" name="Google Shape;8426;p9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7" name="Google Shape;8427;p9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8" name="Google Shape;8428;p9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9" name="Google Shape;8429;p9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0" name="Google Shape;8430;p9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1" name="Google Shape;8431;p9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2" name="Google Shape;8432;p9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3" name="Google Shape;8433;p9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4" name="Google Shape;8434;p9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5" name="Google Shape;8435;p9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6" name="Google Shape;8436;p9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p9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8" name="Google Shape;8438;p9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9" name="Google Shape;8439;p9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0" name="Google Shape;8440;p9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1" name="Google Shape;8441;p9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2" name="Google Shape;8442;p9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3" name="Google Shape;8443;p9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4" name="Google Shape;8444;p9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5" name="Google Shape;8445;p9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6" name="Google Shape;8446;p9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7" name="Google Shape;8447;p9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8" name="Google Shape;8448;p9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9" name="Google Shape;8449;p9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0" name="Google Shape;8450;p9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1" name="Google Shape;8451;p9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2" name="Google Shape;8452;p9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3" name="Google Shape;8453;p9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4" name="Google Shape;8454;p9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5" name="Google Shape;8455;p9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6" name="Google Shape;8456;p9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7" name="Google Shape;8457;p9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8" name="Google Shape;8458;p9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9" name="Google Shape;8459;p9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0" name="Google Shape;8460;p9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1" name="Google Shape;8461;p9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2" name="Google Shape;8462;p9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3" name="Google Shape;8463;p9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4" name="Google Shape;8464;p9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5" name="Google Shape;8465;p9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p9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p9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p9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9" name="Google Shape;8469;p9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0" name="Google Shape;8470;p9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1" name="Google Shape;8471;p9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2" name="Google Shape;8472;p9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3" name="Google Shape;8473;p9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p9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5" name="Google Shape;8475;p9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6" name="Google Shape;8476;p9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7" name="Google Shape;8477;p9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8" name="Google Shape;8478;p9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9" name="Google Shape;8479;p9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0" name="Google Shape;8480;p9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1" name="Google Shape;8481;p9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2" name="Google Shape;8482;p9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3" name="Google Shape;8483;p9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4" name="Google Shape;8484;p9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5" name="Google Shape;8485;p9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6" name="Google Shape;8486;p9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7" name="Google Shape;8487;p9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8" name="Google Shape;8488;p9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9" name="Google Shape;8489;p9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0" name="Google Shape;8490;p9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1" name="Google Shape;8491;p9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2" name="Google Shape;8492;p9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3" name="Google Shape;8493;p9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4" name="Google Shape;8494;p9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5" name="Google Shape;8495;p9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6" name="Google Shape;8496;p9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7" name="Google Shape;8497;p9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8" name="Google Shape;8498;p9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9" name="Google Shape;8499;p9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0" name="Google Shape;8500;p9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1" name="Google Shape;8501;p9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2" name="Google Shape;8502;p9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3" name="Google Shape;8503;p9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4" name="Google Shape;8504;p9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5" name="Google Shape;8505;p9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6" name="Google Shape;8506;p9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7" name="Google Shape;8507;p9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8" name="Google Shape;8508;p9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9" name="Google Shape;8509;p9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0" name="Google Shape;8510;p9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1" name="Google Shape;8511;p9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2" name="Google Shape;8512;p9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3" name="Google Shape;8513;p9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4" name="Google Shape;8514;p9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5" name="Google Shape;8515;p9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6" name="Google Shape;8516;p9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7" name="Google Shape;8517;p9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8" name="Google Shape;8518;p9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9" name="Google Shape;8519;p9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0" name="Google Shape;8520;p9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1" name="Google Shape;8521;p9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2" name="Google Shape;8522;p9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3" name="Google Shape;8523;p9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4" name="Google Shape;8524;p9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5" name="Google Shape;8525;p9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6" name="Google Shape;8526;p9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7" name="Google Shape;8527;p9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8" name="Google Shape;8528;p9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9" name="Google Shape;8529;p9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0" name="Google Shape;8530;p9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1" name="Google Shape;8531;p9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2" name="Google Shape;8532;p9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3" name="Google Shape;8533;p9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4" name="Google Shape;8534;p9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5" name="Google Shape;8535;p9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6" name="Google Shape;8536;p9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7" name="Google Shape;8537;p9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8" name="Google Shape;8538;p9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9" name="Google Shape;8539;p9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0" name="Google Shape;8540;p9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1" name="Google Shape;8541;p9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2" name="Google Shape;8542;p9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3" name="Google Shape;8543;p9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4" name="Google Shape;8544;p9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5" name="Google Shape;8545;p9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6" name="Google Shape;8546;p9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7" name="Google Shape;8547;p9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8" name="Google Shape;8548;p9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9" name="Google Shape;8549;p9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0" name="Google Shape;8550;p9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1" name="Google Shape;8551;p9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2" name="Google Shape;8552;p9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3" name="Google Shape;8553;p9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p9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5" name="Google Shape;8555;p9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6" name="Google Shape;8556;p9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7" name="Google Shape;8557;p9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8" name="Google Shape;8558;p9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9" name="Google Shape;8559;p9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0" name="Google Shape;8560;p9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1" name="Google Shape;8561;p9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2" name="Google Shape;8562;p9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3" name="Google Shape;8563;p9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4" name="Google Shape;8564;p9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5" name="Google Shape;8565;p9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6" name="Google Shape;8566;p9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7" name="Google Shape;8567;p9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p9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9" name="Google Shape;8569;p9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0" name="Google Shape;8570;p9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1" name="Google Shape;8571;p9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2" name="Google Shape;8572;p9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3" name="Google Shape;8573;p9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4" name="Google Shape;8574;p9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5" name="Google Shape;8575;p9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6" name="Google Shape;8576;p9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7" name="Google Shape;8577;p9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8" name="Google Shape;8578;p9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p9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0" name="Google Shape;8580;p9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1" name="Google Shape;8581;p9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2" name="Google Shape;8582;p9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3" name="Google Shape;8583;p9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4" name="Google Shape;8584;p9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5" name="Google Shape;8585;p9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6" name="Google Shape;8586;p9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7" name="Google Shape;8587;p9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8" name="Google Shape;8588;p9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9" name="Google Shape;8589;p9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p9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1" name="Google Shape;8591;p9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2" name="Google Shape;8592;p9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3" name="Google Shape;8593;p9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4" name="Google Shape;8594;p9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5" name="Google Shape;8595;p9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6" name="Google Shape;8596;p9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7" name="Google Shape;8597;p9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8" name="Google Shape;8598;p9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p9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0" name="Google Shape;8600;p9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1" name="Google Shape;8601;p9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2" name="Google Shape;8602;p9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3" name="Google Shape;8603;p9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4" name="Google Shape;8604;p9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5" name="Google Shape;8605;p9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6" name="Google Shape;8606;p9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p9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8" name="Google Shape;8608;p9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9" name="Google Shape;8609;p9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0" name="Google Shape;8610;p9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1" name="Google Shape;8611;p9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2" name="Google Shape;8612;p9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3" name="Google Shape;8613;p9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4" name="Google Shape;8614;p9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5" name="Google Shape;8615;p9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6" name="Google Shape;8616;p9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7" name="Google Shape;8617;p9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8" name="Google Shape;8618;p9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9" name="Google Shape;8619;p9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0" name="Google Shape;8620;p9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1" name="Google Shape;8621;p9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2" name="Google Shape;8622;p9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3" name="Google Shape;8623;p9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4" name="Google Shape;8624;p9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5" name="Google Shape;8625;p9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6" name="Google Shape;8626;p9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7" name="Google Shape;8627;p9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8" name="Google Shape;8628;p9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9" name="Google Shape;8629;p9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0" name="Google Shape;8630;p9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1" name="Google Shape;8631;p9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2" name="Google Shape;8632;p9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3" name="Google Shape;8633;p9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4" name="Google Shape;8634;p9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5" name="Google Shape;8635;p9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6" name="Google Shape;8636;p9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7" name="Google Shape;8637;p9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8" name="Google Shape;8638;p9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9" name="Google Shape;8639;p9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0" name="Google Shape;8640;p9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1" name="Google Shape;8641;p9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2" name="Google Shape;8642;p9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3" name="Google Shape;8643;p9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4" name="Google Shape;8644;p9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5" name="Google Shape;8645;p9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6" name="Google Shape;8646;p9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7" name="Google Shape;8647;p9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8" name="Google Shape;8648;p9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9" name="Google Shape;8649;p9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0" name="Google Shape;8650;p9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1" name="Google Shape;8651;p9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2" name="Google Shape;8652;p9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3" name="Google Shape;8653;p9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4" name="Google Shape;8654;p9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5" name="Google Shape;8655;p9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6" name="Google Shape;8656;p9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7" name="Google Shape;8657;p9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8" name="Google Shape;8658;p9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9" name="Google Shape;8659;p9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0" name="Google Shape;8660;p9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1" name="Google Shape;8661;p9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2" name="Google Shape;8662;p9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3" name="Google Shape;8663;p9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4" name="Google Shape;8664;p9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5" name="Google Shape;8665;p9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6" name="Google Shape;8666;p9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7" name="Google Shape;8667;p9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8" name="Google Shape;8668;p9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9" name="Google Shape;8669;p9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0" name="Google Shape;8670;p9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1" name="Google Shape;8671;p9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2" name="Google Shape;8672;p9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3" name="Google Shape;8673;p9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4" name="Google Shape;8674;p9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5" name="Google Shape;8675;p9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6" name="Google Shape;8676;p9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7" name="Google Shape;8677;p9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8" name="Google Shape;8678;p9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9" name="Google Shape;8679;p9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0" name="Google Shape;8680;p9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1" name="Google Shape;8681;p9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2" name="Google Shape;8682;p9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3" name="Google Shape;8683;p9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4" name="Google Shape;8684;p9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5" name="Google Shape;8685;p9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6" name="Google Shape;8686;p9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p9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8" name="Google Shape;8688;p9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9" name="Google Shape;8689;p9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p9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1" name="Google Shape;8691;p9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2" name="Google Shape;8692;p9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3" name="Google Shape;8693;p9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4" name="Google Shape;8694;p9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5" name="Google Shape;8695;p9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6" name="Google Shape;8696;p9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7" name="Google Shape;8697;p9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8" name="Google Shape;8698;p9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9" name="Google Shape;8699;p9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0" name="Google Shape;8700;p9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1" name="Google Shape;8701;p9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2" name="Google Shape;8702;p9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3" name="Google Shape;8703;p9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4" name="Google Shape;8704;p9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5" name="Google Shape;8705;p9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6" name="Google Shape;8706;p9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7" name="Google Shape;8707;p9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8" name="Google Shape;8708;p9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9" name="Google Shape;8709;p9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0" name="Google Shape;8710;p9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1" name="Google Shape;8711;p9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2" name="Google Shape;8712;p9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3" name="Google Shape;8713;p9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4" name="Google Shape;8714;p9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5" name="Google Shape;8715;p9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6" name="Google Shape;8716;p9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7" name="Google Shape;8717;p9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p9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9" name="Google Shape;8719;p9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0" name="Google Shape;8720;p9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1" name="Google Shape;8721;p9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p9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3" name="Google Shape;8723;p9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4" name="Google Shape;8724;p9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5" name="Google Shape;8725;p9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6" name="Google Shape;8726;p9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7" name="Google Shape;8727;p9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8" name="Google Shape;8728;p9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9" name="Google Shape;8729;p9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0" name="Google Shape;8730;p9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1" name="Google Shape;8731;p9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2" name="Google Shape;8732;p9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3" name="Google Shape;8733;p9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4" name="Google Shape;8734;p9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5" name="Google Shape;8735;p9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6" name="Google Shape;8736;p9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7" name="Google Shape;8737;p9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8" name="Google Shape;8738;p9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9" name="Google Shape;8739;p9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0" name="Google Shape;8740;p9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1" name="Google Shape;8741;p9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2" name="Google Shape;8742;p9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3" name="Google Shape;8743;p9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4" name="Google Shape;8744;p9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5" name="Google Shape;8745;p9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6" name="Google Shape;8746;p9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p9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8" name="Google Shape;8748;p9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9" name="Google Shape;8749;p9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0" name="Google Shape;8750;p9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1" name="Google Shape;8751;p9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2" name="Google Shape;8752;p9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3" name="Google Shape;8753;p9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4" name="Google Shape;8754;p9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5" name="Google Shape;8755;p9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p9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7" name="Google Shape;8757;p9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8" name="Google Shape;8758;p9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p9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0" name="Google Shape;8760;p9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p9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2" name="Google Shape;8762;p9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3" name="Google Shape;8763;p9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4" name="Google Shape;8764;p9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5" name="Google Shape;8765;p9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6" name="Google Shape;8766;p9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7" name="Google Shape;8767;p9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p9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9" name="Google Shape;8769;p9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0" name="Google Shape;8770;p9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1" name="Google Shape;8771;p9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2" name="Google Shape;8772;p9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3" name="Google Shape;8773;p9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4" name="Google Shape;8774;p9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5" name="Google Shape;8775;p9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6" name="Google Shape;8776;p9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7" name="Google Shape;8777;p9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8" name="Google Shape;8778;p9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9" name="Google Shape;8779;p9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0" name="Google Shape;8780;p9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1" name="Google Shape;8781;p9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2" name="Google Shape;8782;p9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3" name="Google Shape;8783;p9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4" name="Google Shape;8784;p9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5" name="Google Shape;8785;p9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6" name="Google Shape;8786;p9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7" name="Google Shape;8787;p9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8" name="Google Shape;8788;p9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9" name="Google Shape;8789;p9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0" name="Google Shape;8790;p9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1" name="Google Shape;8791;p9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2" name="Google Shape;8792;p9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3" name="Google Shape;8793;p9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4" name="Google Shape;8794;p9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5" name="Google Shape;8795;p9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6" name="Google Shape;8796;p9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7" name="Google Shape;8797;p9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8" name="Google Shape;8798;p9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9" name="Google Shape;8799;p9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0" name="Google Shape;8800;p9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1" name="Google Shape;8801;p9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2" name="Google Shape;8802;p9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3" name="Google Shape;8803;p9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4" name="Google Shape;8804;p9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5" name="Google Shape;8805;p9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6" name="Google Shape;8806;p9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7" name="Google Shape;8807;p9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8" name="Google Shape;8808;p9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9" name="Google Shape;8809;p9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0" name="Google Shape;8810;p9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1" name="Google Shape;8811;p9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2" name="Google Shape;8812;p9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3" name="Google Shape;8813;p9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4" name="Google Shape;8814;p9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5" name="Google Shape;8815;p9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6" name="Google Shape;8816;p9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7" name="Google Shape;8817;p9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8" name="Google Shape;8818;p9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9" name="Google Shape;8819;p9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0" name="Google Shape;8820;p9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1" name="Google Shape;8821;p9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2" name="Google Shape;8822;p9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3" name="Google Shape;8823;p9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4" name="Google Shape;8824;p9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5" name="Google Shape;8825;p9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6" name="Google Shape;8826;p9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7" name="Google Shape;8827;p9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8" name="Google Shape;8828;p9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9" name="Google Shape;8829;p9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0" name="Google Shape;8830;p9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1" name="Google Shape;8831;p9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2" name="Google Shape;8832;p9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3" name="Google Shape;8833;p9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4" name="Google Shape;8834;p9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5" name="Google Shape;8835;p9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6" name="Google Shape;8836;p9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7" name="Google Shape;8837;p9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8" name="Google Shape;8838;p9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p9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p9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1" name="Google Shape;8841;p9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2" name="Google Shape;8842;p9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3" name="Google Shape;8843;p9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p9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5" name="Google Shape;8845;p9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6" name="Google Shape;8846;p9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7" name="Google Shape;8847;p9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8" name="Google Shape;8848;p9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9" name="Google Shape;8849;p9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0" name="Google Shape;8850;p9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1" name="Google Shape;8851;p9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2" name="Google Shape;8852;p9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3" name="Google Shape;8853;p9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4" name="Google Shape;8854;p9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5" name="Google Shape;8855;p9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6" name="Google Shape;8856;p9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7" name="Google Shape;8857;p9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8" name="Google Shape;8858;p9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9" name="Google Shape;8859;p9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0" name="Google Shape;8860;p9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1" name="Google Shape;8861;p9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2" name="Google Shape;8862;p9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3" name="Google Shape;8863;p9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4" name="Google Shape;8864;p9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5" name="Google Shape;8865;p9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6" name="Google Shape;8866;p9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7" name="Google Shape;8867;p9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8" name="Google Shape;8868;p9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9" name="Google Shape;8869;p9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0" name="Google Shape;8870;p9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1" name="Google Shape;8871;p9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2" name="Google Shape;8872;p9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3" name="Google Shape;8873;p9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4" name="Google Shape;8874;p9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5" name="Google Shape;8875;p9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6" name="Google Shape;8876;p9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7" name="Google Shape;8877;p9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8" name="Google Shape;8878;p9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9" name="Google Shape;8879;p9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0" name="Google Shape;8880;p9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1" name="Google Shape;8881;p9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2" name="Google Shape;8882;p9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3" name="Google Shape;8883;p9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4" name="Google Shape;8884;p9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5" name="Google Shape;8885;p9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6" name="Google Shape;8886;p9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7" name="Google Shape;8887;p9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8" name="Google Shape;8888;p9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9" name="Google Shape;8889;p9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0" name="Google Shape;8890;p9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1" name="Google Shape;8891;p9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2" name="Google Shape;8892;p9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3" name="Google Shape;8893;p9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4" name="Google Shape;8894;p9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5" name="Google Shape;8895;p9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6" name="Google Shape;8896;p9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7" name="Google Shape;8897;p9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8" name="Google Shape;8898;p9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9" name="Google Shape;8899;p9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0" name="Google Shape;8900;p9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1" name="Google Shape;8901;p9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2" name="Google Shape;8902;p9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3" name="Google Shape;8903;p9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4" name="Google Shape;8904;p9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5" name="Google Shape;8905;p9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6" name="Google Shape;8906;p9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7" name="Google Shape;8907;p9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8" name="Google Shape;8908;p9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9" name="Google Shape;8909;p9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0" name="Google Shape;8910;p9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1" name="Google Shape;8911;p9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2" name="Google Shape;8912;p9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3" name="Google Shape;8913;p9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4" name="Google Shape;8914;p9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5" name="Google Shape;8915;p9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6" name="Google Shape;8916;p9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7" name="Google Shape;8917;p9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8" name="Google Shape;8918;p9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9" name="Google Shape;8919;p9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0" name="Google Shape;8920;p9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1" name="Google Shape;8921;p9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2" name="Google Shape;8922;p9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3" name="Google Shape;8923;p9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4" name="Google Shape;8924;p9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5" name="Google Shape;8925;p9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6" name="Google Shape;8926;p9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7" name="Google Shape;8927;p9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8" name="Google Shape;8928;p9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9" name="Google Shape;8929;p9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0" name="Google Shape;8930;p9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1" name="Google Shape;8931;p9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2" name="Google Shape;8932;p9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3" name="Google Shape;8933;p9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4" name="Google Shape;8934;p9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5" name="Google Shape;8935;p9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6" name="Google Shape;8936;p9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7" name="Google Shape;8937;p9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8" name="Google Shape;8938;p9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9" name="Google Shape;8939;p9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40" name="Google Shape;8940;p9"/>
          <p:cNvSpPr txBox="1"/>
          <p:nvPr>
            <p:ph type="title"/>
          </p:nvPr>
        </p:nvSpPr>
        <p:spPr>
          <a:xfrm>
            <a:off x="2014800" y="1482700"/>
            <a:ext cx="5114400" cy="138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10700"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8941" name="Google Shape;8941;p9"/>
          <p:cNvSpPr txBox="1"/>
          <p:nvPr>
            <p:ph idx="1" type="subTitle"/>
          </p:nvPr>
        </p:nvSpPr>
        <p:spPr>
          <a:xfrm>
            <a:off x="2594250" y="2750800"/>
            <a:ext cx="39555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9pPr>
          </a:lstStyle>
          <a:p/>
        </p:txBody>
      </p:sp>
      <p:grpSp>
        <p:nvGrpSpPr>
          <p:cNvPr id="8942" name="Google Shape;8942;p9"/>
          <p:cNvGrpSpPr/>
          <p:nvPr/>
        </p:nvGrpSpPr>
        <p:grpSpPr>
          <a:xfrm>
            <a:off x="-7979" y="2471889"/>
            <a:ext cx="2554750" cy="2683552"/>
            <a:chOff x="4057300" y="1727225"/>
            <a:chExt cx="2554750" cy="2327250"/>
          </a:xfrm>
        </p:grpSpPr>
        <p:sp>
          <p:nvSpPr>
            <p:cNvPr id="8943" name="Google Shape;8943;p9"/>
            <p:cNvSpPr/>
            <p:nvPr/>
          </p:nvSpPr>
          <p:spPr>
            <a:xfrm>
              <a:off x="4057300" y="1793375"/>
              <a:ext cx="2538025" cy="2261100"/>
            </a:xfrm>
            <a:custGeom>
              <a:rect b="b" l="l" r="r" t="t"/>
              <a:pathLst>
                <a:path extrusionOk="0" h="90444" w="101521">
                  <a:moveTo>
                    <a:pt x="10054" y="0"/>
                  </a:moveTo>
                  <a:cubicBezTo>
                    <a:pt x="7811" y="0"/>
                    <a:pt x="5555" y="278"/>
                    <a:pt x="3545" y="949"/>
                  </a:cubicBezTo>
                  <a:cubicBezTo>
                    <a:pt x="2289" y="1367"/>
                    <a:pt x="1113" y="1626"/>
                    <a:pt x="0" y="1795"/>
                  </a:cubicBezTo>
                  <a:lnTo>
                    <a:pt x="0" y="90444"/>
                  </a:lnTo>
                  <a:lnTo>
                    <a:pt x="101521" y="90444"/>
                  </a:lnTo>
                  <a:cubicBezTo>
                    <a:pt x="92061" y="84128"/>
                    <a:pt x="79920" y="75541"/>
                    <a:pt x="70406" y="67212"/>
                  </a:cubicBezTo>
                  <a:cubicBezTo>
                    <a:pt x="52119" y="51214"/>
                    <a:pt x="24701" y="5518"/>
                    <a:pt x="22421" y="3229"/>
                  </a:cubicBezTo>
                  <a:cubicBezTo>
                    <a:pt x="20802" y="1617"/>
                    <a:pt x="15466" y="0"/>
                    <a:pt x="10054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4" name="Google Shape;8944;p9"/>
            <p:cNvSpPr/>
            <p:nvPr/>
          </p:nvSpPr>
          <p:spPr>
            <a:xfrm>
              <a:off x="4669700" y="3475225"/>
              <a:ext cx="666975" cy="579250"/>
            </a:xfrm>
            <a:custGeom>
              <a:rect b="b" l="l" r="r" t="t"/>
              <a:pathLst>
                <a:path extrusionOk="0" h="23170" w="26679">
                  <a:moveTo>
                    <a:pt x="935" y="1"/>
                  </a:moveTo>
                  <a:cubicBezTo>
                    <a:pt x="0" y="1"/>
                    <a:pt x="7973" y="9915"/>
                    <a:pt x="15143" y="17887"/>
                  </a:cubicBezTo>
                  <a:cubicBezTo>
                    <a:pt x="16791" y="19722"/>
                    <a:pt x="18083" y="21486"/>
                    <a:pt x="19170" y="23170"/>
                  </a:cubicBezTo>
                  <a:lnTo>
                    <a:pt x="26679" y="23170"/>
                  </a:lnTo>
                  <a:cubicBezTo>
                    <a:pt x="26581" y="23072"/>
                    <a:pt x="26483" y="22982"/>
                    <a:pt x="26394" y="22884"/>
                  </a:cubicBezTo>
                  <a:cubicBezTo>
                    <a:pt x="7402" y="2753"/>
                    <a:pt x="2379" y="473"/>
                    <a:pt x="1016" y="19"/>
                  </a:cubicBezTo>
                  <a:cubicBezTo>
                    <a:pt x="980" y="10"/>
                    <a:pt x="962" y="1"/>
                    <a:pt x="935" y="1"/>
                  </a:cubicBezTo>
                  <a:close/>
                </a:path>
              </a:pathLst>
            </a:custGeom>
            <a:solidFill>
              <a:srgbClr val="1A1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5" name="Google Shape;8945;p9"/>
            <p:cNvSpPr/>
            <p:nvPr/>
          </p:nvSpPr>
          <p:spPr>
            <a:xfrm>
              <a:off x="4057300" y="2613875"/>
              <a:ext cx="938225" cy="1440600"/>
            </a:xfrm>
            <a:custGeom>
              <a:rect b="b" l="l" r="r" t="t"/>
              <a:pathLst>
                <a:path extrusionOk="0" h="57624" w="37529">
                  <a:moveTo>
                    <a:pt x="0" y="39862"/>
                  </a:moveTo>
                  <a:lnTo>
                    <a:pt x="0" y="57624"/>
                  </a:lnTo>
                  <a:lnTo>
                    <a:pt x="7990" y="57624"/>
                  </a:lnTo>
                  <a:cubicBezTo>
                    <a:pt x="7028" y="55824"/>
                    <a:pt x="6146" y="53544"/>
                    <a:pt x="5131" y="49990"/>
                  </a:cubicBezTo>
                  <a:cubicBezTo>
                    <a:pt x="3563" y="44494"/>
                    <a:pt x="980" y="41697"/>
                    <a:pt x="0" y="39862"/>
                  </a:cubicBezTo>
                  <a:close/>
                  <a:moveTo>
                    <a:pt x="0" y="0"/>
                  </a:moveTo>
                  <a:lnTo>
                    <a:pt x="0" y="32246"/>
                  </a:lnTo>
                  <a:cubicBezTo>
                    <a:pt x="1309" y="34072"/>
                    <a:pt x="2788" y="36967"/>
                    <a:pt x="2726" y="38588"/>
                  </a:cubicBezTo>
                  <a:cubicBezTo>
                    <a:pt x="2601" y="41795"/>
                    <a:pt x="5594" y="43603"/>
                    <a:pt x="6048" y="46801"/>
                  </a:cubicBezTo>
                  <a:cubicBezTo>
                    <a:pt x="6503" y="49990"/>
                    <a:pt x="10155" y="52733"/>
                    <a:pt x="11527" y="55931"/>
                  </a:cubicBezTo>
                  <a:cubicBezTo>
                    <a:pt x="11749" y="56457"/>
                    <a:pt x="11945" y="57036"/>
                    <a:pt x="12088" y="57624"/>
                  </a:cubicBezTo>
                  <a:lnTo>
                    <a:pt x="37528" y="57624"/>
                  </a:lnTo>
                  <a:cubicBezTo>
                    <a:pt x="35301" y="52217"/>
                    <a:pt x="32575" y="45732"/>
                    <a:pt x="28923" y="42472"/>
                  </a:cubicBezTo>
                  <a:cubicBezTo>
                    <a:pt x="23534" y="37670"/>
                    <a:pt x="19241" y="32789"/>
                    <a:pt x="18644" y="24728"/>
                  </a:cubicBezTo>
                  <a:cubicBezTo>
                    <a:pt x="18056" y="16666"/>
                    <a:pt x="17005" y="6627"/>
                    <a:pt x="11981" y="2975"/>
                  </a:cubicBezTo>
                  <a:cubicBezTo>
                    <a:pt x="9255" y="989"/>
                    <a:pt x="4320" y="62"/>
                    <a:pt x="0" y="0"/>
                  </a:cubicBez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6" name="Google Shape;8946;p9"/>
            <p:cNvSpPr/>
            <p:nvPr/>
          </p:nvSpPr>
          <p:spPr>
            <a:xfrm>
              <a:off x="5759550" y="3420225"/>
              <a:ext cx="852500" cy="634250"/>
            </a:xfrm>
            <a:custGeom>
              <a:rect b="b" l="l" r="r" t="t"/>
              <a:pathLst>
                <a:path extrusionOk="0" h="25370" w="34100">
                  <a:moveTo>
                    <a:pt x="0" y="1"/>
                  </a:moveTo>
                  <a:cubicBezTo>
                    <a:pt x="784" y="758"/>
                    <a:pt x="1559" y="1470"/>
                    <a:pt x="2316" y="2138"/>
                  </a:cubicBezTo>
                  <a:cubicBezTo>
                    <a:pt x="5381" y="4820"/>
                    <a:pt x="8712" y="7528"/>
                    <a:pt x="12151" y="10173"/>
                  </a:cubicBezTo>
                  <a:cubicBezTo>
                    <a:pt x="9202" y="7875"/>
                    <a:pt x="4347" y="3991"/>
                    <a:pt x="0" y="1"/>
                  </a:cubicBezTo>
                  <a:close/>
                  <a:moveTo>
                    <a:pt x="15731" y="12908"/>
                  </a:moveTo>
                  <a:cubicBezTo>
                    <a:pt x="21851" y="17477"/>
                    <a:pt x="28069" y="21789"/>
                    <a:pt x="33431" y="25370"/>
                  </a:cubicBezTo>
                  <a:lnTo>
                    <a:pt x="34099" y="25370"/>
                  </a:lnTo>
                  <a:cubicBezTo>
                    <a:pt x="26750" y="20426"/>
                    <a:pt x="18751" y="15019"/>
                    <a:pt x="15731" y="12908"/>
                  </a:cubicBezTo>
                  <a:close/>
                </a:path>
              </a:pathLst>
            </a:custGeom>
            <a:solidFill>
              <a:srgbClr val="CB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7" name="Google Shape;8947;p9"/>
            <p:cNvSpPr/>
            <p:nvPr/>
          </p:nvSpPr>
          <p:spPr>
            <a:xfrm>
              <a:off x="5038250" y="2933425"/>
              <a:ext cx="1557075" cy="1121050"/>
            </a:xfrm>
            <a:custGeom>
              <a:rect b="b" l="l" r="r" t="t"/>
              <a:pathLst>
                <a:path extrusionOk="0" h="44842" w="62283">
                  <a:moveTo>
                    <a:pt x="1150" y="1"/>
                  </a:moveTo>
                  <a:cubicBezTo>
                    <a:pt x="677" y="1"/>
                    <a:pt x="285" y="72"/>
                    <a:pt x="0" y="205"/>
                  </a:cubicBezTo>
                  <a:cubicBezTo>
                    <a:pt x="0" y="205"/>
                    <a:pt x="2094" y="9826"/>
                    <a:pt x="5292" y="16667"/>
                  </a:cubicBezTo>
                  <a:cubicBezTo>
                    <a:pt x="8489" y="23517"/>
                    <a:pt x="20613" y="24425"/>
                    <a:pt x="25966" y="33333"/>
                  </a:cubicBezTo>
                  <a:cubicBezTo>
                    <a:pt x="28282" y="37199"/>
                    <a:pt x="31667" y="41278"/>
                    <a:pt x="35533" y="44842"/>
                  </a:cubicBezTo>
                  <a:lnTo>
                    <a:pt x="62283" y="44842"/>
                  </a:lnTo>
                  <a:cubicBezTo>
                    <a:pt x="56921" y="41261"/>
                    <a:pt x="50703" y="36949"/>
                    <a:pt x="44583" y="32380"/>
                  </a:cubicBezTo>
                  <a:cubicBezTo>
                    <a:pt x="44022" y="31979"/>
                    <a:pt x="43630" y="31694"/>
                    <a:pt x="43452" y="31560"/>
                  </a:cubicBezTo>
                  <a:cubicBezTo>
                    <a:pt x="43042" y="31240"/>
                    <a:pt x="42178" y="30571"/>
                    <a:pt x="41003" y="29645"/>
                  </a:cubicBezTo>
                  <a:cubicBezTo>
                    <a:pt x="37564" y="27000"/>
                    <a:pt x="34233" y="24292"/>
                    <a:pt x="31168" y="21610"/>
                  </a:cubicBezTo>
                  <a:cubicBezTo>
                    <a:pt x="30411" y="20942"/>
                    <a:pt x="29636" y="20230"/>
                    <a:pt x="28852" y="19473"/>
                  </a:cubicBezTo>
                  <a:cubicBezTo>
                    <a:pt x="26029" y="16889"/>
                    <a:pt x="23428" y="14253"/>
                    <a:pt x="21700" y="11981"/>
                  </a:cubicBezTo>
                  <a:cubicBezTo>
                    <a:pt x="16783" y="5505"/>
                    <a:pt x="5479" y="1"/>
                    <a:pt x="1150" y="1"/>
                  </a:cubicBez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8" name="Google Shape;8948;p9"/>
            <p:cNvSpPr/>
            <p:nvPr/>
          </p:nvSpPr>
          <p:spPr>
            <a:xfrm>
              <a:off x="4057300" y="1727225"/>
              <a:ext cx="1640575" cy="1748475"/>
            </a:xfrm>
            <a:custGeom>
              <a:rect b="b" l="l" r="r" t="t"/>
              <a:pathLst>
                <a:path extrusionOk="0" h="69939" w="65623">
                  <a:moveTo>
                    <a:pt x="13269" y="0"/>
                  </a:moveTo>
                  <a:cubicBezTo>
                    <a:pt x="9759" y="0"/>
                    <a:pt x="6250" y="3510"/>
                    <a:pt x="2744" y="3510"/>
                  </a:cubicBezTo>
                  <a:cubicBezTo>
                    <a:pt x="2019" y="3510"/>
                    <a:pt x="1295" y="3360"/>
                    <a:pt x="570" y="2998"/>
                  </a:cubicBezTo>
                  <a:cubicBezTo>
                    <a:pt x="383" y="2900"/>
                    <a:pt x="187" y="2811"/>
                    <a:pt x="0" y="2731"/>
                  </a:cubicBezTo>
                  <a:lnTo>
                    <a:pt x="0" y="62323"/>
                  </a:lnTo>
                  <a:cubicBezTo>
                    <a:pt x="1701" y="61815"/>
                    <a:pt x="3046" y="59891"/>
                    <a:pt x="3046" y="52587"/>
                  </a:cubicBezTo>
                  <a:cubicBezTo>
                    <a:pt x="3046" y="45972"/>
                    <a:pt x="6351" y="42667"/>
                    <a:pt x="8555" y="42667"/>
                  </a:cubicBezTo>
                  <a:cubicBezTo>
                    <a:pt x="9657" y="42667"/>
                    <a:pt x="10484" y="43494"/>
                    <a:pt x="10484" y="45149"/>
                  </a:cubicBezTo>
                  <a:cubicBezTo>
                    <a:pt x="10484" y="49194"/>
                    <a:pt x="12136" y="53244"/>
                    <a:pt x="14096" y="53244"/>
                  </a:cubicBezTo>
                  <a:cubicBezTo>
                    <a:pt x="14535" y="53244"/>
                    <a:pt x="14990" y="53040"/>
                    <a:pt x="15446" y="52587"/>
                  </a:cubicBezTo>
                  <a:cubicBezTo>
                    <a:pt x="16684" y="51344"/>
                    <a:pt x="17452" y="50104"/>
                    <a:pt x="18530" y="50104"/>
                  </a:cubicBezTo>
                  <a:cubicBezTo>
                    <a:pt x="19608" y="50104"/>
                    <a:pt x="20995" y="51344"/>
                    <a:pt x="23472" y="55063"/>
                  </a:cubicBezTo>
                  <a:cubicBezTo>
                    <a:pt x="28433" y="62501"/>
                    <a:pt x="38348" y="69939"/>
                    <a:pt x="40833" y="69939"/>
                  </a:cubicBezTo>
                  <a:cubicBezTo>
                    <a:pt x="43309" y="69939"/>
                    <a:pt x="35871" y="62501"/>
                    <a:pt x="35871" y="57539"/>
                  </a:cubicBezTo>
                  <a:cubicBezTo>
                    <a:pt x="35871" y="53914"/>
                    <a:pt x="39856" y="51611"/>
                    <a:pt x="42963" y="51611"/>
                  </a:cubicBezTo>
                  <a:cubicBezTo>
                    <a:pt x="44101" y="51611"/>
                    <a:pt x="45122" y="51920"/>
                    <a:pt x="45786" y="52587"/>
                  </a:cubicBezTo>
                  <a:cubicBezTo>
                    <a:pt x="47999" y="54792"/>
                    <a:pt x="58073" y="62895"/>
                    <a:pt x="62002" y="62895"/>
                  </a:cubicBezTo>
                  <a:cubicBezTo>
                    <a:pt x="62485" y="62895"/>
                    <a:pt x="62875" y="62772"/>
                    <a:pt x="63147" y="62501"/>
                  </a:cubicBezTo>
                  <a:cubicBezTo>
                    <a:pt x="65623" y="60024"/>
                    <a:pt x="40833" y="35226"/>
                    <a:pt x="35871" y="25311"/>
                  </a:cubicBezTo>
                  <a:cubicBezTo>
                    <a:pt x="30910" y="15388"/>
                    <a:pt x="20399" y="2998"/>
                    <a:pt x="15446" y="513"/>
                  </a:cubicBezTo>
                  <a:cubicBezTo>
                    <a:pt x="14720" y="150"/>
                    <a:pt x="13994" y="0"/>
                    <a:pt x="13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49" name="Google Shape;8949;p9"/>
          <p:cNvGrpSpPr/>
          <p:nvPr/>
        </p:nvGrpSpPr>
        <p:grpSpPr>
          <a:xfrm>
            <a:off x="6330700" y="2511268"/>
            <a:ext cx="2813300" cy="2644174"/>
            <a:chOff x="754100" y="1761375"/>
            <a:chExt cx="2813300" cy="2293100"/>
          </a:xfrm>
        </p:grpSpPr>
        <p:sp>
          <p:nvSpPr>
            <p:cNvPr id="8950" name="Google Shape;8950;p9"/>
            <p:cNvSpPr/>
            <p:nvPr/>
          </p:nvSpPr>
          <p:spPr>
            <a:xfrm>
              <a:off x="754100" y="1827550"/>
              <a:ext cx="2813300" cy="2226925"/>
            </a:xfrm>
            <a:custGeom>
              <a:rect b="b" l="l" r="r" t="t"/>
              <a:pathLst>
                <a:path extrusionOk="0" h="89077" w="112532">
                  <a:moveTo>
                    <a:pt x="112531" y="428"/>
                  </a:moveTo>
                  <a:cubicBezTo>
                    <a:pt x="107552" y="1185"/>
                    <a:pt x="103819" y="0"/>
                    <a:pt x="100087" y="1862"/>
                  </a:cubicBezTo>
                  <a:cubicBezTo>
                    <a:pt x="95517" y="4151"/>
                    <a:pt x="81808" y="20140"/>
                    <a:pt x="74949" y="26999"/>
                  </a:cubicBezTo>
                  <a:cubicBezTo>
                    <a:pt x="68091" y="33849"/>
                    <a:pt x="47532" y="54417"/>
                    <a:pt x="33823" y="65845"/>
                  </a:cubicBezTo>
                  <a:cubicBezTo>
                    <a:pt x="24576" y="73542"/>
                    <a:pt x="9095" y="82289"/>
                    <a:pt x="0" y="87161"/>
                  </a:cubicBezTo>
                  <a:lnTo>
                    <a:pt x="0" y="89077"/>
                  </a:lnTo>
                  <a:lnTo>
                    <a:pt x="112531" y="89077"/>
                  </a:lnTo>
                  <a:lnTo>
                    <a:pt x="112531" y="428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1" name="Google Shape;8951;p9"/>
            <p:cNvSpPr/>
            <p:nvPr/>
          </p:nvSpPr>
          <p:spPr>
            <a:xfrm>
              <a:off x="2716225" y="3470100"/>
              <a:ext cx="308025" cy="584375"/>
            </a:xfrm>
            <a:custGeom>
              <a:rect b="b" l="l" r="r" t="t"/>
              <a:pathLst>
                <a:path extrusionOk="0" h="23375" w="12321">
                  <a:moveTo>
                    <a:pt x="12151" y="1"/>
                  </a:moveTo>
                  <a:cubicBezTo>
                    <a:pt x="11447" y="1"/>
                    <a:pt x="8142" y="6610"/>
                    <a:pt x="8142" y="6610"/>
                  </a:cubicBezTo>
                  <a:cubicBezTo>
                    <a:pt x="8142" y="6610"/>
                    <a:pt x="4401" y="12846"/>
                    <a:pt x="2165" y="18404"/>
                  </a:cubicBezTo>
                  <a:cubicBezTo>
                    <a:pt x="1310" y="20533"/>
                    <a:pt x="722" y="22029"/>
                    <a:pt x="1" y="23375"/>
                  </a:cubicBezTo>
                  <a:lnTo>
                    <a:pt x="5613" y="23375"/>
                  </a:lnTo>
                  <a:cubicBezTo>
                    <a:pt x="7198" y="20480"/>
                    <a:pt x="8419" y="17335"/>
                    <a:pt x="9051" y="14378"/>
                  </a:cubicBezTo>
                  <a:cubicBezTo>
                    <a:pt x="10423" y="7982"/>
                    <a:pt x="11795" y="3876"/>
                    <a:pt x="12249" y="678"/>
                  </a:cubicBezTo>
                  <a:cubicBezTo>
                    <a:pt x="12320" y="206"/>
                    <a:pt x="12276" y="1"/>
                    <a:pt x="12151" y="1"/>
                  </a:cubicBezTo>
                  <a:close/>
                </a:path>
              </a:pathLst>
            </a:custGeom>
            <a:solidFill>
              <a:srgbClr val="1A1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2" name="Google Shape;8952;p9"/>
            <p:cNvSpPr/>
            <p:nvPr/>
          </p:nvSpPr>
          <p:spPr>
            <a:xfrm>
              <a:off x="2276200" y="3273475"/>
              <a:ext cx="325375" cy="493275"/>
            </a:xfrm>
            <a:custGeom>
              <a:rect b="b" l="l" r="r" t="t"/>
              <a:pathLst>
                <a:path extrusionOk="0" h="19731" w="13015">
                  <a:moveTo>
                    <a:pt x="10832" y="0"/>
                  </a:moveTo>
                  <a:cubicBezTo>
                    <a:pt x="10511" y="0"/>
                    <a:pt x="10244" y="90"/>
                    <a:pt x="10137" y="232"/>
                  </a:cubicBezTo>
                  <a:cubicBezTo>
                    <a:pt x="10137" y="232"/>
                    <a:pt x="8854" y="784"/>
                    <a:pt x="8391" y="2156"/>
                  </a:cubicBezTo>
                  <a:cubicBezTo>
                    <a:pt x="7937" y="3528"/>
                    <a:pt x="6111" y="8543"/>
                    <a:pt x="3831" y="11741"/>
                  </a:cubicBezTo>
                  <a:cubicBezTo>
                    <a:pt x="1550" y="14939"/>
                    <a:pt x="463" y="15357"/>
                    <a:pt x="89" y="18573"/>
                  </a:cubicBezTo>
                  <a:cubicBezTo>
                    <a:pt x="0" y="19383"/>
                    <a:pt x="72" y="19731"/>
                    <a:pt x="321" y="19731"/>
                  </a:cubicBezTo>
                  <a:cubicBezTo>
                    <a:pt x="1060" y="19731"/>
                    <a:pt x="3278" y="16747"/>
                    <a:pt x="7028" y="14021"/>
                  </a:cubicBezTo>
                  <a:cubicBezTo>
                    <a:pt x="12043" y="10369"/>
                    <a:pt x="10306" y="6521"/>
                    <a:pt x="11865" y="3198"/>
                  </a:cubicBezTo>
                  <a:cubicBezTo>
                    <a:pt x="13014" y="740"/>
                    <a:pt x="11732" y="0"/>
                    <a:pt x="10832" y="0"/>
                  </a:cubicBezTo>
                  <a:close/>
                </a:path>
              </a:pathLst>
            </a:custGeom>
            <a:solidFill>
              <a:srgbClr val="1A1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3" name="Google Shape;8953;p9"/>
            <p:cNvSpPr/>
            <p:nvPr/>
          </p:nvSpPr>
          <p:spPr>
            <a:xfrm>
              <a:off x="754100" y="3297300"/>
              <a:ext cx="1047775" cy="709300"/>
            </a:xfrm>
            <a:custGeom>
              <a:rect b="b" l="l" r="r" t="t"/>
              <a:pathLst>
                <a:path extrusionOk="0" h="28372" w="41911">
                  <a:moveTo>
                    <a:pt x="41911" y="1"/>
                  </a:moveTo>
                  <a:lnTo>
                    <a:pt x="41911" y="1"/>
                  </a:lnTo>
                  <a:cubicBezTo>
                    <a:pt x="38437" y="2726"/>
                    <a:pt x="35275" y="5381"/>
                    <a:pt x="33671" y="7136"/>
                  </a:cubicBezTo>
                  <a:cubicBezTo>
                    <a:pt x="33627" y="7189"/>
                    <a:pt x="33573" y="7251"/>
                    <a:pt x="33520" y="7305"/>
                  </a:cubicBezTo>
                  <a:cubicBezTo>
                    <a:pt x="33618" y="7216"/>
                    <a:pt x="33725" y="7136"/>
                    <a:pt x="33823" y="7055"/>
                  </a:cubicBezTo>
                  <a:cubicBezTo>
                    <a:pt x="36326" y="4962"/>
                    <a:pt x="39069" y="2566"/>
                    <a:pt x="41911" y="1"/>
                  </a:cubicBezTo>
                  <a:close/>
                  <a:moveTo>
                    <a:pt x="16016" y="19286"/>
                  </a:moveTo>
                  <a:cubicBezTo>
                    <a:pt x="11518" y="21967"/>
                    <a:pt x="7830" y="24033"/>
                    <a:pt x="7313" y="24354"/>
                  </a:cubicBezTo>
                  <a:cubicBezTo>
                    <a:pt x="10075" y="22804"/>
                    <a:pt x="13041" y="21085"/>
                    <a:pt x="16016" y="19286"/>
                  </a:cubicBezTo>
                  <a:close/>
                  <a:moveTo>
                    <a:pt x="6779" y="24657"/>
                  </a:moveTo>
                  <a:cubicBezTo>
                    <a:pt x="5683" y="25254"/>
                    <a:pt x="3127" y="26590"/>
                    <a:pt x="0" y="28211"/>
                  </a:cubicBezTo>
                  <a:lnTo>
                    <a:pt x="0" y="28371"/>
                  </a:lnTo>
                  <a:cubicBezTo>
                    <a:pt x="1995" y="27302"/>
                    <a:pt x="4303" y="26046"/>
                    <a:pt x="6779" y="24657"/>
                  </a:cubicBezTo>
                  <a:close/>
                </a:path>
              </a:pathLst>
            </a:custGeom>
            <a:solidFill>
              <a:srgbClr val="CB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4" name="Google Shape;8954;p9"/>
            <p:cNvSpPr/>
            <p:nvPr/>
          </p:nvSpPr>
          <p:spPr>
            <a:xfrm>
              <a:off x="754100" y="3029850"/>
              <a:ext cx="1527675" cy="1024625"/>
            </a:xfrm>
            <a:custGeom>
              <a:rect b="b" l="l" r="r" t="t"/>
              <a:pathLst>
                <a:path extrusionOk="0" h="40985" w="61107">
                  <a:moveTo>
                    <a:pt x="56635" y="1"/>
                  </a:moveTo>
                  <a:cubicBezTo>
                    <a:pt x="56591" y="1"/>
                    <a:pt x="56537" y="9"/>
                    <a:pt x="56502" y="27"/>
                  </a:cubicBezTo>
                  <a:cubicBezTo>
                    <a:pt x="55905" y="330"/>
                    <a:pt x="48369" y="5639"/>
                    <a:pt x="41911" y="10699"/>
                  </a:cubicBezTo>
                  <a:cubicBezTo>
                    <a:pt x="39069" y="13264"/>
                    <a:pt x="36326" y="15660"/>
                    <a:pt x="33823" y="17753"/>
                  </a:cubicBezTo>
                  <a:cubicBezTo>
                    <a:pt x="33725" y="17834"/>
                    <a:pt x="33618" y="17914"/>
                    <a:pt x="33520" y="18003"/>
                  </a:cubicBezTo>
                  <a:cubicBezTo>
                    <a:pt x="30652" y="21014"/>
                    <a:pt x="22492" y="26127"/>
                    <a:pt x="16016" y="29984"/>
                  </a:cubicBezTo>
                  <a:cubicBezTo>
                    <a:pt x="13041" y="31783"/>
                    <a:pt x="10075" y="33502"/>
                    <a:pt x="7313" y="35052"/>
                  </a:cubicBezTo>
                  <a:cubicBezTo>
                    <a:pt x="7233" y="35105"/>
                    <a:pt x="7055" y="35203"/>
                    <a:pt x="6779" y="35355"/>
                  </a:cubicBezTo>
                  <a:cubicBezTo>
                    <a:pt x="4303" y="36744"/>
                    <a:pt x="1995" y="38000"/>
                    <a:pt x="0" y="39069"/>
                  </a:cubicBezTo>
                  <a:lnTo>
                    <a:pt x="0" y="40985"/>
                  </a:lnTo>
                  <a:lnTo>
                    <a:pt x="24906" y="40985"/>
                  </a:lnTo>
                  <a:cubicBezTo>
                    <a:pt x="24995" y="40887"/>
                    <a:pt x="25093" y="40797"/>
                    <a:pt x="25182" y="40699"/>
                  </a:cubicBezTo>
                  <a:cubicBezTo>
                    <a:pt x="44173" y="20568"/>
                    <a:pt x="49197" y="18288"/>
                    <a:pt x="50560" y="17834"/>
                  </a:cubicBezTo>
                  <a:cubicBezTo>
                    <a:pt x="50596" y="17825"/>
                    <a:pt x="50623" y="17816"/>
                    <a:pt x="50640" y="17816"/>
                  </a:cubicBezTo>
                  <a:cubicBezTo>
                    <a:pt x="51576" y="17816"/>
                    <a:pt x="43603" y="27730"/>
                    <a:pt x="36433" y="35702"/>
                  </a:cubicBezTo>
                  <a:cubicBezTo>
                    <a:pt x="34785" y="37537"/>
                    <a:pt x="33493" y="39301"/>
                    <a:pt x="32406" y="40985"/>
                  </a:cubicBezTo>
                  <a:lnTo>
                    <a:pt x="45750" y="40985"/>
                  </a:lnTo>
                  <a:cubicBezTo>
                    <a:pt x="47309" y="38517"/>
                    <a:pt x="49278" y="35622"/>
                    <a:pt x="51959" y="32023"/>
                  </a:cubicBezTo>
                  <a:cubicBezTo>
                    <a:pt x="61107" y="19740"/>
                    <a:pt x="56502" y="16008"/>
                    <a:pt x="58132" y="9977"/>
                  </a:cubicBezTo>
                  <a:cubicBezTo>
                    <a:pt x="59682" y="4241"/>
                    <a:pt x="57624" y="1"/>
                    <a:pt x="56635" y="1"/>
                  </a:cubicBez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5" name="Google Shape;8955;p9"/>
            <p:cNvSpPr/>
            <p:nvPr/>
          </p:nvSpPr>
          <p:spPr>
            <a:xfrm>
              <a:off x="1376750" y="3475225"/>
              <a:ext cx="666750" cy="579250"/>
            </a:xfrm>
            <a:custGeom>
              <a:rect b="b" l="l" r="r" t="t"/>
              <a:pathLst>
                <a:path extrusionOk="0" h="23170" w="26670">
                  <a:moveTo>
                    <a:pt x="25734" y="1"/>
                  </a:moveTo>
                  <a:cubicBezTo>
                    <a:pt x="25717" y="1"/>
                    <a:pt x="25690" y="10"/>
                    <a:pt x="25654" y="19"/>
                  </a:cubicBezTo>
                  <a:cubicBezTo>
                    <a:pt x="24291" y="473"/>
                    <a:pt x="19267" y="2753"/>
                    <a:pt x="276" y="22884"/>
                  </a:cubicBezTo>
                  <a:cubicBezTo>
                    <a:pt x="187" y="22982"/>
                    <a:pt x="89" y="23072"/>
                    <a:pt x="0" y="23170"/>
                  </a:cubicBezTo>
                  <a:lnTo>
                    <a:pt x="7500" y="23170"/>
                  </a:lnTo>
                  <a:cubicBezTo>
                    <a:pt x="8587" y="21486"/>
                    <a:pt x="9879" y="19722"/>
                    <a:pt x="11527" y="17887"/>
                  </a:cubicBezTo>
                  <a:cubicBezTo>
                    <a:pt x="18697" y="9915"/>
                    <a:pt x="26670" y="1"/>
                    <a:pt x="25734" y="1"/>
                  </a:cubicBezTo>
                  <a:close/>
                </a:path>
              </a:pathLst>
            </a:custGeom>
            <a:solidFill>
              <a:srgbClr val="191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6" name="Google Shape;8956;p9"/>
            <p:cNvSpPr/>
            <p:nvPr/>
          </p:nvSpPr>
          <p:spPr>
            <a:xfrm>
              <a:off x="3202600" y="2613875"/>
              <a:ext cx="364800" cy="1440600"/>
            </a:xfrm>
            <a:custGeom>
              <a:rect b="b" l="l" r="r" t="t"/>
              <a:pathLst>
                <a:path extrusionOk="0" h="57624" w="14592">
                  <a:moveTo>
                    <a:pt x="14128" y="0"/>
                  </a:moveTo>
                  <a:cubicBezTo>
                    <a:pt x="10681" y="0"/>
                    <a:pt x="7697" y="552"/>
                    <a:pt x="6636" y="1568"/>
                  </a:cubicBezTo>
                  <a:cubicBezTo>
                    <a:pt x="6636" y="1568"/>
                    <a:pt x="4240" y="7099"/>
                    <a:pt x="5140" y="11651"/>
                  </a:cubicBezTo>
                  <a:cubicBezTo>
                    <a:pt x="6031" y="16212"/>
                    <a:pt x="4000" y="18341"/>
                    <a:pt x="4107" y="28237"/>
                  </a:cubicBezTo>
                  <a:cubicBezTo>
                    <a:pt x="4205" y="38125"/>
                    <a:pt x="5737" y="39960"/>
                    <a:pt x="3608" y="49313"/>
                  </a:cubicBezTo>
                  <a:cubicBezTo>
                    <a:pt x="2797" y="52849"/>
                    <a:pt x="1381" y="55379"/>
                    <a:pt x="0" y="57624"/>
                  </a:cubicBezTo>
                  <a:lnTo>
                    <a:pt x="14591" y="57624"/>
                  </a:lnTo>
                  <a:lnTo>
                    <a:pt x="14591" y="39862"/>
                  </a:lnTo>
                  <a:cubicBezTo>
                    <a:pt x="14431" y="39568"/>
                    <a:pt x="14315" y="39292"/>
                    <a:pt x="14253" y="39033"/>
                  </a:cubicBezTo>
                  <a:cubicBezTo>
                    <a:pt x="13789" y="37207"/>
                    <a:pt x="12881" y="32192"/>
                    <a:pt x="12881" y="32192"/>
                  </a:cubicBezTo>
                  <a:cubicBezTo>
                    <a:pt x="12569" y="31061"/>
                    <a:pt x="12631" y="30607"/>
                    <a:pt x="12908" y="30607"/>
                  </a:cubicBezTo>
                  <a:cubicBezTo>
                    <a:pt x="13246" y="30607"/>
                    <a:pt x="13896" y="31275"/>
                    <a:pt x="14591" y="32246"/>
                  </a:cubicBezTo>
                  <a:lnTo>
                    <a:pt x="14591" y="0"/>
                  </a:ln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7" name="Google Shape;8957;p9"/>
            <p:cNvSpPr/>
            <p:nvPr/>
          </p:nvSpPr>
          <p:spPr>
            <a:xfrm>
              <a:off x="3516825" y="3379025"/>
              <a:ext cx="50575" cy="231400"/>
            </a:xfrm>
            <a:custGeom>
              <a:rect b="b" l="l" r="r" t="t"/>
              <a:pathLst>
                <a:path extrusionOk="0" h="9256" w="2023">
                  <a:moveTo>
                    <a:pt x="339" y="1"/>
                  </a:moveTo>
                  <a:cubicBezTo>
                    <a:pt x="62" y="1"/>
                    <a:pt x="0" y="455"/>
                    <a:pt x="312" y="1586"/>
                  </a:cubicBezTo>
                  <a:cubicBezTo>
                    <a:pt x="312" y="1586"/>
                    <a:pt x="1220" y="6601"/>
                    <a:pt x="1684" y="8427"/>
                  </a:cubicBezTo>
                  <a:cubicBezTo>
                    <a:pt x="1746" y="8686"/>
                    <a:pt x="1862" y="8962"/>
                    <a:pt x="2022" y="9256"/>
                  </a:cubicBezTo>
                  <a:lnTo>
                    <a:pt x="2022" y="1640"/>
                  </a:lnTo>
                  <a:cubicBezTo>
                    <a:pt x="1327" y="669"/>
                    <a:pt x="677" y="1"/>
                    <a:pt x="339" y="1"/>
                  </a:cubicBezTo>
                  <a:close/>
                </a:path>
              </a:pathLst>
            </a:custGeom>
            <a:solidFill>
              <a:srgbClr val="191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8" name="Google Shape;8958;p9"/>
            <p:cNvSpPr/>
            <p:nvPr/>
          </p:nvSpPr>
          <p:spPr>
            <a:xfrm>
              <a:off x="1845950" y="1761375"/>
              <a:ext cx="1721450" cy="1606825"/>
            </a:xfrm>
            <a:custGeom>
              <a:rect b="b" l="l" r="r" t="t"/>
              <a:pathLst>
                <a:path extrusionOk="0" h="64273" w="68858">
                  <a:moveTo>
                    <a:pt x="62334" y="0"/>
                  </a:moveTo>
                  <a:cubicBezTo>
                    <a:pt x="58725" y="0"/>
                    <a:pt x="54970" y="1204"/>
                    <a:pt x="52066" y="4108"/>
                  </a:cubicBezTo>
                  <a:cubicBezTo>
                    <a:pt x="47113" y="9070"/>
                    <a:pt x="37190" y="21460"/>
                    <a:pt x="29752" y="28907"/>
                  </a:cubicBezTo>
                  <a:lnTo>
                    <a:pt x="2477" y="56173"/>
                  </a:lnTo>
                  <a:cubicBezTo>
                    <a:pt x="2477" y="56173"/>
                    <a:pt x="1" y="58658"/>
                    <a:pt x="1" y="61135"/>
                  </a:cubicBezTo>
                  <a:cubicBezTo>
                    <a:pt x="1" y="61358"/>
                    <a:pt x="121" y="61460"/>
                    <a:pt x="342" y="61460"/>
                  </a:cubicBezTo>
                  <a:cubicBezTo>
                    <a:pt x="2579" y="61460"/>
                    <a:pt x="15099" y="50997"/>
                    <a:pt x="17353" y="48735"/>
                  </a:cubicBezTo>
                  <a:cubicBezTo>
                    <a:pt x="18788" y="47306"/>
                    <a:pt x="22699" y="45876"/>
                    <a:pt x="25749" y="45876"/>
                  </a:cubicBezTo>
                  <a:cubicBezTo>
                    <a:pt x="27981" y="45876"/>
                    <a:pt x="29752" y="46642"/>
                    <a:pt x="29752" y="48735"/>
                  </a:cubicBezTo>
                  <a:cubicBezTo>
                    <a:pt x="29752" y="53697"/>
                    <a:pt x="34714" y="51221"/>
                    <a:pt x="34714" y="56173"/>
                  </a:cubicBezTo>
                  <a:cubicBezTo>
                    <a:pt x="34714" y="60223"/>
                    <a:pt x="36364" y="64273"/>
                    <a:pt x="38322" y="64273"/>
                  </a:cubicBezTo>
                  <a:cubicBezTo>
                    <a:pt x="38762" y="64273"/>
                    <a:pt x="39219" y="64068"/>
                    <a:pt x="39675" y="63611"/>
                  </a:cubicBezTo>
                  <a:cubicBezTo>
                    <a:pt x="42152" y="61135"/>
                    <a:pt x="52066" y="43783"/>
                    <a:pt x="57028" y="41297"/>
                  </a:cubicBezTo>
                  <a:cubicBezTo>
                    <a:pt x="58268" y="40678"/>
                    <a:pt x="59353" y="40369"/>
                    <a:pt x="60282" y="40369"/>
                  </a:cubicBezTo>
                  <a:cubicBezTo>
                    <a:pt x="63072" y="40369"/>
                    <a:pt x="64466" y="43156"/>
                    <a:pt x="64466" y="48735"/>
                  </a:cubicBezTo>
                  <a:cubicBezTo>
                    <a:pt x="64466" y="56173"/>
                    <a:pt x="64466" y="61135"/>
                    <a:pt x="66942" y="61135"/>
                  </a:cubicBezTo>
                  <a:cubicBezTo>
                    <a:pt x="67601" y="61135"/>
                    <a:pt x="68251" y="61135"/>
                    <a:pt x="68857" y="60957"/>
                  </a:cubicBezTo>
                  <a:lnTo>
                    <a:pt x="68857" y="1365"/>
                  </a:lnTo>
                  <a:cubicBezTo>
                    <a:pt x="66921" y="499"/>
                    <a:pt x="64658" y="0"/>
                    <a:pt x="62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8959" name="Shape 8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0" name="Google Shape;8960;p10"/>
          <p:cNvSpPr txBox="1"/>
          <p:nvPr>
            <p:ph type="title"/>
          </p:nvPr>
        </p:nvSpPr>
        <p:spPr>
          <a:xfrm>
            <a:off x="662900" y="1524925"/>
            <a:ext cx="3355200" cy="209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4000">
                <a:solidFill>
                  <a:schemeClr val="l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8961" name="Shape 8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62" name="Google Shape;8962;p11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8963" name="Google Shape;8963;p11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4" name="Google Shape;8964;p11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5" name="Google Shape;8965;p11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6" name="Google Shape;8966;p11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7" name="Google Shape;8967;p11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8" name="Google Shape;8968;p11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9" name="Google Shape;8969;p11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0" name="Google Shape;8970;p11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1" name="Google Shape;8971;p11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2" name="Google Shape;8972;p11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3" name="Google Shape;8973;p11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4" name="Google Shape;8974;p11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5" name="Google Shape;8975;p11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6" name="Google Shape;8976;p11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7" name="Google Shape;8977;p11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8" name="Google Shape;8978;p11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9" name="Google Shape;8979;p11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0" name="Google Shape;8980;p11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1" name="Google Shape;8981;p11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2" name="Google Shape;8982;p11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3" name="Google Shape;8983;p11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4" name="Google Shape;8984;p11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5" name="Google Shape;8985;p11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6" name="Google Shape;8986;p11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7" name="Google Shape;8987;p11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8" name="Google Shape;8988;p11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9" name="Google Shape;8989;p11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0" name="Google Shape;8990;p11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1" name="Google Shape;8991;p11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2" name="Google Shape;8992;p11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3" name="Google Shape;8993;p11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4" name="Google Shape;8994;p11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5" name="Google Shape;8995;p11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6" name="Google Shape;8996;p11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7" name="Google Shape;8997;p11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8" name="Google Shape;8998;p11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9" name="Google Shape;8999;p11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0" name="Google Shape;9000;p11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1" name="Google Shape;9001;p11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2" name="Google Shape;9002;p11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3" name="Google Shape;9003;p11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4" name="Google Shape;9004;p11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5" name="Google Shape;9005;p11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6" name="Google Shape;9006;p11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7" name="Google Shape;9007;p11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8" name="Google Shape;9008;p11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9" name="Google Shape;9009;p11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0" name="Google Shape;9010;p11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1" name="Google Shape;9011;p11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2" name="Google Shape;9012;p11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3" name="Google Shape;9013;p11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4" name="Google Shape;9014;p11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5" name="Google Shape;9015;p11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6" name="Google Shape;9016;p11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7" name="Google Shape;9017;p11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8" name="Google Shape;9018;p11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9" name="Google Shape;9019;p11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0" name="Google Shape;9020;p11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1" name="Google Shape;9021;p11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2" name="Google Shape;9022;p11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3" name="Google Shape;9023;p11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4" name="Google Shape;9024;p11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5" name="Google Shape;9025;p11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6" name="Google Shape;9026;p11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7" name="Google Shape;9027;p11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8" name="Google Shape;9028;p11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9" name="Google Shape;9029;p11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0" name="Google Shape;9030;p11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1" name="Google Shape;9031;p11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2" name="Google Shape;9032;p11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3" name="Google Shape;9033;p11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4" name="Google Shape;9034;p11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5" name="Google Shape;9035;p11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6" name="Google Shape;9036;p11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7" name="Google Shape;9037;p11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8" name="Google Shape;9038;p11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9" name="Google Shape;9039;p11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0" name="Google Shape;9040;p11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1" name="Google Shape;9041;p11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2" name="Google Shape;9042;p11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3" name="Google Shape;9043;p11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4" name="Google Shape;9044;p11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5" name="Google Shape;9045;p11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6" name="Google Shape;9046;p11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7" name="Google Shape;9047;p11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8" name="Google Shape;9048;p11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9" name="Google Shape;9049;p11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0" name="Google Shape;9050;p11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1" name="Google Shape;9051;p11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2" name="Google Shape;9052;p11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3" name="Google Shape;9053;p11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4" name="Google Shape;9054;p11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5" name="Google Shape;9055;p11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6" name="Google Shape;9056;p11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7" name="Google Shape;9057;p11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8" name="Google Shape;9058;p11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9" name="Google Shape;9059;p11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0" name="Google Shape;9060;p11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1" name="Google Shape;9061;p11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2" name="Google Shape;9062;p11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3" name="Google Shape;9063;p11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4" name="Google Shape;9064;p11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5" name="Google Shape;9065;p11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6" name="Google Shape;9066;p11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7" name="Google Shape;9067;p11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8" name="Google Shape;9068;p11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9" name="Google Shape;9069;p11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0" name="Google Shape;9070;p11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1" name="Google Shape;9071;p11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2" name="Google Shape;9072;p11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3" name="Google Shape;9073;p11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4" name="Google Shape;9074;p11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5" name="Google Shape;9075;p11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6" name="Google Shape;9076;p11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7" name="Google Shape;9077;p11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8" name="Google Shape;9078;p11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9" name="Google Shape;9079;p11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0" name="Google Shape;9080;p11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1" name="Google Shape;9081;p11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2" name="Google Shape;9082;p11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3" name="Google Shape;9083;p11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4" name="Google Shape;9084;p11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5" name="Google Shape;9085;p11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6" name="Google Shape;9086;p11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7" name="Google Shape;9087;p11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8" name="Google Shape;9088;p11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9" name="Google Shape;9089;p11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0" name="Google Shape;9090;p11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1" name="Google Shape;9091;p11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2" name="Google Shape;9092;p11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3" name="Google Shape;9093;p11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4" name="Google Shape;9094;p11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5" name="Google Shape;9095;p11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6" name="Google Shape;9096;p11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7" name="Google Shape;9097;p11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8" name="Google Shape;9098;p11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9" name="Google Shape;9099;p11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0" name="Google Shape;9100;p11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1" name="Google Shape;9101;p11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2" name="Google Shape;9102;p11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3" name="Google Shape;9103;p11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4" name="Google Shape;9104;p11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5" name="Google Shape;9105;p11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6" name="Google Shape;9106;p11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7" name="Google Shape;9107;p11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8" name="Google Shape;9108;p11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9" name="Google Shape;9109;p11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0" name="Google Shape;9110;p11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1" name="Google Shape;9111;p11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2" name="Google Shape;9112;p11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3" name="Google Shape;9113;p11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4" name="Google Shape;9114;p11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5" name="Google Shape;9115;p11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6" name="Google Shape;9116;p11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7" name="Google Shape;9117;p11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8" name="Google Shape;9118;p11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9" name="Google Shape;9119;p11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0" name="Google Shape;9120;p11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1" name="Google Shape;9121;p11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2" name="Google Shape;9122;p11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3" name="Google Shape;9123;p11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4" name="Google Shape;9124;p11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5" name="Google Shape;9125;p11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6" name="Google Shape;9126;p11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7" name="Google Shape;9127;p11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8" name="Google Shape;9128;p11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9" name="Google Shape;9129;p11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0" name="Google Shape;9130;p11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1" name="Google Shape;9131;p11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2" name="Google Shape;9132;p11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3" name="Google Shape;9133;p11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4" name="Google Shape;9134;p11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5" name="Google Shape;9135;p11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6" name="Google Shape;9136;p11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7" name="Google Shape;9137;p11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8" name="Google Shape;9138;p11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9" name="Google Shape;9139;p11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0" name="Google Shape;9140;p11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1" name="Google Shape;9141;p11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2" name="Google Shape;9142;p11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3" name="Google Shape;9143;p11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4" name="Google Shape;9144;p11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5" name="Google Shape;9145;p11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6" name="Google Shape;9146;p11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7" name="Google Shape;9147;p11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8" name="Google Shape;9148;p11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9" name="Google Shape;9149;p11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0" name="Google Shape;9150;p11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1" name="Google Shape;9151;p11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2" name="Google Shape;9152;p11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3" name="Google Shape;9153;p11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4" name="Google Shape;9154;p11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5" name="Google Shape;9155;p11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6" name="Google Shape;9156;p11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7" name="Google Shape;9157;p11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8" name="Google Shape;9158;p11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9" name="Google Shape;9159;p11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0" name="Google Shape;9160;p11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1" name="Google Shape;9161;p11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2" name="Google Shape;9162;p11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3" name="Google Shape;9163;p11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4" name="Google Shape;9164;p11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5" name="Google Shape;9165;p11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6" name="Google Shape;9166;p11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7" name="Google Shape;9167;p11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8" name="Google Shape;9168;p11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9" name="Google Shape;9169;p11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0" name="Google Shape;9170;p11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1" name="Google Shape;9171;p11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2" name="Google Shape;9172;p11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3" name="Google Shape;9173;p11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4" name="Google Shape;9174;p11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5" name="Google Shape;9175;p11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6" name="Google Shape;9176;p11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7" name="Google Shape;9177;p11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8" name="Google Shape;9178;p11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9" name="Google Shape;9179;p11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0" name="Google Shape;9180;p11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1" name="Google Shape;9181;p11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2" name="Google Shape;9182;p11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3" name="Google Shape;9183;p11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4" name="Google Shape;9184;p11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5" name="Google Shape;9185;p11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6" name="Google Shape;9186;p11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7" name="Google Shape;9187;p11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8" name="Google Shape;9188;p11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9" name="Google Shape;9189;p11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0" name="Google Shape;9190;p11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1" name="Google Shape;9191;p11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2" name="Google Shape;9192;p11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3" name="Google Shape;9193;p11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4" name="Google Shape;9194;p11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5" name="Google Shape;9195;p11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6" name="Google Shape;9196;p11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7" name="Google Shape;9197;p11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8" name="Google Shape;9198;p11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9" name="Google Shape;9199;p11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0" name="Google Shape;9200;p11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1" name="Google Shape;9201;p11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2" name="Google Shape;9202;p11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3" name="Google Shape;9203;p11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4" name="Google Shape;9204;p11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5" name="Google Shape;9205;p11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6" name="Google Shape;9206;p11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7" name="Google Shape;9207;p11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8" name="Google Shape;9208;p11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9" name="Google Shape;9209;p11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0" name="Google Shape;9210;p11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1" name="Google Shape;9211;p11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2" name="Google Shape;9212;p11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3" name="Google Shape;9213;p11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4" name="Google Shape;9214;p11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5" name="Google Shape;9215;p11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6" name="Google Shape;9216;p11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7" name="Google Shape;9217;p11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8" name="Google Shape;9218;p11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9" name="Google Shape;9219;p11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0" name="Google Shape;9220;p11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1" name="Google Shape;9221;p11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2" name="Google Shape;9222;p11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3" name="Google Shape;9223;p11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4" name="Google Shape;9224;p11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5" name="Google Shape;9225;p11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6" name="Google Shape;9226;p11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7" name="Google Shape;9227;p11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8" name="Google Shape;9228;p11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9" name="Google Shape;9229;p11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0" name="Google Shape;9230;p11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1" name="Google Shape;9231;p11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2" name="Google Shape;9232;p11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3" name="Google Shape;9233;p11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4" name="Google Shape;9234;p11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5" name="Google Shape;9235;p11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6" name="Google Shape;9236;p11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7" name="Google Shape;9237;p11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8" name="Google Shape;9238;p11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9" name="Google Shape;9239;p11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0" name="Google Shape;9240;p11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1" name="Google Shape;9241;p11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2" name="Google Shape;9242;p11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3" name="Google Shape;9243;p11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4" name="Google Shape;9244;p11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5" name="Google Shape;9245;p11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6" name="Google Shape;9246;p11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7" name="Google Shape;9247;p11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8" name="Google Shape;9248;p11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9" name="Google Shape;9249;p11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0" name="Google Shape;9250;p11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1" name="Google Shape;9251;p11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2" name="Google Shape;9252;p11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3" name="Google Shape;9253;p11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4" name="Google Shape;9254;p11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5" name="Google Shape;9255;p11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6" name="Google Shape;9256;p11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7" name="Google Shape;9257;p11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8" name="Google Shape;9258;p11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9" name="Google Shape;9259;p11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0" name="Google Shape;9260;p11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1" name="Google Shape;9261;p11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2" name="Google Shape;9262;p11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3" name="Google Shape;9263;p11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4" name="Google Shape;9264;p11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5" name="Google Shape;9265;p11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6" name="Google Shape;9266;p11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7" name="Google Shape;9267;p11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8" name="Google Shape;9268;p11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9" name="Google Shape;9269;p11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0" name="Google Shape;9270;p11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1" name="Google Shape;9271;p11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2" name="Google Shape;9272;p11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3" name="Google Shape;9273;p11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4" name="Google Shape;9274;p11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5" name="Google Shape;9275;p11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6" name="Google Shape;9276;p11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7" name="Google Shape;9277;p11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8" name="Google Shape;9278;p11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9" name="Google Shape;9279;p11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0" name="Google Shape;9280;p11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1" name="Google Shape;9281;p11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2" name="Google Shape;9282;p11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3" name="Google Shape;9283;p11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4" name="Google Shape;9284;p11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5" name="Google Shape;9285;p11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6" name="Google Shape;9286;p11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7" name="Google Shape;9287;p11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8" name="Google Shape;9288;p11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9" name="Google Shape;9289;p11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0" name="Google Shape;9290;p11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1" name="Google Shape;9291;p11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2" name="Google Shape;9292;p11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3" name="Google Shape;9293;p11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4" name="Google Shape;9294;p11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5" name="Google Shape;9295;p11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6" name="Google Shape;9296;p11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7" name="Google Shape;9297;p11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8" name="Google Shape;9298;p11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9" name="Google Shape;9299;p11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0" name="Google Shape;9300;p11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1" name="Google Shape;9301;p11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2" name="Google Shape;9302;p11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3" name="Google Shape;9303;p11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4" name="Google Shape;9304;p11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5" name="Google Shape;9305;p11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6" name="Google Shape;9306;p11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7" name="Google Shape;9307;p11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8" name="Google Shape;9308;p11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9" name="Google Shape;9309;p11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0" name="Google Shape;9310;p11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1" name="Google Shape;9311;p11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2" name="Google Shape;9312;p11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3" name="Google Shape;9313;p11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4" name="Google Shape;9314;p11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5" name="Google Shape;9315;p11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6" name="Google Shape;9316;p11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7" name="Google Shape;9317;p11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8" name="Google Shape;9318;p11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9" name="Google Shape;9319;p11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0" name="Google Shape;9320;p11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1" name="Google Shape;9321;p11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2" name="Google Shape;9322;p11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3" name="Google Shape;9323;p11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4" name="Google Shape;9324;p11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5" name="Google Shape;9325;p11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6" name="Google Shape;9326;p11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7" name="Google Shape;9327;p11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8" name="Google Shape;9328;p11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9" name="Google Shape;9329;p11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0" name="Google Shape;9330;p11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1" name="Google Shape;9331;p11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2" name="Google Shape;9332;p11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3" name="Google Shape;9333;p11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4" name="Google Shape;9334;p11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5" name="Google Shape;9335;p11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6" name="Google Shape;9336;p11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7" name="Google Shape;9337;p11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8" name="Google Shape;9338;p11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9" name="Google Shape;9339;p11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0" name="Google Shape;9340;p11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1" name="Google Shape;9341;p11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2" name="Google Shape;9342;p11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3" name="Google Shape;9343;p11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4" name="Google Shape;9344;p11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5" name="Google Shape;9345;p11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6" name="Google Shape;9346;p11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7" name="Google Shape;9347;p11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8" name="Google Shape;9348;p11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9" name="Google Shape;9349;p11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0" name="Google Shape;9350;p11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1" name="Google Shape;9351;p11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2" name="Google Shape;9352;p11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3" name="Google Shape;9353;p11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4" name="Google Shape;9354;p11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5" name="Google Shape;9355;p11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6" name="Google Shape;9356;p11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7" name="Google Shape;9357;p11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8" name="Google Shape;9358;p11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9" name="Google Shape;9359;p11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0" name="Google Shape;9360;p11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1" name="Google Shape;9361;p11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2" name="Google Shape;9362;p11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3" name="Google Shape;9363;p11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4" name="Google Shape;9364;p11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5" name="Google Shape;9365;p11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6" name="Google Shape;9366;p11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7" name="Google Shape;9367;p11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8" name="Google Shape;9368;p11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9" name="Google Shape;9369;p11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0" name="Google Shape;9370;p11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1" name="Google Shape;9371;p11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2" name="Google Shape;9372;p11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3" name="Google Shape;9373;p11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4" name="Google Shape;9374;p11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5" name="Google Shape;9375;p11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6" name="Google Shape;9376;p11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7" name="Google Shape;9377;p11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8" name="Google Shape;9378;p11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9" name="Google Shape;9379;p11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0" name="Google Shape;9380;p11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1" name="Google Shape;9381;p11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2" name="Google Shape;9382;p11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3" name="Google Shape;9383;p11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4" name="Google Shape;9384;p11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5" name="Google Shape;9385;p11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6" name="Google Shape;9386;p11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7" name="Google Shape;9387;p11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8" name="Google Shape;9388;p11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9" name="Google Shape;9389;p11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0" name="Google Shape;9390;p11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1" name="Google Shape;9391;p11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2" name="Google Shape;9392;p11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3" name="Google Shape;9393;p11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4" name="Google Shape;9394;p11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5" name="Google Shape;9395;p11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6" name="Google Shape;9396;p11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7" name="Google Shape;9397;p11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8" name="Google Shape;9398;p11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9" name="Google Shape;9399;p11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0" name="Google Shape;9400;p11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1" name="Google Shape;9401;p11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2" name="Google Shape;9402;p11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3" name="Google Shape;9403;p11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4" name="Google Shape;9404;p11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5" name="Google Shape;9405;p11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6" name="Google Shape;9406;p11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7" name="Google Shape;9407;p11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8" name="Google Shape;9408;p11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9" name="Google Shape;9409;p11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0" name="Google Shape;9410;p11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1" name="Google Shape;9411;p11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2" name="Google Shape;9412;p11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3" name="Google Shape;9413;p11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4" name="Google Shape;9414;p11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5" name="Google Shape;9415;p11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6" name="Google Shape;9416;p11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7" name="Google Shape;9417;p11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8" name="Google Shape;9418;p11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9" name="Google Shape;9419;p11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0" name="Google Shape;9420;p11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1" name="Google Shape;9421;p11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2" name="Google Shape;9422;p11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3" name="Google Shape;9423;p11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4" name="Google Shape;9424;p11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5" name="Google Shape;9425;p11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6" name="Google Shape;9426;p11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7" name="Google Shape;9427;p11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8" name="Google Shape;9428;p11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9" name="Google Shape;9429;p11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0" name="Google Shape;9430;p11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1" name="Google Shape;9431;p11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2" name="Google Shape;9432;p11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3" name="Google Shape;9433;p11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4" name="Google Shape;9434;p11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5" name="Google Shape;9435;p11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6" name="Google Shape;9436;p11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7" name="Google Shape;9437;p11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8" name="Google Shape;9438;p11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9" name="Google Shape;9439;p11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0" name="Google Shape;9440;p11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1" name="Google Shape;9441;p11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2" name="Google Shape;9442;p11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3" name="Google Shape;9443;p11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4" name="Google Shape;9444;p11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5" name="Google Shape;9445;p11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6" name="Google Shape;9446;p11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7" name="Google Shape;9447;p11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8" name="Google Shape;9448;p11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9" name="Google Shape;9449;p11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0" name="Google Shape;9450;p11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1" name="Google Shape;9451;p11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2" name="Google Shape;9452;p11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3" name="Google Shape;9453;p11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4" name="Google Shape;9454;p11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5" name="Google Shape;9455;p11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6" name="Google Shape;9456;p11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7" name="Google Shape;9457;p11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8" name="Google Shape;9458;p11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9" name="Google Shape;9459;p11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0" name="Google Shape;9460;p11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1" name="Google Shape;9461;p11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2" name="Google Shape;9462;p11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3" name="Google Shape;9463;p11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4" name="Google Shape;9464;p11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5" name="Google Shape;9465;p11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6" name="Google Shape;9466;p11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7" name="Google Shape;9467;p11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8" name="Google Shape;9468;p11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9" name="Google Shape;9469;p11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0" name="Google Shape;9470;p11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1" name="Google Shape;9471;p11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2" name="Google Shape;9472;p11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3" name="Google Shape;9473;p11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4" name="Google Shape;9474;p11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5" name="Google Shape;9475;p11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6" name="Google Shape;9476;p11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7" name="Google Shape;9477;p11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8" name="Google Shape;9478;p11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9" name="Google Shape;9479;p11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0" name="Google Shape;9480;p11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1" name="Google Shape;9481;p11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2" name="Google Shape;9482;p11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3" name="Google Shape;9483;p11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4" name="Google Shape;9484;p11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5" name="Google Shape;9485;p11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6" name="Google Shape;9486;p11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7" name="Google Shape;9487;p11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8" name="Google Shape;9488;p11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9" name="Google Shape;9489;p11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0" name="Google Shape;9490;p11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1" name="Google Shape;9491;p11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2" name="Google Shape;9492;p11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3" name="Google Shape;9493;p11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4" name="Google Shape;9494;p11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5" name="Google Shape;9495;p11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6" name="Google Shape;9496;p11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7" name="Google Shape;9497;p11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8" name="Google Shape;9498;p11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9" name="Google Shape;9499;p11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0" name="Google Shape;9500;p11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1" name="Google Shape;9501;p11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2" name="Google Shape;9502;p11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3" name="Google Shape;9503;p11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4" name="Google Shape;9504;p11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5" name="Google Shape;9505;p11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6" name="Google Shape;9506;p11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7" name="Google Shape;9507;p11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8" name="Google Shape;9508;p11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9" name="Google Shape;9509;p11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0" name="Google Shape;9510;p11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1" name="Google Shape;9511;p11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2" name="Google Shape;9512;p11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3" name="Google Shape;9513;p11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4" name="Google Shape;9514;p11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5" name="Google Shape;9515;p11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6" name="Google Shape;9516;p11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7" name="Google Shape;9517;p11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8" name="Google Shape;9518;p11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9" name="Google Shape;9519;p11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0" name="Google Shape;9520;p11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1" name="Google Shape;9521;p11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2" name="Google Shape;9522;p11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3" name="Google Shape;9523;p11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4" name="Google Shape;9524;p11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5" name="Google Shape;9525;p11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6" name="Google Shape;9526;p11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7" name="Google Shape;9527;p11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8" name="Google Shape;9528;p11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9" name="Google Shape;9529;p11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0" name="Google Shape;9530;p11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1" name="Google Shape;9531;p11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2" name="Google Shape;9532;p11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3" name="Google Shape;9533;p11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4" name="Google Shape;9534;p11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5" name="Google Shape;9535;p11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6" name="Google Shape;9536;p11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7" name="Google Shape;9537;p11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8" name="Google Shape;9538;p11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9" name="Google Shape;9539;p11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0" name="Google Shape;9540;p11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1" name="Google Shape;9541;p11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2" name="Google Shape;9542;p11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3" name="Google Shape;9543;p11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4" name="Google Shape;9544;p11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5" name="Google Shape;9545;p11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6" name="Google Shape;9546;p11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7" name="Google Shape;9547;p11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8" name="Google Shape;9548;p11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9" name="Google Shape;9549;p11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0" name="Google Shape;9550;p11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1" name="Google Shape;9551;p11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2" name="Google Shape;9552;p11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3" name="Google Shape;9553;p11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4" name="Google Shape;9554;p11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5" name="Google Shape;9555;p11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6" name="Google Shape;9556;p11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7" name="Google Shape;9557;p11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8" name="Google Shape;9558;p11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9" name="Google Shape;9559;p11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0" name="Google Shape;9560;p11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1" name="Google Shape;9561;p11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2" name="Google Shape;9562;p11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3" name="Google Shape;9563;p11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4" name="Google Shape;9564;p11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5" name="Google Shape;9565;p11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6" name="Google Shape;9566;p11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7" name="Google Shape;9567;p11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8" name="Google Shape;9568;p11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9" name="Google Shape;9569;p11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0" name="Google Shape;9570;p11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1" name="Google Shape;9571;p11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2" name="Google Shape;9572;p11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3" name="Google Shape;9573;p11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4" name="Google Shape;9574;p11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5" name="Google Shape;9575;p11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6" name="Google Shape;9576;p11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7" name="Google Shape;9577;p11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8" name="Google Shape;9578;p11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9" name="Google Shape;9579;p11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0" name="Google Shape;9580;p11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1" name="Google Shape;9581;p11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2" name="Google Shape;9582;p11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3" name="Google Shape;9583;p11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4" name="Google Shape;9584;p11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5" name="Google Shape;9585;p11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6" name="Google Shape;9586;p11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7" name="Google Shape;9587;p11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8" name="Google Shape;9588;p11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9" name="Google Shape;9589;p11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0" name="Google Shape;9590;p11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1" name="Google Shape;9591;p11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2" name="Google Shape;9592;p11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3" name="Google Shape;9593;p11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4" name="Google Shape;9594;p11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5" name="Google Shape;9595;p11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6" name="Google Shape;9596;p11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7" name="Google Shape;9597;p11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8" name="Google Shape;9598;p11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9" name="Google Shape;9599;p11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0" name="Google Shape;9600;p11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1" name="Google Shape;9601;p11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2" name="Google Shape;9602;p11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3" name="Google Shape;9603;p11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4" name="Google Shape;9604;p11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5" name="Google Shape;9605;p11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6" name="Google Shape;9606;p11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7" name="Google Shape;9607;p11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8" name="Google Shape;9608;p11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9" name="Google Shape;9609;p11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0" name="Google Shape;9610;p11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1" name="Google Shape;9611;p11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2" name="Google Shape;9612;p11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3" name="Google Shape;9613;p11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4" name="Google Shape;9614;p11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5" name="Google Shape;9615;p11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6" name="Google Shape;9616;p11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7" name="Google Shape;9617;p11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8" name="Google Shape;9618;p11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9" name="Google Shape;9619;p11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0" name="Google Shape;9620;p11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1" name="Google Shape;9621;p11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2" name="Google Shape;9622;p11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3" name="Google Shape;9623;p11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4" name="Google Shape;9624;p11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5" name="Google Shape;9625;p11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6" name="Google Shape;9626;p11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7" name="Google Shape;9627;p11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8" name="Google Shape;9628;p11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9" name="Google Shape;9629;p11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0" name="Google Shape;9630;p11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1" name="Google Shape;9631;p11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2" name="Google Shape;9632;p11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3" name="Google Shape;9633;p11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4" name="Google Shape;9634;p11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5" name="Google Shape;9635;p11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6" name="Google Shape;9636;p11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7" name="Google Shape;9637;p11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8" name="Google Shape;9638;p11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9" name="Google Shape;9639;p11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0" name="Google Shape;9640;p11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1" name="Google Shape;9641;p11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2" name="Google Shape;9642;p11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3" name="Google Shape;9643;p11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4" name="Google Shape;9644;p11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5" name="Google Shape;9645;p11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6" name="Google Shape;9646;p11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7" name="Google Shape;9647;p11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8" name="Google Shape;9648;p11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9" name="Google Shape;9649;p11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0" name="Google Shape;9650;p11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1" name="Google Shape;9651;p11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2" name="Google Shape;9652;p11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3" name="Google Shape;9653;p11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4" name="Google Shape;9654;p11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5" name="Google Shape;9655;p11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6" name="Google Shape;9656;p11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7" name="Google Shape;9657;p11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8" name="Google Shape;9658;p11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9" name="Google Shape;9659;p11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0" name="Google Shape;9660;p11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1" name="Google Shape;9661;p11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2" name="Google Shape;9662;p11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3" name="Google Shape;9663;p11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4" name="Google Shape;9664;p11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5" name="Google Shape;9665;p11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6" name="Google Shape;9666;p11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7" name="Google Shape;9667;p11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8" name="Google Shape;9668;p11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9" name="Google Shape;9669;p11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0" name="Google Shape;9670;p11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1" name="Google Shape;9671;p11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2" name="Google Shape;9672;p11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3" name="Google Shape;9673;p11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4" name="Google Shape;9674;p11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5" name="Google Shape;9675;p11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6" name="Google Shape;9676;p11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7" name="Google Shape;9677;p11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8" name="Google Shape;9678;p11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9" name="Google Shape;9679;p11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0" name="Google Shape;9680;p11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1" name="Google Shape;9681;p11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2" name="Google Shape;9682;p11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3" name="Google Shape;9683;p11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4" name="Google Shape;9684;p11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5" name="Google Shape;9685;p11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6" name="Google Shape;9686;p11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7" name="Google Shape;9687;p11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8" name="Google Shape;9688;p11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9" name="Google Shape;9689;p11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0" name="Google Shape;9690;p11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1" name="Google Shape;9691;p11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2" name="Google Shape;9692;p11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3" name="Google Shape;9693;p11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4" name="Google Shape;9694;p11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5" name="Google Shape;9695;p11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6" name="Google Shape;9696;p11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7" name="Google Shape;9697;p11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8" name="Google Shape;9698;p11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9" name="Google Shape;9699;p11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0" name="Google Shape;9700;p11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1" name="Google Shape;9701;p11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2" name="Google Shape;9702;p11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3" name="Google Shape;9703;p11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4" name="Google Shape;9704;p11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5" name="Google Shape;9705;p11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6" name="Google Shape;9706;p11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7" name="Google Shape;9707;p11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8" name="Google Shape;9708;p11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9" name="Google Shape;9709;p11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0" name="Google Shape;9710;p11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1" name="Google Shape;9711;p11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2" name="Google Shape;9712;p11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3" name="Google Shape;9713;p11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4" name="Google Shape;9714;p11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5" name="Google Shape;9715;p11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6" name="Google Shape;9716;p11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7" name="Google Shape;9717;p11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8" name="Google Shape;9718;p11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9" name="Google Shape;9719;p11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0" name="Google Shape;9720;p11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1" name="Google Shape;9721;p11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2" name="Google Shape;9722;p11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3" name="Google Shape;9723;p11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4" name="Google Shape;9724;p11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5" name="Google Shape;9725;p11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6" name="Google Shape;9726;p11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7" name="Google Shape;9727;p11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8" name="Google Shape;9728;p11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9" name="Google Shape;9729;p11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0" name="Google Shape;9730;p11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1" name="Google Shape;9731;p11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2" name="Google Shape;9732;p11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3" name="Google Shape;9733;p11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4" name="Google Shape;9734;p11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5" name="Google Shape;9735;p11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6" name="Google Shape;9736;p11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7" name="Google Shape;9737;p11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8" name="Google Shape;9738;p11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9" name="Google Shape;9739;p11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0" name="Google Shape;9740;p11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1" name="Google Shape;9741;p11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2" name="Google Shape;9742;p11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3" name="Google Shape;9743;p11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4" name="Google Shape;9744;p11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5" name="Google Shape;9745;p11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6" name="Google Shape;9746;p11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7" name="Google Shape;9747;p11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8" name="Google Shape;9748;p11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9" name="Google Shape;9749;p11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0" name="Google Shape;9750;p11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1" name="Google Shape;9751;p11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2" name="Google Shape;9752;p11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3" name="Google Shape;9753;p11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4" name="Google Shape;9754;p11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5" name="Google Shape;9755;p11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6" name="Google Shape;9756;p11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7" name="Google Shape;9757;p11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8" name="Google Shape;9758;p11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9" name="Google Shape;9759;p11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0" name="Google Shape;9760;p11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1" name="Google Shape;9761;p11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2" name="Google Shape;9762;p11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3" name="Google Shape;9763;p11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4" name="Google Shape;9764;p11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5" name="Google Shape;9765;p11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6" name="Google Shape;9766;p11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7" name="Google Shape;9767;p11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8" name="Google Shape;9768;p11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9" name="Google Shape;9769;p11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0" name="Google Shape;9770;p11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1" name="Google Shape;9771;p11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2" name="Google Shape;9772;p11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3" name="Google Shape;9773;p11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4" name="Google Shape;9774;p11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5" name="Google Shape;9775;p11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6" name="Google Shape;9776;p11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7" name="Google Shape;9777;p11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8" name="Google Shape;9778;p11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9" name="Google Shape;9779;p11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0" name="Google Shape;9780;p11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1" name="Google Shape;9781;p11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2" name="Google Shape;9782;p11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3" name="Google Shape;9783;p11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4" name="Google Shape;9784;p11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5" name="Google Shape;9785;p11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6" name="Google Shape;9786;p11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7" name="Google Shape;9787;p11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8" name="Google Shape;9788;p11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9" name="Google Shape;9789;p11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0" name="Google Shape;9790;p11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1" name="Google Shape;9791;p11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2" name="Google Shape;9792;p11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3" name="Google Shape;9793;p11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4" name="Google Shape;9794;p11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5" name="Google Shape;9795;p11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6" name="Google Shape;9796;p11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7" name="Google Shape;9797;p11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8" name="Google Shape;9798;p11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9" name="Google Shape;9799;p11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0" name="Google Shape;9800;p11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1" name="Google Shape;9801;p11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2" name="Google Shape;9802;p11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3" name="Google Shape;9803;p11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4" name="Google Shape;9804;p11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5" name="Google Shape;9805;p11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6" name="Google Shape;9806;p11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7" name="Google Shape;9807;p11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8" name="Google Shape;9808;p11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9" name="Google Shape;9809;p11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0" name="Google Shape;9810;p11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1" name="Google Shape;9811;p11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2" name="Google Shape;9812;p11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3" name="Google Shape;9813;p11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4" name="Google Shape;9814;p11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5" name="Google Shape;9815;p11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6" name="Google Shape;9816;p11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7" name="Google Shape;9817;p11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8" name="Google Shape;9818;p11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9" name="Google Shape;9819;p11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0" name="Google Shape;9820;p11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1" name="Google Shape;9821;p11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2" name="Google Shape;9822;p11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3" name="Google Shape;9823;p11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4" name="Google Shape;9824;p11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5" name="Google Shape;9825;p11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6" name="Google Shape;9826;p11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7" name="Google Shape;9827;p11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8" name="Google Shape;9828;p11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9" name="Google Shape;9829;p11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0" name="Google Shape;9830;p11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1" name="Google Shape;9831;p11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2" name="Google Shape;9832;p11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3" name="Google Shape;9833;p11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4" name="Google Shape;9834;p11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5" name="Google Shape;9835;p11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6" name="Google Shape;9836;p11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7" name="Google Shape;9837;p11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8" name="Google Shape;9838;p11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9" name="Google Shape;9839;p11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0" name="Google Shape;9840;p11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1" name="Google Shape;9841;p11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2" name="Google Shape;9842;p11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3" name="Google Shape;9843;p11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4" name="Google Shape;9844;p11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5" name="Google Shape;9845;p11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6" name="Google Shape;9846;p11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7" name="Google Shape;9847;p11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8" name="Google Shape;9848;p11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9" name="Google Shape;9849;p11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0" name="Google Shape;9850;p11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1" name="Google Shape;9851;p11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2" name="Google Shape;9852;p11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3" name="Google Shape;9853;p11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4" name="Google Shape;9854;p11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5" name="Google Shape;9855;p11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6" name="Google Shape;9856;p11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7" name="Google Shape;9857;p11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8" name="Google Shape;9858;p11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9" name="Google Shape;9859;p11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0" name="Google Shape;9860;p11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1" name="Google Shape;9861;p11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2" name="Google Shape;9862;p11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3" name="Google Shape;9863;p11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4" name="Google Shape;9864;p11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5" name="Google Shape;9865;p11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6" name="Google Shape;9866;p11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7" name="Google Shape;9867;p11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8" name="Google Shape;9868;p11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9" name="Google Shape;9869;p11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0" name="Google Shape;9870;p11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1" name="Google Shape;9871;p11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2" name="Google Shape;9872;p11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3" name="Google Shape;9873;p11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4" name="Google Shape;9874;p11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5" name="Google Shape;9875;p11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6" name="Google Shape;9876;p11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7" name="Google Shape;9877;p11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8" name="Google Shape;9878;p11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9" name="Google Shape;9879;p11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0" name="Google Shape;9880;p11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1" name="Google Shape;9881;p11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2" name="Google Shape;9882;p11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3" name="Google Shape;9883;p11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4" name="Google Shape;9884;p11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5" name="Google Shape;9885;p11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6" name="Google Shape;9886;p11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7" name="Google Shape;9887;p11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8" name="Google Shape;9888;p11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9" name="Google Shape;9889;p11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0" name="Google Shape;9890;p11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1" name="Google Shape;9891;p11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2" name="Google Shape;9892;p11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3" name="Google Shape;9893;p11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4" name="Google Shape;9894;p11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5" name="Google Shape;9895;p11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6" name="Google Shape;9896;p11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7" name="Google Shape;9897;p11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8" name="Google Shape;9898;p11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9" name="Google Shape;9899;p11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0" name="Google Shape;9900;p11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1" name="Google Shape;9901;p11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2" name="Google Shape;9902;p11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3" name="Google Shape;9903;p11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4" name="Google Shape;9904;p11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5" name="Google Shape;9905;p11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6" name="Google Shape;9906;p11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7" name="Google Shape;9907;p11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8" name="Google Shape;9908;p11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9" name="Google Shape;9909;p11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0" name="Google Shape;9910;p11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1" name="Google Shape;9911;p11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2" name="Google Shape;9912;p11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3" name="Google Shape;9913;p11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4" name="Google Shape;9914;p11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5" name="Google Shape;9915;p11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6" name="Google Shape;9916;p11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7" name="Google Shape;9917;p11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8" name="Google Shape;9918;p11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9" name="Google Shape;9919;p11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0" name="Google Shape;9920;p11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1" name="Google Shape;9921;p11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2" name="Google Shape;9922;p11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3" name="Google Shape;9923;p11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4" name="Google Shape;9924;p11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5" name="Google Shape;9925;p11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6" name="Google Shape;9926;p11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7" name="Google Shape;9927;p11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8" name="Google Shape;9928;p11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9" name="Google Shape;9929;p11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0" name="Google Shape;9930;p11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1" name="Google Shape;9931;p11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2" name="Google Shape;9932;p11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3" name="Google Shape;9933;p11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4" name="Google Shape;9934;p11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5" name="Google Shape;9935;p11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6" name="Google Shape;9936;p11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7" name="Google Shape;9937;p11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8" name="Google Shape;9938;p11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9" name="Google Shape;9939;p11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0" name="Google Shape;9940;p11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1" name="Google Shape;9941;p11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2" name="Google Shape;9942;p11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3" name="Google Shape;9943;p11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4" name="Google Shape;9944;p11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5" name="Google Shape;9945;p11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6" name="Google Shape;9946;p11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7" name="Google Shape;9947;p11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8" name="Google Shape;9948;p11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9" name="Google Shape;9949;p11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0" name="Google Shape;9950;p11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1" name="Google Shape;9951;p11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2" name="Google Shape;9952;p11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3" name="Google Shape;9953;p11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4" name="Google Shape;9954;p11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5" name="Google Shape;9955;p11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6" name="Google Shape;9956;p11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7" name="Google Shape;9957;p11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8" name="Google Shape;9958;p11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9" name="Google Shape;9959;p11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0" name="Google Shape;9960;p11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1" name="Google Shape;9961;p11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2" name="Google Shape;9962;p11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3" name="Google Shape;9963;p11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4" name="Google Shape;9964;p11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5" name="Google Shape;9965;p11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6" name="Google Shape;9966;p11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7" name="Google Shape;9967;p11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8" name="Google Shape;9968;p11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9" name="Google Shape;9969;p11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0" name="Google Shape;9970;p11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1" name="Google Shape;9971;p11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2" name="Google Shape;9972;p11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3" name="Google Shape;9973;p11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4" name="Google Shape;9974;p11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5" name="Google Shape;9975;p11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6" name="Google Shape;9976;p11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7" name="Google Shape;9977;p11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8" name="Google Shape;9978;p11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9" name="Google Shape;9979;p11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0" name="Google Shape;9980;p11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1" name="Google Shape;9981;p11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2" name="Google Shape;9982;p11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3" name="Google Shape;9983;p11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4" name="Google Shape;9984;p11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985" name="Google Shape;9985;p11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86" name="Google Shape;9986;p11"/>
          <p:cNvSpPr txBox="1"/>
          <p:nvPr>
            <p:ph hasCustomPrompt="1" type="title"/>
          </p:nvPr>
        </p:nvSpPr>
        <p:spPr>
          <a:xfrm>
            <a:off x="1816875" y="1972718"/>
            <a:ext cx="5511600" cy="1298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8000">
                <a:solidFill>
                  <a:schemeClr val="accen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87" name="Google Shape;9987;p11"/>
          <p:cNvSpPr txBox="1"/>
          <p:nvPr>
            <p:ph idx="1" type="subTitle"/>
          </p:nvPr>
        </p:nvSpPr>
        <p:spPr>
          <a:xfrm>
            <a:off x="1815538" y="3061782"/>
            <a:ext cx="5511600" cy="46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9988" name="Shape 99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3_1">
    <p:spTree>
      <p:nvGrpSpPr>
        <p:cNvPr id="9989" name="Shape 9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90" name="Google Shape;9990;p13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9991" name="Google Shape;9991;p13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2" name="Google Shape;9992;p13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3" name="Google Shape;9993;p13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4" name="Google Shape;9994;p13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5" name="Google Shape;9995;p13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6" name="Google Shape;9996;p13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7" name="Google Shape;9997;p13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8" name="Google Shape;9998;p13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9" name="Google Shape;9999;p13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0" name="Google Shape;10000;p13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1" name="Google Shape;10001;p13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2" name="Google Shape;10002;p13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3" name="Google Shape;10003;p13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4" name="Google Shape;10004;p13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5" name="Google Shape;10005;p13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6" name="Google Shape;10006;p13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7" name="Google Shape;10007;p13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8" name="Google Shape;10008;p13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9" name="Google Shape;10009;p13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0" name="Google Shape;10010;p13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1" name="Google Shape;10011;p13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2" name="Google Shape;10012;p13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3" name="Google Shape;10013;p13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4" name="Google Shape;10014;p13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5" name="Google Shape;10015;p13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6" name="Google Shape;10016;p13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7" name="Google Shape;10017;p13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8" name="Google Shape;10018;p13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9" name="Google Shape;10019;p13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0" name="Google Shape;10020;p13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1" name="Google Shape;10021;p13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2" name="Google Shape;10022;p13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3" name="Google Shape;10023;p13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4" name="Google Shape;10024;p13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5" name="Google Shape;10025;p13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6" name="Google Shape;10026;p13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7" name="Google Shape;10027;p13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8" name="Google Shape;10028;p13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9" name="Google Shape;10029;p13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0" name="Google Shape;10030;p13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1" name="Google Shape;10031;p13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2" name="Google Shape;10032;p13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3" name="Google Shape;10033;p13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4" name="Google Shape;10034;p13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5" name="Google Shape;10035;p13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6" name="Google Shape;10036;p13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7" name="Google Shape;10037;p13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8" name="Google Shape;10038;p13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9" name="Google Shape;10039;p13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0" name="Google Shape;10040;p13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1" name="Google Shape;10041;p13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2" name="Google Shape;10042;p13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3" name="Google Shape;10043;p13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4" name="Google Shape;10044;p13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5" name="Google Shape;10045;p13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6" name="Google Shape;10046;p13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7" name="Google Shape;10047;p13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8" name="Google Shape;10048;p13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9" name="Google Shape;10049;p13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0" name="Google Shape;10050;p13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1" name="Google Shape;10051;p13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2" name="Google Shape;10052;p13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3" name="Google Shape;10053;p13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4" name="Google Shape;10054;p13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5" name="Google Shape;10055;p13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6" name="Google Shape;10056;p13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7" name="Google Shape;10057;p13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8" name="Google Shape;10058;p13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9" name="Google Shape;10059;p13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0" name="Google Shape;10060;p13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1" name="Google Shape;10061;p13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2" name="Google Shape;10062;p13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3" name="Google Shape;10063;p13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4" name="Google Shape;10064;p13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5" name="Google Shape;10065;p13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6" name="Google Shape;10066;p13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7" name="Google Shape;10067;p13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8" name="Google Shape;10068;p13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9" name="Google Shape;10069;p13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0" name="Google Shape;10070;p13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1" name="Google Shape;10071;p13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2" name="Google Shape;10072;p13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3" name="Google Shape;10073;p13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4" name="Google Shape;10074;p13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5" name="Google Shape;10075;p13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6" name="Google Shape;10076;p13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7" name="Google Shape;10077;p13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8" name="Google Shape;10078;p13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9" name="Google Shape;10079;p13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0" name="Google Shape;10080;p13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1" name="Google Shape;10081;p13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2" name="Google Shape;10082;p13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3" name="Google Shape;10083;p13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4" name="Google Shape;10084;p13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5" name="Google Shape;10085;p13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6" name="Google Shape;10086;p13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7" name="Google Shape;10087;p13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8" name="Google Shape;10088;p13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9" name="Google Shape;10089;p13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0" name="Google Shape;10090;p13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1" name="Google Shape;10091;p13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2" name="Google Shape;10092;p13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3" name="Google Shape;10093;p13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4" name="Google Shape;10094;p13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5" name="Google Shape;10095;p13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6" name="Google Shape;10096;p13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7" name="Google Shape;10097;p13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8" name="Google Shape;10098;p13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9" name="Google Shape;10099;p13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0" name="Google Shape;10100;p13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1" name="Google Shape;10101;p13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2" name="Google Shape;10102;p13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3" name="Google Shape;10103;p13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4" name="Google Shape;10104;p13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5" name="Google Shape;10105;p13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6" name="Google Shape;10106;p13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7" name="Google Shape;10107;p13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8" name="Google Shape;10108;p13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9" name="Google Shape;10109;p13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0" name="Google Shape;10110;p13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1" name="Google Shape;10111;p13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2" name="Google Shape;10112;p13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3" name="Google Shape;10113;p13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4" name="Google Shape;10114;p13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5" name="Google Shape;10115;p13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6" name="Google Shape;10116;p13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7" name="Google Shape;10117;p13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8" name="Google Shape;10118;p13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9" name="Google Shape;10119;p13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0" name="Google Shape;10120;p13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1" name="Google Shape;10121;p13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2" name="Google Shape;10122;p13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3" name="Google Shape;10123;p13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4" name="Google Shape;10124;p13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5" name="Google Shape;10125;p13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6" name="Google Shape;10126;p13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7" name="Google Shape;10127;p13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8" name="Google Shape;10128;p13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9" name="Google Shape;10129;p13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0" name="Google Shape;10130;p13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1" name="Google Shape;10131;p13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2" name="Google Shape;10132;p13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3" name="Google Shape;10133;p13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4" name="Google Shape;10134;p13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5" name="Google Shape;10135;p13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6" name="Google Shape;10136;p13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7" name="Google Shape;10137;p13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8" name="Google Shape;10138;p13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9" name="Google Shape;10139;p13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0" name="Google Shape;10140;p13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1" name="Google Shape;10141;p13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2" name="Google Shape;10142;p13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3" name="Google Shape;10143;p13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4" name="Google Shape;10144;p13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5" name="Google Shape;10145;p13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6" name="Google Shape;10146;p13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7" name="Google Shape;10147;p13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8" name="Google Shape;10148;p13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9" name="Google Shape;10149;p13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0" name="Google Shape;10150;p13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1" name="Google Shape;10151;p13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2" name="Google Shape;10152;p13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3" name="Google Shape;10153;p13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4" name="Google Shape;10154;p13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5" name="Google Shape;10155;p13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6" name="Google Shape;10156;p13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7" name="Google Shape;10157;p13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8" name="Google Shape;10158;p13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9" name="Google Shape;10159;p13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0" name="Google Shape;10160;p13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1" name="Google Shape;10161;p13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2" name="Google Shape;10162;p13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3" name="Google Shape;10163;p13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4" name="Google Shape;10164;p13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5" name="Google Shape;10165;p13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6" name="Google Shape;10166;p13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7" name="Google Shape;10167;p13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8" name="Google Shape;10168;p13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9" name="Google Shape;10169;p13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0" name="Google Shape;10170;p13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1" name="Google Shape;10171;p13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2" name="Google Shape;10172;p13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3" name="Google Shape;10173;p13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4" name="Google Shape;10174;p13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5" name="Google Shape;10175;p13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6" name="Google Shape;10176;p13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7" name="Google Shape;10177;p13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8" name="Google Shape;10178;p13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9" name="Google Shape;10179;p13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0" name="Google Shape;10180;p13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1" name="Google Shape;10181;p13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2" name="Google Shape;10182;p13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3" name="Google Shape;10183;p13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4" name="Google Shape;10184;p13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5" name="Google Shape;10185;p13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6" name="Google Shape;10186;p13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7" name="Google Shape;10187;p13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8" name="Google Shape;10188;p13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9" name="Google Shape;10189;p13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0" name="Google Shape;10190;p13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1" name="Google Shape;10191;p13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2" name="Google Shape;10192;p13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3" name="Google Shape;10193;p13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4" name="Google Shape;10194;p13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5" name="Google Shape;10195;p13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6" name="Google Shape;10196;p13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7" name="Google Shape;10197;p13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8" name="Google Shape;10198;p13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9" name="Google Shape;10199;p13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0" name="Google Shape;10200;p13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1" name="Google Shape;10201;p13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2" name="Google Shape;10202;p13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3" name="Google Shape;10203;p13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4" name="Google Shape;10204;p13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5" name="Google Shape;10205;p13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6" name="Google Shape;10206;p13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7" name="Google Shape;10207;p13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8" name="Google Shape;10208;p13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9" name="Google Shape;10209;p13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0" name="Google Shape;10210;p13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1" name="Google Shape;10211;p13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2" name="Google Shape;10212;p13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3" name="Google Shape;10213;p13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4" name="Google Shape;10214;p13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5" name="Google Shape;10215;p13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6" name="Google Shape;10216;p13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7" name="Google Shape;10217;p13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8" name="Google Shape;10218;p13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9" name="Google Shape;10219;p13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0" name="Google Shape;10220;p13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1" name="Google Shape;10221;p13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2" name="Google Shape;10222;p13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3" name="Google Shape;10223;p13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4" name="Google Shape;10224;p13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5" name="Google Shape;10225;p13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6" name="Google Shape;10226;p13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7" name="Google Shape;10227;p13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8" name="Google Shape;10228;p13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9" name="Google Shape;10229;p13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0" name="Google Shape;10230;p13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1" name="Google Shape;10231;p13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2" name="Google Shape;10232;p13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3" name="Google Shape;10233;p13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4" name="Google Shape;10234;p13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5" name="Google Shape;10235;p13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6" name="Google Shape;10236;p13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7" name="Google Shape;10237;p13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8" name="Google Shape;10238;p13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9" name="Google Shape;10239;p13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0" name="Google Shape;10240;p13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1" name="Google Shape;10241;p13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2" name="Google Shape;10242;p13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3" name="Google Shape;10243;p13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4" name="Google Shape;10244;p13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5" name="Google Shape;10245;p13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6" name="Google Shape;10246;p13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7" name="Google Shape;10247;p13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8" name="Google Shape;10248;p13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9" name="Google Shape;10249;p13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0" name="Google Shape;10250;p13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1" name="Google Shape;10251;p13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2" name="Google Shape;10252;p13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3" name="Google Shape;10253;p13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4" name="Google Shape;10254;p13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5" name="Google Shape;10255;p13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6" name="Google Shape;10256;p13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7" name="Google Shape;10257;p13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8" name="Google Shape;10258;p13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9" name="Google Shape;10259;p13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0" name="Google Shape;10260;p13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1" name="Google Shape;10261;p13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2" name="Google Shape;10262;p13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3" name="Google Shape;10263;p13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4" name="Google Shape;10264;p13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5" name="Google Shape;10265;p13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6" name="Google Shape;10266;p13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7" name="Google Shape;10267;p13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8" name="Google Shape;10268;p13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9" name="Google Shape;10269;p13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0" name="Google Shape;10270;p13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1" name="Google Shape;10271;p13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2" name="Google Shape;10272;p13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3" name="Google Shape;10273;p13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4" name="Google Shape;10274;p13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5" name="Google Shape;10275;p13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6" name="Google Shape;10276;p13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7" name="Google Shape;10277;p13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8" name="Google Shape;10278;p13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9" name="Google Shape;10279;p13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0" name="Google Shape;10280;p13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1" name="Google Shape;10281;p13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2" name="Google Shape;10282;p13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3" name="Google Shape;10283;p13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4" name="Google Shape;10284;p13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5" name="Google Shape;10285;p13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6" name="Google Shape;10286;p13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7" name="Google Shape;10287;p13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8" name="Google Shape;10288;p13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9" name="Google Shape;10289;p13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0" name="Google Shape;10290;p13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1" name="Google Shape;10291;p13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2" name="Google Shape;10292;p13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3" name="Google Shape;10293;p13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4" name="Google Shape;10294;p13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5" name="Google Shape;10295;p13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6" name="Google Shape;10296;p13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7" name="Google Shape;10297;p13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8" name="Google Shape;10298;p13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9" name="Google Shape;10299;p13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0" name="Google Shape;10300;p13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1" name="Google Shape;10301;p13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2" name="Google Shape;10302;p13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3" name="Google Shape;10303;p13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4" name="Google Shape;10304;p13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5" name="Google Shape;10305;p13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6" name="Google Shape;10306;p13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7" name="Google Shape;10307;p13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8" name="Google Shape;10308;p13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9" name="Google Shape;10309;p13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0" name="Google Shape;10310;p13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1" name="Google Shape;10311;p13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2" name="Google Shape;10312;p13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3" name="Google Shape;10313;p13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4" name="Google Shape;10314;p13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5" name="Google Shape;10315;p13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6" name="Google Shape;10316;p13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7" name="Google Shape;10317;p13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8" name="Google Shape;10318;p13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9" name="Google Shape;10319;p13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0" name="Google Shape;10320;p13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1" name="Google Shape;10321;p13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2" name="Google Shape;10322;p13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3" name="Google Shape;10323;p13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4" name="Google Shape;10324;p13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5" name="Google Shape;10325;p13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6" name="Google Shape;10326;p13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7" name="Google Shape;10327;p13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8" name="Google Shape;10328;p13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9" name="Google Shape;10329;p13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0" name="Google Shape;10330;p13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1" name="Google Shape;10331;p13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2" name="Google Shape;10332;p13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3" name="Google Shape;10333;p13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4" name="Google Shape;10334;p13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5" name="Google Shape;10335;p13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6" name="Google Shape;10336;p13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7" name="Google Shape;10337;p13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8" name="Google Shape;10338;p13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9" name="Google Shape;10339;p13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0" name="Google Shape;10340;p13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1" name="Google Shape;10341;p13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2" name="Google Shape;10342;p13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3" name="Google Shape;10343;p13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4" name="Google Shape;10344;p13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5" name="Google Shape;10345;p13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6" name="Google Shape;10346;p13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7" name="Google Shape;10347;p13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8" name="Google Shape;10348;p13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9" name="Google Shape;10349;p13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0" name="Google Shape;10350;p13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1" name="Google Shape;10351;p13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2" name="Google Shape;10352;p13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3" name="Google Shape;10353;p13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4" name="Google Shape;10354;p13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5" name="Google Shape;10355;p13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6" name="Google Shape;10356;p13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7" name="Google Shape;10357;p13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8" name="Google Shape;10358;p13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9" name="Google Shape;10359;p13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0" name="Google Shape;10360;p13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1" name="Google Shape;10361;p13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2" name="Google Shape;10362;p13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3" name="Google Shape;10363;p13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4" name="Google Shape;10364;p13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5" name="Google Shape;10365;p13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6" name="Google Shape;10366;p13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7" name="Google Shape;10367;p13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8" name="Google Shape;10368;p13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9" name="Google Shape;10369;p13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0" name="Google Shape;10370;p13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1" name="Google Shape;10371;p13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2" name="Google Shape;10372;p13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3" name="Google Shape;10373;p13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4" name="Google Shape;10374;p13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5" name="Google Shape;10375;p13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6" name="Google Shape;10376;p13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7" name="Google Shape;10377;p13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8" name="Google Shape;10378;p13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9" name="Google Shape;10379;p13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0" name="Google Shape;10380;p13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1" name="Google Shape;10381;p13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2" name="Google Shape;10382;p13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3" name="Google Shape;10383;p13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4" name="Google Shape;10384;p13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5" name="Google Shape;10385;p13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6" name="Google Shape;10386;p13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7" name="Google Shape;10387;p13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8" name="Google Shape;10388;p13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9" name="Google Shape;10389;p13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0" name="Google Shape;10390;p13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1" name="Google Shape;10391;p13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2" name="Google Shape;10392;p13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3" name="Google Shape;10393;p13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4" name="Google Shape;10394;p13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5" name="Google Shape;10395;p13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6" name="Google Shape;10396;p13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7" name="Google Shape;10397;p13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8" name="Google Shape;10398;p13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9" name="Google Shape;10399;p13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0" name="Google Shape;10400;p13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1" name="Google Shape;10401;p13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2" name="Google Shape;10402;p13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3" name="Google Shape;10403;p13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4" name="Google Shape;10404;p13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5" name="Google Shape;10405;p13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6" name="Google Shape;10406;p13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7" name="Google Shape;10407;p13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8" name="Google Shape;10408;p13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9" name="Google Shape;10409;p13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0" name="Google Shape;10410;p13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1" name="Google Shape;10411;p13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2" name="Google Shape;10412;p13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3" name="Google Shape;10413;p13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4" name="Google Shape;10414;p13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5" name="Google Shape;10415;p13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6" name="Google Shape;10416;p13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7" name="Google Shape;10417;p13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8" name="Google Shape;10418;p13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9" name="Google Shape;10419;p13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0" name="Google Shape;10420;p13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1" name="Google Shape;10421;p13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2" name="Google Shape;10422;p13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3" name="Google Shape;10423;p13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4" name="Google Shape;10424;p13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5" name="Google Shape;10425;p13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6" name="Google Shape;10426;p13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7" name="Google Shape;10427;p13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8" name="Google Shape;10428;p13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9" name="Google Shape;10429;p13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0" name="Google Shape;10430;p13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1" name="Google Shape;10431;p13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2" name="Google Shape;10432;p13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3" name="Google Shape;10433;p13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4" name="Google Shape;10434;p13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5" name="Google Shape;10435;p13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6" name="Google Shape;10436;p13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7" name="Google Shape;10437;p13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8" name="Google Shape;10438;p13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9" name="Google Shape;10439;p13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0" name="Google Shape;10440;p13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1" name="Google Shape;10441;p13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2" name="Google Shape;10442;p13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3" name="Google Shape;10443;p13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4" name="Google Shape;10444;p13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5" name="Google Shape;10445;p13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6" name="Google Shape;10446;p13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7" name="Google Shape;10447;p13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8" name="Google Shape;10448;p13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9" name="Google Shape;10449;p13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0" name="Google Shape;10450;p13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1" name="Google Shape;10451;p13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2" name="Google Shape;10452;p13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3" name="Google Shape;10453;p13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4" name="Google Shape;10454;p13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5" name="Google Shape;10455;p13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6" name="Google Shape;10456;p13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7" name="Google Shape;10457;p13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8" name="Google Shape;10458;p13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9" name="Google Shape;10459;p13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0" name="Google Shape;10460;p13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1" name="Google Shape;10461;p13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2" name="Google Shape;10462;p13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3" name="Google Shape;10463;p13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4" name="Google Shape;10464;p13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5" name="Google Shape;10465;p13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6" name="Google Shape;10466;p13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7" name="Google Shape;10467;p13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8" name="Google Shape;10468;p13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9" name="Google Shape;10469;p13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0" name="Google Shape;10470;p13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1" name="Google Shape;10471;p13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2" name="Google Shape;10472;p13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3" name="Google Shape;10473;p13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4" name="Google Shape;10474;p13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5" name="Google Shape;10475;p13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6" name="Google Shape;10476;p13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7" name="Google Shape;10477;p13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8" name="Google Shape;10478;p13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9" name="Google Shape;10479;p13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0" name="Google Shape;10480;p13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1" name="Google Shape;10481;p13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2" name="Google Shape;10482;p13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3" name="Google Shape;10483;p13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4" name="Google Shape;10484;p13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5" name="Google Shape;10485;p13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6" name="Google Shape;10486;p13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7" name="Google Shape;10487;p13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8" name="Google Shape;10488;p13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9" name="Google Shape;10489;p13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0" name="Google Shape;10490;p13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1" name="Google Shape;10491;p13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2" name="Google Shape;10492;p13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3" name="Google Shape;10493;p13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4" name="Google Shape;10494;p13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5" name="Google Shape;10495;p13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6" name="Google Shape;10496;p13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7" name="Google Shape;10497;p13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8" name="Google Shape;10498;p13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9" name="Google Shape;10499;p13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0" name="Google Shape;10500;p13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1" name="Google Shape;10501;p13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2" name="Google Shape;10502;p13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3" name="Google Shape;10503;p13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4" name="Google Shape;10504;p13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5" name="Google Shape;10505;p13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6" name="Google Shape;10506;p13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7" name="Google Shape;10507;p13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8" name="Google Shape;10508;p13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9" name="Google Shape;10509;p13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0" name="Google Shape;10510;p13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1" name="Google Shape;10511;p13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2" name="Google Shape;10512;p13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3" name="Google Shape;10513;p13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4" name="Google Shape;10514;p13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5" name="Google Shape;10515;p13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6" name="Google Shape;10516;p13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7" name="Google Shape;10517;p13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8" name="Google Shape;10518;p13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9" name="Google Shape;10519;p13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0" name="Google Shape;10520;p13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1" name="Google Shape;10521;p13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2" name="Google Shape;10522;p13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3" name="Google Shape;10523;p13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4" name="Google Shape;10524;p13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5" name="Google Shape;10525;p13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6" name="Google Shape;10526;p13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7" name="Google Shape;10527;p13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8" name="Google Shape;10528;p13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9" name="Google Shape;10529;p13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0" name="Google Shape;10530;p13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1" name="Google Shape;10531;p13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2" name="Google Shape;10532;p13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3" name="Google Shape;10533;p13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4" name="Google Shape;10534;p13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5" name="Google Shape;10535;p13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6" name="Google Shape;10536;p13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7" name="Google Shape;10537;p13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8" name="Google Shape;10538;p13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9" name="Google Shape;10539;p13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0" name="Google Shape;10540;p13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1" name="Google Shape;10541;p13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2" name="Google Shape;10542;p13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3" name="Google Shape;10543;p13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4" name="Google Shape;10544;p13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5" name="Google Shape;10545;p13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6" name="Google Shape;10546;p13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7" name="Google Shape;10547;p13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8" name="Google Shape;10548;p13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9" name="Google Shape;10549;p13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0" name="Google Shape;10550;p13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1" name="Google Shape;10551;p13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2" name="Google Shape;10552;p13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3" name="Google Shape;10553;p13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4" name="Google Shape;10554;p13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5" name="Google Shape;10555;p13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6" name="Google Shape;10556;p13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7" name="Google Shape;10557;p13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8" name="Google Shape;10558;p13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9" name="Google Shape;10559;p13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0" name="Google Shape;10560;p13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1" name="Google Shape;10561;p13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2" name="Google Shape;10562;p13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3" name="Google Shape;10563;p13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4" name="Google Shape;10564;p13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5" name="Google Shape;10565;p13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6" name="Google Shape;10566;p13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7" name="Google Shape;10567;p13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8" name="Google Shape;10568;p13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9" name="Google Shape;10569;p13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0" name="Google Shape;10570;p13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1" name="Google Shape;10571;p13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2" name="Google Shape;10572;p13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3" name="Google Shape;10573;p13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4" name="Google Shape;10574;p13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5" name="Google Shape;10575;p13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6" name="Google Shape;10576;p13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7" name="Google Shape;10577;p13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8" name="Google Shape;10578;p13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9" name="Google Shape;10579;p13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0" name="Google Shape;10580;p13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1" name="Google Shape;10581;p13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2" name="Google Shape;10582;p13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3" name="Google Shape;10583;p13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4" name="Google Shape;10584;p13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5" name="Google Shape;10585;p13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6" name="Google Shape;10586;p13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7" name="Google Shape;10587;p13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8" name="Google Shape;10588;p13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9" name="Google Shape;10589;p13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0" name="Google Shape;10590;p13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1" name="Google Shape;10591;p13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2" name="Google Shape;10592;p13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3" name="Google Shape;10593;p13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4" name="Google Shape;10594;p13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5" name="Google Shape;10595;p13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6" name="Google Shape;10596;p13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7" name="Google Shape;10597;p13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8" name="Google Shape;10598;p13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9" name="Google Shape;10599;p13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0" name="Google Shape;10600;p13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1" name="Google Shape;10601;p13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2" name="Google Shape;10602;p13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3" name="Google Shape;10603;p13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4" name="Google Shape;10604;p13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5" name="Google Shape;10605;p13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6" name="Google Shape;10606;p13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7" name="Google Shape;10607;p13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8" name="Google Shape;10608;p13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9" name="Google Shape;10609;p13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0" name="Google Shape;10610;p13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1" name="Google Shape;10611;p13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2" name="Google Shape;10612;p13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3" name="Google Shape;10613;p13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4" name="Google Shape;10614;p13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5" name="Google Shape;10615;p13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6" name="Google Shape;10616;p13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7" name="Google Shape;10617;p13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8" name="Google Shape;10618;p13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9" name="Google Shape;10619;p13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0" name="Google Shape;10620;p13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1" name="Google Shape;10621;p13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2" name="Google Shape;10622;p13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3" name="Google Shape;10623;p13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4" name="Google Shape;10624;p13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5" name="Google Shape;10625;p13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6" name="Google Shape;10626;p13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7" name="Google Shape;10627;p13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8" name="Google Shape;10628;p13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9" name="Google Shape;10629;p13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0" name="Google Shape;10630;p13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1" name="Google Shape;10631;p13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2" name="Google Shape;10632;p13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3" name="Google Shape;10633;p13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4" name="Google Shape;10634;p13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5" name="Google Shape;10635;p13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6" name="Google Shape;10636;p13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7" name="Google Shape;10637;p13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8" name="Google Shape;10638;p13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9" name="Google Shape;10639;p13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0" name="Google Shape;10640;p13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1" name="Google Shape;10641;p13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2" name="Google Shape;10642;p13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3" name="Google Shape;10643;p13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4" name="Google Shape;10644;p13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5" name="Google Shape;10645;p13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6" name="Google Shape;10646;p13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7" name="Google Shape;10647;p13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8" name="Google Shape;10648;p13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9" name="Google Shape;10649;p13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0" name="Google Shape;10650;p13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1" name="Google Shape;10651;p13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2" name="Google Shape;10652;p13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3" name="Google Shape;10653;p13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4" name="Google Shape;10654;p13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5" name="Google Shape;10655;p13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6" name="Google Shape;10656;p13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7" name="Google Shape;10657;p13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8" name="Google Shape;10658;p13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9" name="Google Shape;10659;p13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0" name="Google Shape;10660;p13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1" name="Google Shape;10661;p13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2" name="Google Shape;10662;p13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3" name="Google Shape;10663;p13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4" name="Google Shape;10664;p13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5" name="Google Shape;10665;p13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6" name="Google Shape;10666;p13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7" name="Google Shape;10667;p13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8" name="Google Shape;10668;p13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9" name="Google Shape;10669;p13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0" name="Google Shape;10670;p13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1" name="Google Shape;10671;p13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2" name="Google Shape;10672;p13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3" name="Google Shape;10673;p13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4" name="Google Shape;10674;p13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5" name="Google Shape;10675;p13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6" name="Google Shape;10676;p13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7" name="Google Shape;10677;p13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8" name="Google Shape;10678;p13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9" name="Google Shape;10679;p13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0" name="Google Shape;10680;p13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1" name="Google Shape;10681;p13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2" name="Google Shape;10682;p13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3" name="Google Shape;10683;p13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4" name="Google Shape;10684;p13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5" name="Google Shape;10685;p13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6" name="Google Shape;10686;p13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7" name="Google Shape;10687;p13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8" name="Google Shape;10688;p13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9" name="Google Shape;10689;p13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0" name="Google Shape;10690;p13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1" name="Google Shape;10691;p13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2" name="Google Shape;10692;p13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3" name="Google Shape;10693;p13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4" name="Google Shape;10694;p13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5" name="Google Shape;10695;p13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6" name="Google Shape;10696;p13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7" name="Google Shape;10697;p13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8" name="Google Shape;10698;p13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9" name="Google Shape;10699;p13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0" name="Google Shape;10700;p13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1" name="Google Shape;10701;p13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2" name="Google Shape;10702;p13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3" name="Google Shape;10703;p13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4" name="Google Shape;10704;p13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5" name="Google Shape;10705;p13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6" name="Google Shape;10706;p13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7" name="Google Shape;10707;p13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8" name="Google Shape;10708;p13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9" name="Google Shape;10709;p13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0" name="Google Shape;10710;p13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1" name="Google Shape;10711;p13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2" name="Google Shape;10712;p13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3" name="Google Shape;10713;p13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4" name="Google Shape;10714;p13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5" name="Google Shape;10715;p13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6" name="Google Shape;10716;p13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7" name="Google Shape;10717;p13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8" name="Google Shape;10718;p13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9" name="Google Shape;10719;p13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0" name="Google Shape;10720;p13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1" name="Google Shape;10721;p13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2" name="Google Shape;10722;p13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3" name="Google Shape;10723;p13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4" name="Google Shape;10724;p13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5" name="Google Shape;10725;p13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6" name="Google Shape;10726;p13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7" name="Google Shape;10727;p13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8" name="Google Shape;10728;p13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9" name="Google Shape;10729;p13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0" name="Google Shape;10730;p13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1" name="Google Shape;10731;p13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2" name="Google Shape;10732;p13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3" name="Google Shape;10733;p13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4" name="Google Shape;10734;p13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5" name="Google Shape;10735;p13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6" name="Google Shape;10736;p13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7" name="Google Shape;10737;p13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8" name="Google Shape;10738;p13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9" name="Google Shape;10739;p13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0" name="Google Shape;10740;p13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1" name="Google Shape;10741;p13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2" name="Google Shape;10742;p13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3" name="Google Shape;10743;p13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4" name="Google Shape;10744;p13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5" name="Google Shape;10745;p13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6" name="Google Shape;10746;p13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7" name="Google Shape;10747;p13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8" name="Google Shape;10748;p13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9" name="Google Shape;10749;p13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0" name="Google Shape;10750;p13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1" name="Google Shape;10751;p13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2" name="Google Shape;10752;p13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3" name="Google Shape;10753;p13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4" name="Google Shape;10754;p13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5" name="Google Shape;10755;p13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6" name="Google Shape;10756;p13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7" name="Google Shape;10757;p13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8" name="Google Shape;10758;p13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9" name="Google Shape;10759;p13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0" name="Google Shape;10760;p13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1" name="Google Shape;10761;p13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2" name="Google Shape;10762;p13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3" name="Google Shape;10763;p13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4" name="Google Shape;10764;p13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5" name="Google Shape;10765;p13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6" name="Google Shape;10766;p13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7" name="Google Shape;10767;p13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8" name="Google Shape;10768;p13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9" name="Google Shape;10769;p13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0" name="Google Shape;10770;p13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1" name="Google Shape;10771;p13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2" name="Google Shape;10772;p13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3" name="Google Shape;10773;p13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4" name="Google Shape;10774;p13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5" name="Google Shape;10775;p13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6" name="Google Shape;10776;p13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7" name="Google Shape;10777;p13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8" name="Google Shape;10778;p13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9" name="Google Shape;10779;p13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0" name="Google Shape;10780;p13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1" name="Google Shape;10781;p13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2" name="Google Shape;10782;p13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3" name="Google Shape;10783;p13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4" name="Google Shape;10784;p13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5" name="Google Shape;10785;p13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6" name="Google Shape;10786;p13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7" name="Google Shape;10787;p13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8" name="Google Shape;10788;p13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9" name="Google Shape;10789;p13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0" name="Google Shape;10790;p13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1" name="Google Shape;10791;p13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2" name="Google Shape;10792;p13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3" name="Google Shape;10793;p13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4" name="Google Shape;10794;p13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5" name="Google Shape;10795;p13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6" name="Google Shape;10796;p13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7" name="Google Shape;10797;p13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8" name="Google Shape;10798;p13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9" name="Google Shape;10799;p13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0" name="Google Shape;10800;p13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1" name="Google Shape;10801;p13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2" name="Google Shape;10802;p13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3" name="Google Shape;10803;p13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4" name="Google Shape;10804;p13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5" name="Google Shape;10805;p13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6" name="Google Shape;10806;p13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7" name="Google Shape;10807;p13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8" name="Google Shape;10808;p13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9" name="Google Shape;10809;p13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0" name="Google Shape;10810;p13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1" name="Google Shape;10811;p13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2" name="Google Shape;10812;p13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3" name="Google Shape;10813;p13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4" name="Google Shape;10814;p13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5" name="Google Shape;10815;p13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6" name="Google Shape;10816;p13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7" name="Google Shape;10817;p13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8" name="Google Shape;10818;p13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9" name="Google Shape;10819;p13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0" name="Google Shape;10820;p13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1" name="Google Shape;10821;p13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2" name="Google Shape;10822;p13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3" name="Google Shape;10823;p13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4" name="Google Shape;10824;p13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5" name="Google Shape;10825;p13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6" name="Google Shape;10826;p13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7" name="Google Shape;10827;p13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8" name="Google Shape;10828;p13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9" name="Google Shape;10829;p13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0" name="Google Shape;10830;p13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1" name="Google Shape;10831;p13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2" name="Google Shape;10832;p13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3" name="Google Shape;10833;p13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4" name="Google Shape;10834;p13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5" name="Google Shape;10835;p13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6" name="Google Shape;10836;p13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7" name="Google Shape;10837;p13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8" name="Google Shape;10838;p13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9" name="Google Shape;10839;p13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0" name="Google Shape;10840;p13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1" name="Google Shape;10841;p13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2" name="Google Shape;10842;p13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3" name="Google Shape;10843;p13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4" name="Google Shape;10844;p13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5" name="Google Shape;10845;p13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6" name="Google Shape;10846;p13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7" name="Google Shape;10847;p13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8" name="Google Shape;10848;p13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9" name="Google Shape;10849;p13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0" name="Google Shape;10850;p13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1" name="Google Shape;10851;p13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2" name="Google Shape;10852;p13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3" name="Google Shape;10853;p13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4" name="Google Shape;10854;p13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5" name="Google Shape;10855;p13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6" name="Google Shape;10856;p13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7" name="Google Shape;10857;p13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8" name="Google Shape;10858;p13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9" name="Google Shape;10859;p13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0" name="Google Shape;10860;p13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1" name="Google Shape;10861;p13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2" name="Google Shape;10862;p13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3" name="Google Shape;10863;p13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4" name="Google Shape;10864;p13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5" name="Google Shape;10865;p13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6" name="Google Shape;10866;p13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7" name="Google Shape;10867;p13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8" name="Google Shape;10868;p13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9" name="Google Shape;10869;p13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0" name="Google Shape;10870;p13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1" name="Google Shape;10871;p13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2" name="Google Shape;10872;p13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3" name="Google Shape;10873;p13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4" name="Google Shape;10874;p13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5" name="Google Shape;10875;p13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6" name="Google Shape;10876;p13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7" name="Google Shape;10877;p13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8" name="Google Shape;10878;p13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9" name="Google Shape;10879;p13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0" name="Google Shape;10880;p13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1" name="Google Shape;10881;p13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2" name="Google Shape;10882;p13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3" name="Google Shape;10883;p13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4" name="Google Shape;10884;p13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5" name="Google Shape;10885;p13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6" name="Google Shape;10886;p13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7" name="Google Shape;10887;p13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8" name="Google Shape;10888;p13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9" name="Google Shape;10889;p13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0" name="Google Shape;10890;p13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1" name="Google Shape;10891;p13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2" name="Google Shape;10892;p13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3" name="Google Shape;10893;p13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4" name="Google Shape;10894;p13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5" name="Google Shape;10895;p13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6" name="Google Shape;10896;p13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7" name="Google Shape;10897;p13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8" name="Google Shape;10898;p13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9" name="Google Shape;10899;p13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0" name="Google Shape;10900;p13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1" name="Google Shape;10901;p13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2" name="Google Shape;10902;p13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3" name="Google Shape;10903;p13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4" name="Google Shape;10904;p13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5" name="Google Shape;10905;p13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6" name="Google Shape;10906;p13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7" name="Google Shape;10907;p13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8" name="Google Shape;10908;p13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9" name="Google Shape;10909;p13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0" name="Google Shape;10910;p13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1" name="Google Shape;10911;p13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2" name="Google Shape;10912;p13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3" name="Google Shape;10913;p13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4" name="Google Shape;10914;p13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5" name="Google Shape;10915;p13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6" name="Google Shape;10916;p13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7" name="Google Shape;10917;p13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8" name="Google Shape;10918;p13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9" name="Google Shape;10919;p13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0" name="Google Shape;10920;p13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1" name="Google Shape;10921;p13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2" name="Google Shape;10922;p13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3" name="Google Shape;10923;p13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4" name="Google Shape;10924;p13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5" name="Google Shape;10925;p13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6" name="Google Shape;10926;p13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7" name="Google Shape;10927;p13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8" name="Google Shape;10928;p13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9" name="Google Shape;10929;p13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0" name="Google Shape;10930;p13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1" name="Google Shape;10931;p13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2" name="Google Shape;10932;p13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3" name="Google Shape;10933;p13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4" name="Google Shape;10934;p13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5" name="Google Shape;10935;p13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6" name="Google Shape;10936;p13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7" name="Google Shape;10937;p13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8" name="Google Shape;10938;p13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9" name="Google Shape;10939;p13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0" name="Google Shape;10940;p13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1" name="Google Shape;10941;p13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2" name="Google Shape;10942;p13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3" name="Google Shape;10943;p13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4" name="Google Shape;10944;p13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5" name="Google Shape;10945;p13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6" name="Google Shape;10946;p13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7" name="Google Shape;10947;p13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8" name="Google Shape;10948;p13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9" name="Google Shape;10949;p13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0" name="Google Shape;10950;p13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1" name="Google Shape;10951;p13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2" name="Google Shape;10952;p13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3" name="Google Shape;10953;p13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4" name="Google Shape;10954;p13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5" name="Google Shape;10955;p13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6" name="Google Shape;10956;p13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7" name="Google Shape;10957;p13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8" name="Google Shape;10958;p13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9" name="Google Shape;10959;p13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0" name="Google Shape;10960;p13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1" name="Google Shape;10961;p13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2" name="Google Shape;10962;p13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3" name="Google Shape;10963;p13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4" name="Google Shape;10964;p13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5" name="Google Shape;10965;p13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6" name="Google Shape;10966;p13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7" name="Google Shape;10967;p13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8" name="Google Shape;10968;p13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9" name="Google Shape;10969;p13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0" name="Google Shape;10970;p13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1" name="Google Shape;10971;p13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2" name="Google Shape;10972;p13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3" name="Google Shape;10973;p13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4" name="Google Shape;10974;p13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5" name="Google Shape;10975;p13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6" name="Google Shape;10976;p13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7" name="Google Shape;10977;p13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8" name="Google Shape;10978;p13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9" name="Google Shape;10979;p13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0" name="Google Shape;10980;p13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1" name="Google Shape;10981;p13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2" name="Google Shape;10982;p13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3" name="Google Shape;10983;p13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4" name="Google Shape;10984;p13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5" name="Google Shape;10985;p13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6" name="Google Shape;10986;p13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7" name="Google Shape;10987;p13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8" name="Google Shape;10988;p13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9" name="Google Shape;10989;p13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0" name="Google Shape;10990;p13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1" name="Google Shape;10991;p13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2" name="Google Shape;10992;p13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3" name="Google Shape;10993;p13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4" name="Google Shape;10994;p13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5" name="Google Shape;10995;p13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6" name="Google Shape;10996;p13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7" name="Google Shape;10997;p13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8" name="Google Shape;10998;p13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9" name="Google Shape;10999;p13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0" name="Google Shape;11000;p13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1" name="Google Shape;11001;p13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2" name="Google Shape;11002;p13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3" name="Google Shape;11003;p13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4" name="Google Shape;11004;p13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5" name="Google Shape;11005;p13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6" name="Google Shape;11006;p13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7" name="Google Shape;11007;p13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8" name="Google Shape;11008;p13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9" name="Google Shape;11009;p13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0" name="Google Shape;11010;p13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1" name="Google Shape;11011;p13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2" name="Google Shape;11012;p13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13" name="Google Shape;11013;p13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14" name="Google Shape;11014;p13"/>
          <p:cNvSpPr txBox="1"/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1015" name="Google Shape;11015;p13"/>
          <p:cNvSpPr txBox="1"/>
          <p:nvPr>
            <p:ph idx="1" type="subTitle"/>
          </p:nvPr>
        </p:nvSpPr>
        <p:spPr>
          <a:xfrm>
            <a:off x="878625" y="1569475"/>
            <a:ext cx="24477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1016" name="Google Shape;11016;p13"/>
          <p:cNvSpPr txBox="1"/>
          <p:nvPr>
            <p:ph idx="2" type="subTitle"/>
          </p:nvPr>
        </p:nvSpPr>
        <p:spPr>
          <a:xfrm>
            <a:off x="878721" y="1859347"/>
            <a:ext cx="2447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1017" name="Google Shape;11017;p13"/>
          <p:cNvSpPr txBox="1"/>
          <p:nvPr>
            <p:ph idx="3" type="subTitle"/>
          </p:nvPr>
        </p:nvSpPr>
        <p:spPr>
          <a:xfrm>
            <a:off x="878625" y="3008751"/>
            <a:ext cx="24477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1018" name="Google Shape;11018;p13"/>
          <p:cNvSpPr txBox="1"/>
          <p:nvPr>
            <p:ph idx="4" type="subTitle"/>
          </p:nvPr>
        </p:nvSpPr>
        <p:spPr>
          <a:xfrm>
            <a:off x="878721" y="3304100"/>
            <a:ext cx="2447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1019" name="Google Shape;11019;p13"/>
          <p:cNvSpPr txBox="1"/>
          <p:nvPr>
            <p:ph idx="5" type="subTitle"/>
          </p:nvPr>
        </p:nvSpPr>
        <p:spPr>
          <a:xfrm>
            <a:off x="5817525" y="1569475"/>
            <a:ext cx="24477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1020" name="Google Shape;11020;p13"/>
          <p:cNvSpPr txBox="1"/>
          <p:nvPr>
            <p:ph idx="6" type="subTitle"/>
          </p:nvPr>
        </p:nvSpPr>
        <p:spPr>
          <a:xfrm>
            <a:off x="5817525" y="1859348"/>
            <a:ext cx="2447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1021" name="Google Shape;11021;p13"/>
          <p:cNvSpPr txBox="1"/>
          <p:nvPr>
            <p:ph idx="7" type="subTitle"/>
          </p:nvPr>
        </p:nvSpPr>
        <p:spPr>
          <a:xfrm>
            <a:off x="5817525" y="3008747"/>
            <a:ext cx="24477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1022" name="Google Shape;11022;p13"/>
          <p:cNvSpPr txBox="1"/>
          <p:nvPr>
            <p:ph idx="8" type="subTitle"/>
          </p:nvPr>
        </p:nvSpPr>
        <p:spPr>
          <a:xfrm>
            <a:off x="5817525" y="3304100"/>
            <a:ext cx="2447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1023" name="Google Shape;11023;p13"/>
          <p:cNvSpPr txBox="1"/>
          <p:nvPr>
            <p:ph idx="9" type="title"/>
          </p:nvPr>
        </p:nvSpPr>
        <p:spPr>
          <a:xfrm>
            <a:off x="3333241" y="1800250"/>
            <a:ext cx="740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1024" name="Google Shape;11024;p13"/>
          <p:cNvSpPr txBox="1"/>
          <p:nvPr>
            <p:ph idx="13" type="title"/>
          </p:nvPr>
        </p:nvSpPr>
        <p:spPr>
          <a:xfrm>
            <a:off x="3333241" y="3231750"/>
            <a:ext cx="740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1025" name="Google Shape;11025;p13"/>
          <p:cNvSpPr txBox="1"/>
          <p:nvPr>
            <p:ph idx="14" type="title"/>
          </p:nvPr>
        </p:nvSpPr>
        <p:spPr>
          <a:xfrm>
            <a:off x="5070059" y="1800250"/>
            <a:ext cx="740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1026" name="Google Shape;11026;p13"/>
          <p:cNvSpPr txBox="1"/>
          <p:nvPr>
            <p:ph idx="15" type="title"/>
          </p:nvPr>
        </p:nvSpPr>
        <p:spPr>
          <a:xfrm>
            <a:off x="5070059" y="3231750"/>
            <a:ext cx="740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11027" name="Google Shape;11027;p13"/>
          <p:cNvGrpSpPr/>
          <p:nvPr/>
        </p:nvGrpSpPr>
        <p:grpSpPr>
          <a:xfrm>
            <a:off x="1135482" y="867436"/>
            <a:ext cx="443090" cy="415211"/>
            <a:chOff x="2987700" y="3560325"/>
            <a:chExt cx="386708" cy="362377"/>
          </a:xfrm>
        </p:grpSpPr>
        <p:sp>
          <p:nvSpPr>
            <p:cNvPr id="11028" name="Google Shape;11028;p1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9" name="Google Shape;11029;p1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0" name="Google Shape;11030;p1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1" name="Google Shape;11031;p1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2" name="Google Shape;11032;p1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3" name="Google Shape;11033;p1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4" name="Google Shape;11034;p1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5" name="Google Shape;11035;p1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6" name="Google Shape;11036;p1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7" name="Google Shape;11037;p1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8" name="Google Shape;11038;p1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9" name="Google Shape;11039;p1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0" name="Google Shape;11040;p1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1" name="Google Shape;11041;p1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2" name="Google Shape;11042;p1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3" name="Google Shape;11043;p1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4" name="Google Shape;11044;p1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5" name="Google Shape;11045;p1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6" name="Google Shape;11046;p1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7" name="Google Shape;11047;p1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8" name="Google Shape;11048;p1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9" name="Google Shape;11049;p1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0" name="Google Shape;11050;p1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51" name="Google Shape;11051;p13"/>
          <p:cNvGrpSpPr/>
          <p:nvPr/>
        </p:nvGrpSpPr>
        <p:grpSpPr>
          <a:xfrm>
            <a:off x="8010862" y="4129186"/>
            <a:ext cx="295252" cy="276675"/>
            <a:chOff x="2987700" y="3560325"/>
            <a:chExt cx="386708" cy="362377"/>
          </a:xfrm>
        </p:grpSpPr>
        <p:sp>
          <p:nvSpPr>
            <p:cNvPr id="11052" name="Google Shape;11052;p1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3" name="Google Shape;11053;p1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4" name="Google Shape;11054;p1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5" name="Google Shape;11055;p1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6" name="Google Shape;11056;p1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7" name="Google Shape;11057;p1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8" name="Google Shape;11058;p1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9" name="Google Shape;11059;p1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0" name="Google Shape;11060;p1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1" name="Google Shape;11061;p1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2" name="Google Shape;11062;p1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3" name="Google Shape;11063;p1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4" name="Google Shape;11064;p1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5" name="Google Shape;11065;p1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6" name="Google Shape;11066;p1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7" name="Google Shape;11067;p1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8" name="Google Shape;11068;p1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9" name="Google Shape;11069;p1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0" name="Google Shape;11070;p1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1" name="Google Shape;11071;p1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2" name="Google Shape;11072;p1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3" name="Google Shape;11073;p1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4" name="Google Shape;11074;p1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75" name="Google Shape;11075;p13"/>
          <p:cNvGrpSpPr/>
          <p:nvPr/>
        </p:nvGrpSpPr>
        <p:grpSpPr>
          <a:xfrm>
            <a:off x="526837" y="2128961"/>
            <a:ext cx="295252" cy="276675"/>
            <a:chOff x="2987700" y="3560325"/>
            <a:chExt cx="386708" cy="362377"/>
          </a:xfrm>
        </p:grpSpPr>
        <p:sp>
          <p:nvSpPr>
            <p:cNvPr id="11076" name="Google Shape;11076;p1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7" name="Google Shape;11077;p1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8" name="Google Shape;11078;p1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9" name="Google Shape;11079;p1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0" name="Google Shape;11080;p1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1" name="Google Shape;11081;p1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2" name="Google Shape;11082;p1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3" name="Google Shape;11083;p1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4" name="Google Shape;11084;p1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5" name="Google Shape;11085;p1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6" name="Google Shape;11086;p1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7" name="Google Shape;11087;p1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8" name="Google Shape;11088;p1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9" name="Google Shape;11089;p1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0" name="Google Shape;11090;p1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1" name="Google Shape;11091;p1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2" name="Google Shape;11092;p1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3" name="Google Shape;11093;p1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4" name="Google Shape;11094;p1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5" name="Google Shape;11095;p1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6" name="Google Shape;11096;p1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7" name="Google Shape;11097;p1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8" name="Google Shape;11098;p1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99" name="Google Shape;11099;p13"/>
          <p:cNvGrpSpPr/>
          <p:nvPr/>
        </p:nvGrpSpPr>
        <p:grpSpPr>
          <a:xfrm>
            <a:off x="8265232" y="2582411"/>
            <a:ext cx="443090" cy="415211"/>
            <a:chOff x="2987700" y="3560325"/>
            <a:chExt cx="386708" cy="362377"/>
          </a:xfrm>
        </p:grpSpPr>
        <p:sp>
          <p:nvSpPr>
            <p:cNvPr id="11100" name="Google Shape;11100;p1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1" name="Google Shape;11101;p1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2" name="Google Shape;11102;p1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3" name="Google Shape;11103;p1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4" name="Google Shape;11104;p1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5" name="Google Shape;11105;p1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6" name="Google Shape;11106;p1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7" name="Google Shape;11107;p1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8" name="Google Shape;11108;p1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9" name="Google Shape;11109;p1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0" name="Google Shape;11110;p1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1" name="Google Shape;11111;p1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2" name="Google Shape;11112;p1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3" name="Google Shape;11113;p1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4" name="Google Shape;11114;p1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5" name="Google Shape;11115;p1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6" name="Google Shape;11116;p1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7" name="Google Shape;11117;p1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8" name="Google Shape;11118;p1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9" name="Google Shape;11119;p1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0" name="Google Shape;11120;p1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1" name="Google Shape;11121;p1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2" name="Google Shape;11122;p1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123" name="Google Shape;11123;p13"/>
          <p:cNvSpPr/>
          <p:nvPr/>
        </p:nvSpPr>
        <p:spPr>
          <a:xfrm>
            <a:off x="0" y="4055550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24" name="Google Shape;11124;p13"/>
          <p:cNvSpPr/>
          <p:nvPr/>
        </p:nvSpPr>
        <p:spPr>
          <a:xfrm flipH="1">
            <a:off x="7002050" y="644000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15">
    <p:spTree>
      <p:nvGrpSpPr>
        <p:cNvPr id="11125" name="Shape 1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26" name="Google Shape;11126;p14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1127" name="Google Shape;11127;p14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8" name="Google Shape;11128;p14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9" name="Google Shape;11129;p14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0" name="Google Shape;11130;p14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1" name="Google Shape;11131;p14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2" name="Google Shape;11132;p14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3" name="Google Shape;11133;p14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4" name="Google Shape;11134;p14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5" name="Google Shape;11135;p14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6" name="Google Shape;11136;p14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7" name="Google Shape;11137;p14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8" name="Google Shape;11138;p14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9" name="Google Shape;11139;p14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0" name="Google Shape;11140;p14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1" name="Google Shape;11141;p14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2" name="Google Shape;11142;p14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3" name="Google Shape;11143;p14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4" name="Google Shape;11144;p14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5" name="Google Shape;11145;p14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6" name="Google Shape;11146;p14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7" name="Google Shape;11147;p14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8" name="Google Shape;11148;p14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9" name="Google Shape;11149;p14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0" name="Google Shape;11150;p14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1" name="Google Shape;11151;p14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2" name="Google Shape;11152;p14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3" name="Google Shape;11153;p14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4" name="Google Shape;11154;p14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5" name="Google Shape;11155;p14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6" name="Google Shape;11156;p14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7" name="Google Shape;11157;p14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8" name="Google Shape;11158;p14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9" name="Google Shape;11159;p14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0" name="Google Shape;11160;p14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1" name="Google Shape;11161;p14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2" name="Google Shape;11162;p14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3" name="Google Shape;11163;p14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4" name="Google Shape;11164;p14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5" name="Google Shape;11165;p14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6" name="Google Shape;11166;p14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7" name="Google Shape;11167;p14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8" name="Google Shape;11168;p14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9" name="Google Shape;11169;p14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0" name="Google Shape;11170;p14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1" name="Google Shape;11171;p14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2" name="Google Shape;11172;p14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3" name="Google Shape;11173;p14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4" name="Google Shape;11174;p14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5" name="Google Shape;11175;p14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6" name="Google Shape;11176;p14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7" name="Google Shape;11177;p14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8" name="Google Shape;11178;p14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9" name="Google Shape;11179;p14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0" name="Google Shape;11180;p14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1" name="Google Shape;11181;p14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2" name="Google Shape;11182;p14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3" name="Google Shape;11183;p14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4" name="Google Shape;11184;p14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5" name="Google Shape;11185;p14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6" name="Google Shape;11186;p14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7" name="Google Shape;11187;p14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8" name="Google Shape;11188;p14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9" name="Google Shape;11189;p14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0" name="Google Shape;11190;p14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1" name="Google Shape;11191;p14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2" name="Google Shape;11192;p14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3" name="Google Shape;11193;p14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4" name="Google Shape;11194;p14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5" name="Google Shape;11195;p14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6" name="Google Shape;11196;p14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7" name="Google Shape;11197;p14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8" name="Google Shape;11198;p14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9" name="Google Shape;11199;p14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0" name="Google Shape;11200;p14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1" name="Google Shape;11201;p14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2" name="Google Shape;11202;p14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3" name="Google Shape;11203;p14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4" name="Google Shape;11204;p14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5" name="Google Shape;11205;p14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6" name="Google Shape;11206;p14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7" name="Google Shape;11207;p14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8" name="Google Shape;11208;p14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9" name="Google Shape;11209;p14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0" name="Google Shape;11210;p14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1" name="Google Shape;11211;p14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2" name="Google Shape;11212;p14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3" name="Google Shape;11213;p14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4" name="Google Shape;11214;p14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5" name="Google Shape;11215;p14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6" name="Google Shape;11216;p14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7" name="Google Shape;11217;p14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8" name="Google Shape;11218;p14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9" name="Google Shape;11219;p14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0" name="Google Shape;11220;p14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1" name="Google Shape;11221;p14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2" name="Google Shape;11222;p14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3" name="Google Shape;11223;p14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4" name="Google Shape;11224;p14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5" name="Google Shape;11225;p14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6" name="Google Shape;11226;p14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7" name="Google Shape;11227;p14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8" name="Google Shape;11228;p14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9" name="Google Shape;11229;p14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0" name="Google Shape;11230;p14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1" name="Google Shape;11231;p14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2" name="Google Shape;11232;p14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3" name="Google Shape;11233;p14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4" name="Google Shape;11234;p14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5" name="Google Shape;11235;p14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6" name="Google Shape;11236;p14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7" name="Google Shape;11237;p14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8" name="Google Shape;11238;p14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9" name="Google Shape;11239;p14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0" name="Google Shape;11240;p14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1" name="Google Shape;11241;p14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2" name="Google Shape;11242;p14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3" name="Google Shape;11243;p14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4" name="Google Shape;11244;p14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5" name="Google Shape;11245;p14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6" name="Google Shape;11246;p14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7" name="Google Shape;11247;p14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8" name="Google Shape;11248;p14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9" name="Google Shape;11249;p14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0" name="Google Shape;11250;p14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1" name="Google Shape;11251;p14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2" name="Google Shape;11252;p14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3" name="Google Shape;11253;p14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4" name="Google Shape;11254;p14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5" name="Google Shape;11255;p14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6" name="Google Shape;11256;p14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7" name="Google Shape;11257;p14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8" name="Google Shape;11258;p14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9" name="Google Shape;11259;p14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0" name="Google Shape;11260;p14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1" name="Google Shape;11261;p14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2" name="Google Shape;11262;p14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3" name="Google Shape;11263;p14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4" name="Google Shape;11264;p14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5" name="Google Shape;11265;p14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6" name="Google Shape;11266;p14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7" name="Google Shape;11267;p14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8" name="Google Shape;11268;p14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9" name="Google Shape;11269;p14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0" name="Google Shape;11270;p14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1" name="Google Shape;11271;p14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2" name="Google Shape;11272;p14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3" name="Google Shape;11273;p14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4" name="Google Shape;11274;p14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5" name="Google Shape;11275;p14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6" name="Google Shape;11276;p14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7" name="Google Shape;11277;p14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8" name="Google Shape;11278;p14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9" name="Google Shape;11279;p14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0" name="Google Shape;11280;p14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1" name="Google Shape;11281;p14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2" name="Google Shape;11282;p14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3" name="Google Shape;11283;p14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4" name="Google Shape;11284;p14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5" name="Google Shape;11285;p14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6" name="Google Shape;11286;p14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7" name="Google Shape;11287;p14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8" name="Google Shape;11288;p14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9" name="Google Shape;11289;p14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0" name="Google Shape;11290;p14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1" name="Google Shape;11291;p14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2" name="Google Shape;11292;p14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3" name="Google Shape;11293;p14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4" name="Google Shape;11294;p14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5" name="Google Shape;11295;p14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6" name="Google Shape;11296;p14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7" name="Google Shape;11297;p14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8" name="Google Shape;11298;p14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9" name="Google Shape;11299;p14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0" name="Google Shape;11300;p14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1" name="Google Shape;11301;p14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2" name="Google Shape;11302;p14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3" name="Google Shape;11303;p14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4" name="Google Shape;11304;p14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5" name="Google Shape;11305;p14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6" name="Google Shape;11306;p14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7" name="Google Shape;11307;p14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8" name="Google Shape;11308;p14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9" name="Google Shape;11309;p14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0" name="Google Shape;11310;p14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1" name="Google Shape;11311;p14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2" name="Google Shape;11312;p14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3" name="Google Shape;11313;p14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4" name="Google Shape;11314;p14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5" name="Google Shape;11315;p14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6" name="Google Shape;11316;p14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7" name="Google Shape;11317;p14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8" name="Google Shape;11318;p14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9" name="Google Shape;11319;p14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0" name="Google Shape;11320;p14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1" name="Google Shape;11321;p14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2" name="Google Shape;11322;p14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3" name="Google Shape;11323;p14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4" name="Google Shape;11324;p14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5" name="Google Shape;11325;p14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6" name="Google Shape;11326;p14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7" name="Google Shape;11327;p14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8" name="Google Shape;11328;p14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9" name="Google Shape;11329;p14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0" name="Google Shape;11330;p14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1" name="Google Shape;11331;p14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2" name="Google Shape;11332;p14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3" name="Google Shape;11333;p14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4" name="Google Shape;11334;p14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5" name="Google Shape;11335;p14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6" name="Google Shape;11336;p14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7" name="Google Shape;11337;p14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8" name="Google Shape;11338;p14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9" name="Google Shape;11339;p14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0" name="Google Shape;11340;p14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1" name="Google Shape;11341;p14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2" name="Google Shape;11342;p14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3" name="Google Shape;11343;p14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4" name="Google Shape;11344;p14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5" name="Google Shape;11345;p14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6" name="Google Shape;11346;p14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7" name="Google Shape;11347;p14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8" name="Google Shape;11348;p14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9" name="Google Shape;11349;p14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0" name="Google Shape;11350;p14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1" name="Google Shape;11351;p14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2" name="Google Shape;11352;p14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3" name="Google Shape;11353;p14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4" name="Google Shape;11354;p14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5" name="Google Shape;11355;p14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6" name="Google Shape;11356;p14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7" name="Google Shape;11357;p14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8" name="Google Shape;11358;p14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9" name="Google Shape;11359;p14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0" name="Google Shape;11360;p14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1" name="Google Shape;11361;p14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2" name="Google Shape;11362;p14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3" name="Google Shape;11363;p14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4" name="Google Shape;11364;p14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5" name="Google Shape;11365;p14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6" name="Google Shape;11366;p14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7" name="Google Shape;11367;p14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8" name="Google Shape;11368;p14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9" name="Google Shape;11369;p14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0" name="Google Shape;11370;p14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1" name="Google Shape;11371;p14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2" name="Google Shape;11372;p14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3" name="Google Shape;11373;p14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4" name="Google Shape;11374;p14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5" name="Google Shape;11375;p14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6" name="Google Shape;11376;p14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7" name="Google Shape;11377;p14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8" name="Google Shape;11378;p14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9" name="Google Shape;11379;p14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0" name="Google Shape;11380;p14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1" name="Google Shape;11381;p14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2" name="Google Shape;11382;p14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3" name="Google Shape;11383;p14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4" name="Google Shape;11384;p14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5" name="Google Shape;11385;p14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6" name="Google Shape;11386;p14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7" name="Google Shape;11387;p14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8" name="Google Shape;11388;p14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9" name="Google Shape;11389;p14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0" name="Google Shape;11390;p14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1" name="Google Shape;11391;p14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2" name="Google Shape;11392;p14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3" name="Google Shape;11393;p14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4" name="Google Shape;11394;p14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5" name="Google Shape;11395;p14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6" name="Google Shape;11396;p14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7" name="Google Shape;11397;p14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8" name="Google Shape;11398;p14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9" name="Google Shape;11399;p14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0" name="Google Shape;11400;p14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1" name="Google Shape;11401;p14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2" name="Google Shape;11402;p14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3" name="Google Shape;11403;p14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4" name="Google Shape;11404;p14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5" name="Google Shape;11405;p14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6" name="Google Shape;11406;p14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7" name="Google Shape;11407;p14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8" name="Google Shape;11408;p14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9" name="Google Shape;11409;p14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0" name="Google Shape;11410;p14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1" name="Google Shape;11411;p14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2" name="Google Shape;11412;p14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3" name="Google Shape;11413;p14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4" name="Google Shape;11414;p14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5" name="Google Shape;11415;p14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6" name="Google Shape;11416;p14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7" name="Google Shape;11417;p14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8" name="Google Shape;11418;p14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9" name="Google Shape;11419;p14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0" name="Google Shape;11420;p14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1" name="Google Shape;11421;p14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2" name="Google Shape;11422;p14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3" name="Google Shape;11423;p14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4" name="Google Shape;11424;p14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5" name="Google Shape;11425;p14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6" name="Google Shape;11426;p14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7" name="Google Shape;11427;p14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8" name="Google Shape;11428;p14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9" name="Google Shape;11429;p14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0" name="Google Shape;11430;p14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1" name="Google Shape;11431;p14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2" name="Google Shape;11432;p14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3" name="Google Shape;11433;p14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4" name="Google Shape;11434;p14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5" name="Google Shape;11435;p14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6" name="Google Shape;11436;p14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7" name="Google Shape;11437;p14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8" name="Google Shape;11438;p14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9" name="Google Shape;11439;p14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0" name="Google Shape;11440;p14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1" name="Google Shape;11441;p14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2" name="Google Shape;11442;p14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3" name="Google Shape;11443;p14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4" name="Google Shape;11444;p14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5" name="Google Shape;11445;p14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6" name="Google Shape;11446;p14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7" name="Google Shape;11447;p14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8" name="Google Shape;11448;p14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9" name="Google Shape;11449;p14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0" name="Google Shape;11450;p14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1" name="Google Shape;11451;p14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2" name="Google Shape;11452;p14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3" name="Google Shape;11453;p14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4" name="Google Shape;11454;p14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5" name="Google Shape;11455;p14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6" name="Google Shape;11456;p14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7" name="Google Shape;11457;p14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8" name="Google Shape;11458;p14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9" name="Google Shape;11459;p14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0" name="Google Shape;11460;p14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1" name="Google Shape;11461;p14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2" name="Google Shape;11462;p14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3" name="Google Shape;11463;p14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4" name="Google Shape;11464;p14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5" name="Google Shape;11465;p14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6" name="Google Shape;11466;p14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7" name="Google Shape;11467;p14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8" name="Google Shape;11468;p14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9" name="Google Shape;11469;p14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0" name="Google Shape;11470;p14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1" name="Google Shape;11471;p14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2" name="Google Shape;11472;p14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3" name="Google Shape;11473;p14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4" name="Google Shape;11474;p14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5" name="Google Shape;11475;p14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6" name="Google Shape;11476;p14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7" name="Google Shape;11477;p14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8" name="Google Shape;11478;p14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9" name="Google Shape;11479;p14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0" name="Google Shape;11480;p14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1" name="Google Shape;11481;p14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2" name="Google Shape;11482;p14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3" name="Google Shape;11483;p14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4" name="Google Shape;11484;p14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5" name="Google Shape;11485;p14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6" name="Google Shape;11486;p14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7" name="Google Shape;11487;p14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8" name="Google Shape;11488;p14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9" name="Google Shape;11489;p14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0" name="Google Shape;11490;p14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1" name="Google Shape;11491;p14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2" name="Google Shape;11492;p14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3" name="Google Shape;11493;p14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4" name="Google Shape;11494;p14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5" name="Google Shape;11495;p14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6" name="Google Shape;11496;p14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7" name="Google Shape;11497;p14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8" name="Google Shape;11498;p14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9" name="Google Shape;11499;p14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0" name="Google Shape;11500;p14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1" name="Google Shape;11501;p14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2" name="Google Shape;11502;p14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3" name="Google Shape;11503;p14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4" name="Google Shape;11504;p14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5" name="Google Shape;11505;p14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6" name="Google Shape;11506;p14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7" name="Google Shape;11507;p14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8" name="Google Shape;11508;p14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9" name="Google Shape;11509;p14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0" name="Google Shape;11510;p14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1" name="Google Shape;11511;p14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2" name="Google Shape;11512;p14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3" name="Google Shape;11513;p14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4" name="Google Shape;11514;p14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5" name="Google Shape;11515;p14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6" name="Google Shape;11516;p14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7" name="Google Shape;11517;p14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8" name="Google Shape;11518;p14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9" name="Google Shape;11519;p14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0" name="Google Shape;11520;p14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1" name="Google Shape;11521;p14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2" name="Google Shape;11522;p14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3" name="Google Shape;11523;p14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4" name="Google Shape;11524;p14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5" name="Google Shape;11525;p14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6" name="Google Shape;11526;p14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7" name="Google Shape;11527;p14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8" name="Google Shape;11528;p14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9" name="Google Shape;11529;p14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0" name="Google Shape;11530;p14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1" name="Google Shape;11531;p14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2" name="Google Shape;11532;p14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3" name="Google Shape;11533;p14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4" name="Google Shape;11534;p14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5" name="Google Shape;11535;p14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6" name="Google Shape;11536;p14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7" name="Google Shape;11537;p14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8" name="Google Shape;11538;p14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9" name="Google Shape;11539;p14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0" name="Google Shape;11540;p14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1" name="Google Shape;11541;p14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2" name="Google Shape;11542;p14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3" name="Google Shape;11543;p14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4" name="Google Shape;11544;p14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5" name="Google Shape;11545;p14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6" name="Google Shape;11546;p14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7" name="Google Shape;11547;p14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8" name="Google Shape;11548;p14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9" name="Google Shape;11549;p14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0" name="Google Shape;11550;p14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1" name="Google Shape;11551;p14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2" name="Google Shape;11552;p14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3" name="Google Shape;11553;p14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4" name="Google Shape;11554;p14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5" name="Google Shape;11555;p14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6" name="Google Shape;11556;p14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7" name="Google Shape;11557;p14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8" name="Google Shape;11558;p14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9" name="Google Shape;11559;p14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0" name="Google Shape;11560;p14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1" name="Google Shape;11561;p14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2" name="Google Shape;11562;p14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3" name="Google Shape;11563;p14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4" name="Google Shape;11564;p14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5" name="Google Shape;11565;p14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6" name="Google Shape;11566;p14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7" name="Google Shape;11567;p14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8" name="Google Shape;11568;p14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9" name="Google Shape;11569;p14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0" name="Google Shape;11570;p14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1" name="Google Shape;11571;p14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2" name="Google Shape;11572;p14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3" name="Google Shape;11573;p14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4" name="Google Shape;11574;p14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5" name="Google Shape;11575;p14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6" name="Google Shape;11576;p14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7" name="Google Shape;11577;p14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8" name="Google Shape;11578;p14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9" name="Google Shape;11579;p14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0" name="Google Shape;11580;p14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1" name="Google Shape;11581;p14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2" name="Google Shape;11582;p14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3" name="Google Shape;11583;p14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4" name="Google Shape;11584;p14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5" name="Google Shape;11585;p14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6" name="Google Shape;11586;p14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7" name="Google Shape;11587;p14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8" name="Google Shape;11588;p14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9" name="Google Shape;11589;p14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0" name="Google Shape;11590;p14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1" name="Google Shape;11591;p14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2" name="Google Shape;11592;p14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3" name="Google Shape;11593;p14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4" name="Google Shape;11594;p14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5" name="Google Shape;11595;p14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6" name="Google Shape;11596;p14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7" name="Google Shape;11597;p14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8" name="Google Shape;11598;p14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9" name="Google Shape;11599;p14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0" name="Google Shape;11600;p14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1" name="Google Shape;11601;p14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2" name="Google Shape;11602;p14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3" name="Google Shape;11603;p14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4" name="Google Shape;11604;p14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5" name="Google Shape;11605;p14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6" name="Google Shape;11606;p14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7" name="Google Shape;11607;p14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8" name="Google Shape;11608;p14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9" name="Google Shape;11609;p14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0" name="Google Shape;11610;p14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1" name="Google Shape;11611;p14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2" name="Google Shape;11612;p14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3" name="Google Shape;11613;p14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4" name="Google Shape;11614;p14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5" name="Google Shape;11615;p14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6" name="Google Shape;11616;p14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7" name="Google Shape;11617;p14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8" name="Google Shape;11618;p14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9" name="Google Shape;11619;p14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0" name="Google Shape;11620;p14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1" name="Google Shape;11621;p14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2" name="Google Shape;11622;p14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3" name="Google Shape;11623;p14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4" name="Google Shape;11624;p14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5" name="Google Shape;11625;p14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6" name="Google Shape;11626;p14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7" name="Google Shape;11627;p14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8" name="Google Shape;11628;p14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9" name="Google Shape;11629;p14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0" name="Google Shape;11630;p14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1" name="Google Shape;11631;p14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2" name="Google Shape;11632;p14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3" name="Google Shape;11633;p14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4" name="Google Shape;11634;p14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5" name="Google Shape;11635;p14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6" name="Google Shape;11636;p14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7" name="Google Shape;11637;p14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8" name="Google Shape;11638;p14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9" name="Google Shape;11639;p14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0" name="Google Shape;11640;p14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1" name="Google Shape;11641;p14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2" name="Google Shape;11642;p14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3" name="Google Shape;11643;p14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4" name="Google Shape;11644;p14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5" name="Google Shape;11645;p14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6" name="Google Shape;11646;p14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7" name="Google Shape;11647;p14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8" name="Google Shape;11648;p14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9" name="Google Shape;11649;p14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0" name="Google Shape;11650;p14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1" name="Google Shape;11651;p14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2" name="Google Shape;11652;p14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3" name="Google Shape;11653;p14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4" name="Google Shape;11654;p14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5" name="Google Shape;11655;p14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6" name="Google Shape;11656;p14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7" name="Google Shape;11657;p14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8" name="Google Shape;11658;p14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9" name="Google Shape;11659;p14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0" name="Google Shape;11660;p14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1" name="Google Shape;11661;p14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2" name="Google Shape;11662;p14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3" name="Google Shape;11663;p14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4" name="Google Shape;11664;p14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5" name="Google Shape;11665;p14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6" name="Google Shape;11666;p14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7" name="Google Shape;11667;p14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8" name="Google Shape;11668;p14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9" name="Google Shape;11669;p14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0" name="Google Shape;11670;p14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1" name="Google Shape;11671;p14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2" name="Google Shape;11672;p14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3" name="Google Shape;11673;p14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4" name="Google Shape;11674;p14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5" name="Google Shape;11675;p14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6" name="Google Shape;11676;p14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7" name="Google Shape;11677;p14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8" name="Google Shape;11678;p14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9" name="Google Shape;11679;p14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0" name="Google Shape;11680;p14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1" name="Google Shape;11681;p14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2" name="Google Shape;11682;p14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3" name="Google Shape;11683;p14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4" name="Google Shape;11684;p14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5" name="Google Shape;11685;p14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6" name="Google Shape;11686;p14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7" name="Google Shape;11687;p14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8" name="Google Shape;11688;p14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9" name="Google Shape;11689;p14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0" name="Google Shape;11690;p14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1" name="Google Shape;11691;p14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2" name="Google Shape;11692;p14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3" name="Google Shape;11693;p14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4" name="Google Shape;11694;p14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5" name="Google Shape;11695;p14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6" name="Google Shape;11696;p14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7" name="Google Shape;11697;p14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8" name="Google Shape;11698;p14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9" name="Google Shape;11699;p14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0" name="Google Shape;11700;p14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1" name="Google Shape;11701;p14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2" name="Google Shape;11702;p14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3" name="Google Shape;11703;p14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4" name="Google Shape;11704;p14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5" name="Google Shape;11705;p14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6" name="Google Shape;11706;p14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7" name="Google Shape;11707;p14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8" name="Google Shape;11708;p14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9" name="Google Shape;11709;p14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0" name="Google Shape;11710;p14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1" name="Google Shape;11711;p14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2" name="Google Shape;11712;p14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3" name="Google Shape;11713;p14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4" name="Google Shape;11714;p14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5" name="Google Shape;11715;p14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6" name="Google Shape;11716;p14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7" name="Google Shape;11717;p14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8" name="Google Shape;11718;p14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9" name="Google Shape;11719;p14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0" name="Google Shape;11720;p14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1" name="Google Shape;11721;p14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2" name="Google Shape;11722;p14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3" name="Google Shape;11723;p14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4" name="Google Shape;11724;p14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5" name="Google Shape;11725;p14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6" name="Google Shape;11726;p14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7" name="Google Shape;11727;p14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8" name="Google Shape;11728;p14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9" name="Google Shape;11729;p14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0" name="Google Shape;11730;p14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1" name="Google Shape;11731;p14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2" name="Google Shape;11732;p14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3" name="Google Shape;11733;p14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4" name="Google Shape;11734;p14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5" name="Google Shape;11735;p14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6" name="Google Shape;11736;p14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7" name="Google Shape;11737;p14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8" name="Google Shape;11738;p14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9" name="Google Shape;11739;p14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0" name="Google Shape;11740;p14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1" name="Google Shape;11741;p14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2" name="Google Shape;11742;p14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3" name="Google Shape;11743;p14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4" name="Google Shape;11744;p14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5" name="Google Shape;11745;p14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6" name="Google Shape;11746;p14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7" name="Google Shape;11747;p14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8" name="Google Shape;11748;p14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9" name="Google Shape;11749;p14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0" name="Google Shape;11750;p14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1" name="Google Shape;11751;p14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2" name="Google Shape;11752;p14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3" name="Google Shape;11753;p14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4" name="Google Shape;11754;p14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5" name="Google Shape;11755;p14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6" name="Google Shape;11756;p14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7" name="Google Shape;11757;p14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8" name="Google Shape;11758;p14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9" name="Google Shape;11759;p14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0" name="Google Shape;11760;p14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1" name="Google Shape;11761;p14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2" name="Google Shape;11762;p14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3" name="Google Shape;11763;p14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4" name="Google Shape;11764;p14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5" name="Google Shape;11765;p14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6" name="Google Shape;11766;p14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7" name="Google Shape;11767;p14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8" name="Google Shape;11768;p14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9" name="Google Shape;11769;p14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0" name="Google Shape;11770;p14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1" name="Google Shape;11771;p14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2" name="Google Shape;11772;p14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3" name="Google Shape;11773;p14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4" name="Google Shape;11774;p14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5" name="Google Shape;11775;p14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6" name="Google Shape;11776;p14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7" name="Google Shape;11777;p14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8" name="Google Shape;11778;p14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9" name="Google Shape;11779;p14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0" name="Google Shape;11780;p14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1" name="Google Shape;11781;p14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2" name="Google Shape;11782;p14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3" name="Google Shape;11783;p14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4" name="Google Shape;11784;p14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5" name="Google Shape;11785;p14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6" name="Google Shape;11786;p14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7" name="Google Shape;11787;p14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8" name="Google Shape;11788;p14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9" name="Google Shape;11789;p14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0" name="Google Shape;11790;p14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1" name="Google Shape;11791;p14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2" name="Google Shape;11792;p14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3" name="Google Shape;11793;p14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4" name="Google Shape;11794;p14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5" name="Google Shape;11795;p14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6" name="Google Shape;11796;p14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7" name="Google Shape;11797;p14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8" name="Google Shape;11798;p14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9" name="Google Shape;11799;p14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0" name="Google Shape;11800;p14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1" name="Google Shape;11801;p14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2" name="Google Shape;11802;p14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3" name="Google Shape;11803;p14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4" name="Google Shape;11804;p14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5" name="Google Shape;11805;p14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6" name="Google Shape;11806;p14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7" name="Google Shape;11807;p14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8" name="Google Shape;11808;p14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9" name="Google Shape;11809;p14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0" name="Google Shape;11810;p14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1" name="Google Shape;11811;p14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2" name="Google Shape;11812;p14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3" name="Google Shape;11813;p14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4" name="Google Shape;11814;p14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5" name="Google Shape;11815;p14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6" name="Google Shape;11816;p14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7" name="Google Shape;11817;p14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8" name="Google Shape;11818;p14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9" name="Google Shape;11819;p14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0" name="Google Shape;11820;p14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1" name="Google Shape;11821;p14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2" name="Google Shape;11822;p14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3" name="Google Shape;11823;p14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4" name="Google Shape;11824;p14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5" name="Google Shape;11825;p14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6" name="Google Shape;11826;p14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7" name="Google Shape;11827;p14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8" name="Google Shape;11828;p14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9" name="Google Shape;11829;p14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0" name="Google Shape;11830;p14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1" name="Google Shape;11831;p14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2" name="Google Shape;11832;p14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3" name="Google Shape;11833;p14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4" name="Google Shape;11834;p14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5" name="Google Shape;11835;p14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6" name="Google Shape;11836;p14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7" name="Google Shape;11837;p14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8" name="Google Shape;11838;p14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9" name="Google Shape;11839;p14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0" name="Google Shape;11840;p14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1" name="Google Shape;11841;p14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2" name="Google Shape;11842;p14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3" name="Google Shape;11843;p14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4" name="Google Shape;11844;p14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5" name="Google Shape;11845;p14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6" name="Google Shape;11846;p14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7" name="Google Shape;11847;p14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8" name="Google Shape;11848;p14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9" name="Google Shape;11849;p14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0" name="Google Shape;11850;p14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1" name="Google Shape;11851;p14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2" name="Google Shape;11852;p14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3" name="Google Shape;11853;p14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4" name="Google Shape;11854;p14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5" name="Google Shape;11855;p14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6" name="Google Shape;11856;p14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7" name="Google Shape;11857;p14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8" name="Google Shape;11858;p14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9" name="Google Shape;11859;p14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0" name="Google Shape;11860;p14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1" name="Google Shape;11861;p14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2" name="Google Shape;11862;p14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3" name="Google Shape;11863;p14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4" name="Google Shape;11864;p14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5" name="Google Shape;11865;p14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6" name="Google Shape;11866;p14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7" name="Google Shape;11867;p14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8" name="Google Shape;11868;p14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9" name="Google Shape;11869;p14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0" name="Google Shape;11870;p14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1" name="Google Shape;11871;p14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2" name="Google Shape;11872;p14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3" name="Google Shape;11873;p14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4" name="Google Shape;11874;p14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5" name="Google Shape;11875;p14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6" name="Google Shape;11876;p14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7" name="Google Shape;11877;p14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8" name="Google Shape;11878;p14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9" name="Google Shape;11879;p14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0" name="Google Shape;11880;p14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1" name="Google Shape;11881;p14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2" name="Google Shape;11882;p14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3" name="Google Shape;11883;p14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4" name="Google Shape;11884;p14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5" name="Google Shape;11885;p14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6" name="Google Shape;11886;p14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7" name="Google Shape;11887;p14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8" name="Google Shape;11888;p14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9" name="Google Shape;11889;p14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0" name="Google Shape;11890;p14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1" name="Google Shape;11891;p14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2" name="Google Shape;11892;p14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3" name="Google Shape;11893;p14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4" name="Google Shape;11894;p14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5" name="Google Shape;11895;p14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6" name="Google Shape;11896;p14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7" name="Google Shape;11897;p14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8" name="Google Shape;11898;p14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9" name="Google Shape;11899;p14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0" name="Google Shape;11900;p14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1" name="Google Shape;11901;p14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2" name="Google Shape;11902;p14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3" name="Google Shape;11903;p14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4" name="Google Shape;11904;p14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5" name="Google Shape;11905;p14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6" name="Google Shape;11906;p14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7" name="Google Shape;11907;p14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8" name="Google Shape;11908;p14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9" name="Google Shape;11909;p14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0" name="Google Shape;11910;p14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1" name="Google Shape;11911;p14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2" name="Google Shape;11912;p14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3" name="Google Shape;11913;p14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4" name="Google Shape;11914;p14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5" name="Google Shape;11915;p14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6" name="Google Shape;11916;p14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7" name="Google Shape;11917;p14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8" name="Google Shape;11918;p14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9" name="Google Shape;11919;p14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0" name="Google Shape;11920;p14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1" name="Google Shape;11921;p14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2" name="Google Shape;11922;p14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3" name="Google Shape;11923;p14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4" name="Google Shape;11924;p14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5" name="Google Shape;11925;p14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6" name="Google Shape;11926;p14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7" name="Google Shape;11927;p14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8" name="Google Shape;11928;p14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9" name="Google Shape;11929;p14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0" name="Google Shape;11930;p14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1" name="Google Shape;11931;p14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2" name="Google Shape;11932;p14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3" name="Google Shape;11933;p14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4" name="Google Shape;11934;p14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5" name="Google Shape;11935;p14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6" name="Google Shape;11936;p14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7" name="Google Shape;11937;p14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8" name="Google Shape;11938;p14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9" name="Google Shape;11939;p14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0" name="Google Shape;11940;p14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1" name="Google Shape;11941;p14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2" name="Google Shape;11942;p14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3" name="Google Shape;11943;p14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4" name="Google Shape;11944;p14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5" name="Google Shape;11945;p14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6" name="Google Shape;11946;p14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7" name="Google Shape;11947;p14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8" name="Google Shape;11948;p14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9" name="Google Shape;11949;p14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0" name="Google Shape;11950;p14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1" name="Google Shape;11951;p14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2" name="Google Shape;11952;p14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3" name="Google Shape;11953;p14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4" name="Google Shape;11954;p14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5" name="Google Shape;11955;p14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6" name="Google Shape;11956;p14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7" name="Google Shape;11957;p14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8" name="Google Shape;11958;p14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9" name="Google Shape;11959;p14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0" name="Google Shape;11960;p14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1" name="Google Shape;11961;p14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2" name="Google Shape;11962;p14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3" name="Google Shape;11963;p14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4" name="Google Shape;11964;p14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5" name="Google Shape;11965;p14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6" name="Google Shape;11966;p14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7" name="Google Shape;11967;p14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8" name="Google Shape;11968;p14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9" name="Google Shape;11969;p14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0" name="Google Shape;11970;p14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1" name="Google Shape;11971;p14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2" name="Google Shape;11972;p14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3" name="Google Shape;11973;p14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4" name="Google Shape;11974;p14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5" name="Google Shape;11975;p14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6" name="Google Shape;11976;p14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7" name="Google Shape;11977;p14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8" name="Google Shape;11978;p14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9" name="Google Shape;11979;p14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0" name="Google Shape;11980;p14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1" name="Google Shape;11981;p14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2" name="Google Shape;11982;p14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3" name="Google Shape;11983;p14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4" name="Google Shape;11984;p14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5" name="Google Shape;11985;p14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6" name="Google Shape;11986;p14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7" name="Google Shape;11987;p14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8" name="Google Shape;11988;p14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9" name="Google Shape;11989;p14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0" name="Google Shape;11990;p14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1" name="Google Shape;11991;p14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2" name="Google Shape;11992;p14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3" name="Google Shape;11993;p14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4" name="Google Shape;11994;p14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5" name="Google Shape;11995;p14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6" name="Google Shape;11996;p14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7" name="Google Shape;11997;p14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8" name="Google Shape;11998;p14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9" name="Google Shape;11999;p14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0" name="Google Shape;12000;p14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1" name="Google Shape;12001;p14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2" name="Google Shape;12002;p14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3" name="Google Shape;12003;p14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4" name="Google Shape;12004;p14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5" name="Google Shape;12005;p14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6" name="Google Shape;12006;p14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7" name="Google Shape;12007;p14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8" name="Google Shape;12008;p14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9" name="Google Shape;12009;p14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0" name="Google Shape;12010;p14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1" name="Google Shape;12011;p14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2" name="Google Shape;12012;p14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3" name="Google Shape;12013;p14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4" name="Google Shape;12014;p14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5" name="Google Shape;12015;p14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6" name="Google Shape;12016;p14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7" name="Google Shape;12017;p14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8" name="Google Shape;12018;p14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9" name="Google Shape;12019;p14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0" name="Google Shape;12020;p14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1" name="Google Shape;12021;p14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2" name="Google Shape;12022;p14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3" name="Google Shape;12023;p14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4" name="Google Shape;12024;p14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5" name="Google Shape;12025;p14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6" name="Google Shape;12026;p14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7" name="Google Shape;12027;p14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8" name="Google Shape;12028;p14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9" name="Google Shape;12029;p14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0" name="Google Shape;12030;p14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1" name="Google Shape;12031;p14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2" name="Google Shape;12032;p14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3" name="Google Shape;12033;p14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4" name="Google Shape;12034;p14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5" name="Google Shape;12035;p14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6" name="Google Shape;12036;p14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7" name="Google Shape;12037;p14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8" name="Google Shape;12038;p14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9" name="Google Shape;12039;p14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0" name="Google Shape;12040;p14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1" name="Google Shape;12041;p14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2" name="Google Shape;12042;p14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3" name="Google Shape;12043;p14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4" name="Google Shape;12044;p14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5" name="Google Shape;12045;p14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6" name="Google Shape;12046;p14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7" name="Google Shape;12047;p14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8" name="Google Shape;12048;p14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9" name="Google Shape;12049;p14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0" name="Google Shape;12050;p14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1" name="Google Shape;12051;p14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2" name="Google Shape;12052;p14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3" name="Google Shape;12053;p14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4" name="Google Shape;12054;p14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5" name="Google Shape;12055;p14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6" name="Google Shape;12056;p14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7" name="Google Shape;12057;p14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8" name="Google Shape;12058;p14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9" name="Google Shape;12059;p14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0" name="Google Shape;12060;p14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1" name="Google Shape;12061;p14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2" name="Google Shape;12062;p14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3" name="Google Shape;12063;p14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4" name="Google Shape;12064;p14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5" name="Google Shape;12065;p14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6" name="Google Shape;12066;p14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7" name="Google Shape;12067;p14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8" name="Google Shape;12068;p14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9" name="Google Shape;12069;p14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0" name="Google Shape;12070;p14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1" name="Google Shape;12071;p14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2" name="Google Shape;12072;p14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3" name="Google Shape;12073;p14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4" name="Google Shape;12074;p14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5" name="Google Shape;12075;p14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6" name="Google Shape;12076;p14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7" name="Google Shape;12077;p14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8" name="Google Shape;12078;p14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9" name="Google Shape;12079;p14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0" name="Google Shape;12080;p14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1" name="Google Shape;12081;p14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2" name="Google Shape;12082;p14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3" name="Google Shape;12083;p14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4" name="Google Shape;12084;p14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5" name="Google Shape;12085;p14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6" name="Google Shape;12086;p14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7" name="Google Shape;12087;p14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8" name="Google Shape;12088;p14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9" name="Google Shape;12089;p14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0" name="Google Shape;12090;p14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1" name="Google Shape;12091;p14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2" name="Google Shape;12092;p14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3" name="Google Shape;12093;p14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4" name="Google Shape;12094;p14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5" name="Google Shape;12095;p14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6" name="Google Shape;12096;p14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7" name="Google Shape;12097;p14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8" name="Google Shape;12098;p14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9" name="Google Shape;12099;p14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0" name="Google Shape;12100;p14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1" name="Google Shape;12101;p14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2" name="Google Shape;12102;p14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3" name="Google Shape;12103;p14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4" name="Google Shape;12104;p14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5" name="Google Shape;12105;p14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6" name="Google Shape;12106;p14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7" name="Google Shape;12107;p14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8" name="Google Shape;12108;p14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9" name="Google Shape;12109;p14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0" name="Google Shape;12110;p14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1" name="Google Shape;12111;p14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2" name="Google Shape;12112;p14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3" name="Google Shape;12113;p14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4" name="Google Shape;12114;p14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5" name="Google Shape;12115;p14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6" name="Google Shape;12116;p14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7" name="Google Shape;12117;p14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8" name="Google Shape;12118;p14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9" name="Google Shape;12119;p14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0" name="Google Shape;12120;p14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1" name="Google Shape;12121;p14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2" name="Google Shape;12122;p14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3" name="Google Shape;12123;p14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4" name="Google Shape;12124;p14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5" name="Google Shape;12125;p14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6" name="Google Shape;12126;p14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7" name="Google Shape;12127;p14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8" name="Google Shape;12128;p14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9" name="Google Shape;12129;p14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0" name="Google Shape;12130;p14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1" name="Google Shape;12131;p14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2" name="Google Shape;12132;p14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3" name="Google Shape;12133;p14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4" name="Google Shape;12134;p14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5" name="Google Shape;12135;p14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6" name="Google Shape;12136;p14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7" name="Google Shape;12137;p14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8" name="Google Shape;12138;p14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9" name="Google Shape;12139;p14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0" name="Google Shape;12140;p14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1" name="Google Shape;12141;p14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2" name="Google Shape;12142;p14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3" name="Google Shape;12143;p14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4" name="Google Shape;12144;p14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5" name="Google Shape;12145;p14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6" name="Google Shape;12146;p14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7" name="Google Shape;12147;p14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8" name="Google Shape;12148;p14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149" name="Google Shape;12149;p14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50" name="Google Shape;12150;p14"/>
          <p:cNvSpPr txBox="1"/>
          <p:nvPr>
            <p:ph idx="1" type="body"/>
          </p:nvPr>
        </p:nvSpPr>
        <p:spPr>
          <a:xfrm>
            <a:off x="2597525" y="1292375"/>
            <a:ext cx="3948900" cy="149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400"/>
            </a:lvl1pPr>
            <a:lvl2pPr indent="-330200" lvl="1" marL="914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2400"/>
            </a:lvl2pPr>
            <a:lvl3pPr indent="-330200" lvl="2" marL="1371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2400"/>
            </a:lvl3pPr>
            <a:lvl4pPr indent="-330200" lvl="3" marL="1828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400"/>
            </a:lvl4pPr>
            <a:lvl5pPr indent="-330200" lvl="4" marL="22860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2400"/>
            </a:lvl5pPr>
            <a:lvl6pPr indent="-330200" lvl="5" marL="2743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2400"/>
            </a:lvl6pPr>
            <a:lvl7pPr indent="-330200" lvl="6" marL="3200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400"/>
            </a:lvl7pPr>
            <a:lvl8pPr indent="-330200" lvl="7" marL="3657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2400"/>
            </a:lvl8pPr>
            <a:lvl9pPr indent="-330200" lvl="8" marL="411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2400"/>
            </a:lvl9pPr>
          </a:lstStyle>
          <a:p/>
        </p:txBody>
      </p:sp>
      <p:sp>
        <p:nvSpPr>
          <p:cNvPr id="12151" name="Google Shape;12151;p14"/>
          <p:cNvSpPr txBox="1"/>
          <p:nvPr>
            <p:ph idx="2" type="subTitle"/>
          </p:nvPr>
        </p:nvSpPr>
        <p:spPr>
          <a:xfrm>
            <a:off x="2597575" y="2782775"/>
            <a:ext cx="3948900" cy="41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3">
    <p:spTree>
      <p:nvGrpSpPr>
        <p:cNvPr id="12152" name="Shape 12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53" name="Google Shape;12153;p15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2154" name="Google Shape;12154;p15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5" name="Google Shape;12155;p15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6" name="Google Shape;12156;p15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7" name="Google Shape;12157;p15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8" name="Google Shape;12158;p15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9" name="Google Shape;12159;p15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0" name="Google Shape;12160;p15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1" name="Google Shape;12161;p15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2" name="Google Shape;12162;p15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3" name="Google Shape;12163;p15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4" name="Google Shape;12164;p15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5" name="Google Shape;12165;p15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6" name="Google Shape;12166;p15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7" name="Google Shape;12167;p15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8" name="Google Shape;12168;p15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9" name="Google Shape;12169;p15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0" name="Google Shape;12170;p15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1" name="Google Shape;12171;p15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2" name="Google Shape;12172;p15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3" name="Google Shape;12173;p15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4" name="Google Shape;12174;p15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5" name="Google Shape;12175;p15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6" name="Google Shape;12176;p15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7" name="Google Shape;12177;p15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8" name="Google Shape;12178;p15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9" name="Google Shape;12179;p15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0" name="Google Shape;12180;p15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1" name="Google Shape;12181;p15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2" name="Google Shape;12182;p15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3" name="Google Shape;12183;p15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4" name="Google Shape;12184;p15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5" name="Google Shape;12185;p15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6" name="Google Shape;12186;p15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7" name="Google Shape;12187;p15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8" name="Google Shape;12188;p15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9" name="Google Shape;12189;p15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0" name="Google Shape;12190;p15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1" name="Google Shape;12191;p15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2" name="Google Shape;12192;p15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3" name="Google Shape;12193;p15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4" name="Google Shape;12194;p15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5" name="Google Shape;12195;p15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6" name="Google Shape;12196;p15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7" name="Google Shape;12197;p15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8" name="Google Shape;12198;p15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9" name="Google Shape;12199;p15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0" name="Google Shape;12200;p15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1" name="Google Shape;12201;p15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2" name="Google Shape;12202;p15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3" name="Google Shape;12203;p15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4" name="Google Shape;12204;p15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5" name="Google Shape;12205;p15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6" name="Google Shape;12206;p15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7" name="Google Shape;12207;p15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8" name="Google Shape;12208;p15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9" name="Google Shape;12209;p15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0" name="Google Shape;12210;p15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1" name="Google Shape;12211;p15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2" name="Google Shape;12212;p15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3" name="Google Shape;12213;p15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4" name="Google Shape;12214;p15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5" name="Google Shape;12215;p15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6" name="Google Shape;12216;p15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7" name="Google Shape;12217;p15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8" name="Google Shape;12218;p15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9" name="Google Shape;12219;p15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0" name="Google Shape;12220;p15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1" name="Google Shape;12221;p15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2" name="Google Shape;12222;p15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3" name="Google Shape;12223;p15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4" name="Google Shape;12224;p15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5" name="Google Shape;12225;p15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6" name="Google Shape;12226;p15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7" name="Google Shape;12227;p15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8" name="Google Shape;12228;p15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9" name="Google Shape;12229;p15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0" name="Google Shape;12230;p15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1" name="Google Shape;12231;p15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2" name="Google Shape;12232;p15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3" name="Google Shape;12233;p15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4" name="Google Shape;12234;p15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5" name="Google Shape;12235;p15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6" name="Google Shape;12236;p15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7" name="Google Shape;12237;p15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8" name="Google Shape;12238;p15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9" name="Google Shape;12239;p15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0" name="Google Shape;12240;p15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1" name="Google Shape;12241;p15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2" name="Google Shape;12242;p15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3" name="Google Shape;12243;p15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4" name="Google Shape;12244;p15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5" name="Google Shape;12245;p15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6" name="Google Shape;12246;p15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7" name="Google Shape;12247;p15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8" name="Google Shape;12248;p15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9" name="Google Shape;12249;p15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0" name="Google Shape;12250;p15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1" name="Google Shape;12251;p15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2" name="Google Shape;12252;p15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3" name="Google Shape;12253;p15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4" name="Google Shape;12254;p15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5" name="Google Shape;12255;p15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6" name="Google Shape;12256;p15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7" name="Google Shape;12257;p15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8" name="Google Shape;12258;p15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9" name="Google Shape;12259;p15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0" name="Google Shape;12260;p15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1" name="Google Shape;12261;p15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2" name="Google Shape;12262;p15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3" name="Google Shape;12263;p15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4" name="Google Shape;12264;p15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5" name="Google Shape;12265;p15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6" name="Google Shape;12266;p15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7" name="Google Shape;12267;p15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8" name="Google Shape;12268;p15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9" name="Google Shape;12269;p15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0" name="Google Shape;12270;p15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1" name="Google Shape;12271;p15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2" name="Google Shape;12272;p15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3" name="Google Shape;12273;p15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4" name="Google Shape;12274;p15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5" name="Google Shape;12275;p15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6" name="Google Shape;12276;p15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7" name="Google Shape;12277;p15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8" name="Google Shape;12278;p15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9" name="Google Shape;12279;p15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0" name="Google Shape;12280;p15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1" name="Google Shape;12281;p15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2" name="Google Shape;12282;p15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3" name="Google Shape;12283;p15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4" name="Google Shape;12284;p15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5" name="Google Shape;12285;p15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6" name="Google Shape;12286;p15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7" name="Google Shape;12287;p15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8" name="Google Shape;12288;p15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9" name="Google Shape;12289;p15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0" name="Google Shape;12290;p15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1" name="Google Shape;12291;p15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2" name="Google Shape;12292;p15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3" name="Google Shape;12293;p15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4" name="Google Shape;12294;p15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5" name="Google Shape;12295;p15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6" name="Google Shape;12296;p15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7" name="Google Shape;12297;p15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8" name="Google Shape;12298;p15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9" name="Google Shape;12299;p15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0" name="Google Shape;12300;p15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1" name="Google Shape;12301;p15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2" name="Google Shape;12302;p15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3" name="Google Shape;12303;p15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4" name="Google Shape;12304;p15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5" name="Google Shape;12305;p15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6" name="Google Shape;12306;p15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7" name="Google Shape;12307;p15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8" name="Google Shape;12308;p15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9" name="Google Shape;12309;p15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0" name="Google Shape;12310;p15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1" name="Google Shape;12311;p15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2" name="Google Shape;12312;p15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3" name="Google Shape;12313;p15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4" name="Google Shape;12314;p15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5" name="Google Shape;12315;p15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6" name="Google Shape;12316;p15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7" name="Google Shape;12317;p15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8" name="Google Shape;12318;p15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9" name="Google Shape;12319;p15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0" name="Google Shape;12320;p15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1" name="Google Shape;12321;p15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2" name="Google Shape;12322;p15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3" name="Google Shape;12323;p15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4" name="Google Shape;12324;p15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5" name="Google Shape;12325;p15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6" name="Google Shape;12326;p15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7" name="Google Shape;12327;p15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8" name="Google Shape;12328;p15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9" name="Google Shape;12329;p15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0" name="Google Shape;12330;p15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1" name="Google Shape;12331;p15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2" name="Google Shape;12332;p15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3" name="Google Shape;12333;p15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4" name="Google Shape;12334;p15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5" name="Google Shape;12335;p15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6" name="Google Shape;12336;p15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7" name="Google Shape;12337;p15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8" name="Google Shape;12338;p15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9" name="Google Shape;12339;p15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0" name="Google Shape;12340;p15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1" name="Google Shape;12341;p15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2" name="Google Shape;12342;p15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3" name="Google Shape;12343;p15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4" name="Google Shape;12344;p15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5" name="Google Shape;12345;p15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6" name="Google Shape;12346;p15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7" name="Google Shape;12347;p15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8" name="Google Shape;12348;p15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9" name="Google Shape;12349;p15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0" name="Google Shape;12350;p15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1" name="Google Shape;12351;p15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2" name="Google Shape;12352;p15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3" name="Google Shape;12353;p15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4" name="Google Shape;12354;p15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5" name="Google Shape;12355;p15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6" name="Google Shape;12356;p15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7" name="Google Shape;12357;p15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8" name="Google Shape;12358;p15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9" name="Google Shape;12359;p15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0" name="Google Shape;12360;p15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1" name="Google Shape;12361;p15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2" name="Google Shape;12362;p15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3" name="Google Shape;12363;p15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4" name="Google Shape;12364;p15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5" name="Google Shape;12365;p15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6" name="Google Shape;12366;p15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7" name="Google Shape;12367;p15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8" name="Google Shape;12368;p15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9" name="Google Shape;12369;p15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0" name="Google Shape;12370;p15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1" name="Google Shape;12371;p15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2" name="Google Shape;12372;p15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3" name="Google Shape;12373;p15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4" name="Google Shape;12374;p15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5" name="Google Shape;12375;p15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6" name="Google Shape;12376;p15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7" name="Google Shape;12377;p15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8" name="Google Shape;12378;p15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9" name="Google Shape;12379;p15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0" name="Google Shape;12380;p15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1" name="Google Shape;12381;p15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2" name="Google Shape;12382;p15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3" name="Google Shape;12383;p15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4" name="Google Shape;12384;p15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5" name="Google Shape;12385;p15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6" name="Google Shape;12386;p15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7" name="Google Shape;12387;p15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8" name="Google Shape;12388;p15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9" name="Google Shape;12389;p15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0" name="Google Shape;12390;p15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1" name="Google Shape;12391;p15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2" name="Google Shape;12392;p15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3" name="Google Shape;12393;p15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4" name="Google Shape;12394;p15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5" name="Google Shape;12395;p15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6" name="Google Shape;12396;p15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7" name="Google Shape;12397;p15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8" name="Google Shape;12398;p15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9" name="Google Shape;12399;p15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0" name="Google Shape;12400;p15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1" name="Google Shape;12401;p15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2" name="Google Shape;12402;p15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3" name="Google Shape;12403;p15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4" name="Google Shape;12404;p15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5" name="Google Shape;12405;p15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6" name="Google Shape;12406;p15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7" name="Google Shape;12407;p15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8" name="Google Shape;12408;p15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9" name="Google Shape;12409;p15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0" name="Google Shape;12410;p15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1" name="Google Shape;12411;p15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2" name="Google Shape;12412;p15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3" name="Google Shape;12413;p15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4" name="Google Shape;12414;p15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5" name="Google Shape;12415;p15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6" name="Google Shape;12416;p15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7" name="Google Shape;12417;p15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8" name="Google Shape;12418;p15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9" name="Google Shape;12419;p15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0" name="Google Shape;12420;p15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1" name="Google Shape;12421;p15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2" name="Google Shape;12422;p15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3" name="Google Shape;12423;p15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4" name="Google Shape;12424;p15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5" name="Google Shape;12425;p15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6" name="Google Shape;12426;p15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7" name="Google Shape;12427;p15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8" name="Google Shape;12428;p15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9" name="Google Shape;12429;p15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0" name="Google Shape;12430;p15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1" name="Google Shape;12431;p15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2" name="Google Shape;12432;p15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3" name="Google Shape;12433;p15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4" name="Google Shape;12434;p15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5" name="Google Shape;12435;p15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6" name="Google Shape;12436;p15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7" name="Google Shape;12437;p15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8" name="Google Shape;12438;p15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9" name="Google Shape;12439;p15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0" name="Google Shape;12440;p15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1" name="Google Shape;12441;p15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2" name="Google Shape;12442;p15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3" name="Google Shape;12443;p15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4" name="Google Shape;12444;p15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5" name="Google Shape;12445;p15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6" name="Google Shape;12446;p15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7" name="Google Shape;12447;p15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8" name="Google Shape;12448;p15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9" name="Google Shape;12449;p15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0" name="Google Shape;12450;p15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1" name="Google Shape;12451;p15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2" name="Google Shape;12452;p15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3" name="Google Shape;12453;p15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4" name="Google Shape;12454;p15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5" name="Google Shape;12455;p15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6" name="Google Shape;12456;p15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7" name="Google Shape;12457;p15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8" name="Google Shape;12458;p15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9" name="Google Shape;12459;p15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0" name="Google Shape;12460;p15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1" name="Google Shape;12461;p15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2" name="Google Shape;12462;p15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3" name="Google Shape;12463;p15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4" name="Google Shape;12464;p15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5" name="Google Shape;12465;p15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6" name="Google Shape;12466;p15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7" name="Google Shape;12467;p15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8" name="Google Shape;12468;p15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9" name="Google Shape;12469;p15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0" name="Google Shape;12470;p15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1" name="Google Shape;12471;p15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2" name="Google Shape;12472;p15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3" name="Google Shape;12473;p15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4" name="Google Shape;12474;p15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5" name="Google Shape;12475;p15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6" name="Google Shape;12476;p15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7" name="Google Shape;12477;p15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8" name="Google Shape;12478;p15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9" name="Google Shape;12479;p15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0" name="Google Shape;12480;p15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1" name="Google Shape;12481;p15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2" name="Google Shape;12482;p15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3" name="Google Shape;12483;p15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4" name="Google Shape;12484;p15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5" name="Google Shape;12485;p15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6" name="Google Shape;12486;p15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7" name="Google Shape;12487;p15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8" name="Google Shape;12488;p15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9" name="Google Shape;12489;p15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0" name="Google Shape;12490;p15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1" name="Google Shape;12491;p15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2" name="Google Shape;12492;p15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3" name="Google Shape;12493;p15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4" name="Google Shape;12494;p15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5" name="Google Shape;12495;p15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6" name="Google Shape;12496;p15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7" name="Google Shape;12497;p15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8" name="Google Shape;12498;p15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9" name="Google Shape;12499;p15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0" name="Google Shape;12500;p15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1" name="Google Shape;12501;p15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2" name="Google Shape;12502;p15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3" name="Google Shape;12503;p15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4" name="Google Shape;12504;p15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5" name="Google Shape;12505;p15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6" name="Google Shape;12506;p15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7" name="Google Shape;12507;p15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8" name="Google Shape;12508;p15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9" name="Google Shape;12509;p15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0" name="Google Shape;12510;p15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1" name="Google Shape;12511;p15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2" name="Google Shape;12512;p15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3" name="Google Shape;12513;p15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4" name="Google Shape;12514;p15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5" name="Google Shape;12515;p15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6" name="Google Shape;12516;p15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7" name="Google Shape;12517;p15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8" name="Google Shape;12518;p15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9" name="Google Shape;12519;p15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0" name="Google Shape;12520;p15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1" name="Google Shape;12521;p15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2" name="Google Shape;12522;p15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3" name="Google Shape;12523;p15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4" name="Google Shape;12524;p15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5" name="Google Shape;12525;p15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6" name="Google Shape;12526;p15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7" name="Google Shape;12527;p15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8" name="Google Shape;12528;p15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9" name="Google Shape;12529;p15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0" name="Google Shape;12530;p15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1" name="Google Shape;12531;p15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2" name="Google Shape;12532;p15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3" name="Google Shape;12533;p15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4" name="Google Shape;12534;p15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5" name="Google Shape;12535;p15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6" name="Google Shape;12536;p15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7" name="Google Shape;12537;p15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8" name="Google Shape;12538;p15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9" name="Google Shape;12539;p15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0" name="Google Shape;12540;p15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1" name="Google Shape;12541;p15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2" name="Google Shape;12542;p15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3" name="Google Shape;12543;p15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4" name="Google Shape;12544;p15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5" name="Google Shape;12545;p15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6" name="Google Shape;12546;p15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7" name="Google Shape;12547;p15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8" name="Google Shape;12548;p15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9" name="Google Shape;12549;p15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0" name="Google Shape;12550;p15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1" name="Google Shape;12551;p15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2" name="Google Shape;12552;p15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3" name="Google Shape;12553;p15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4" name="Google Shape;12554;p15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5" name="Google Shape;12555;p15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6" name="Google Shape;12556;p15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7" name="Google Shape;12557;p15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8" name="Google Shape;12558;p15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9" name="Google Shape;12559;p15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0" name="Google Shape;12560;p15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1" name="Google Shape;12561;p15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2" name="Google Shape;12562;p15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3" name="Google Shape;12563;p15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4" name="Google Shape;12564;p15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5" name="Google Shape;12565;p15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6" name="Google Shape;12566;p15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7" name="Google Shape;12567;p15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8" name="Google Shape;12568;p15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9" name="Google Shape;12569;p15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0" name="Google Shape;12570;p15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1" name="Google Shape;12571;p15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2" name="Google Shape;12572;p15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3" name="Google Shape;12573;p15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4" name="Google Shape;12574;p15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5" name="Google Shape;12575;p15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6" name="Google Shape;12576;p15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7" name="Google Shape;12577;p15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8" name="Google Shape;12578;p15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9" name="Google Shape;12579;p15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0" name="Google Shape;12580;p15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1" name="Google Shape;12581;p15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2" name="Google Shape;12582;p15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3" name="Google Shape;12583;p15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4" name="Google Shape;12584;p15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5" name="Google Shape;12585;p15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6" name="Google Shape;12586;p15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7" name="Google Shape;12587;p15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8" name="Google Shape;12588;p15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9" name="Google Shape;12589;p15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0" name="Google Shape;12590;p15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1" name="Google Shape;12591;p15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2" name="Google Shape;12592;p15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3" name="Google Shape;12593;p15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4" name="Google Shape;12594;p15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5" name="Google Shape;12595;p15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6" name="Google Shape;12596;p15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7" name="Google Shape;12597;p15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8" name="Google Shape;12598;p15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9" name="Google Shape;12599;p15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0" name="Google Shape;12600;p15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1" name="Google Shape;12601;p15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2" name="Google Shape;12602;p15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3" name="Google Shape;12603;p15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4" name="Google Shape;12604;p15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5" name="Google Shape;12605;p15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6" name="Google Shape;12606;p15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7" name="Google Shape;12607;p15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8" name="Google Shape;12608;p15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9" name="Google Shape;12609;p15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0" name="Google Shape;12610;p15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1" name="Google Shape;12611;p15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2" name="Google Shape;12612;p15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3" name="Google Shape;12613;p15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4" name="Google Shape;12614;p15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5" name="Google Shape;12615;p15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6" name="Google Shape;12616;p15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7" name="Google Shape;12617;p15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8" name="Google Shape;12618;p15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9" name="Google Shape;12619;p15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0" name="Google Shape;12620;p15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1" name="Google Shape;12621;p15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2" name="Google Shape;12622;p15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3" name="Google Shape;12623;p15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4" name="Google Shape;12624;p15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5" name="Google Shape;12625;p15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6" name="Google Shape;12626;p15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7" name="Google Shape;12627;p15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8" name="Google Shape;12628;p15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9" name="Google Shape;12629;p15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0" name="Google Shape;12630;p15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1" name="Google Shape;12631;p15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2" name="Google Shape;12632;p15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3" name="Google Shape;12633;p15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4" name="Google Shape;12634;p15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5" name="Google Shape;12635;p15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6" name="Google Shape;12636;p15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7" name="Google Shape;12637;p15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8" name="Google Shape;12638;p15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9" name="Google Shape;12639;p15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0" name="Google Shape;12640;p15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1" name="Google Shape;12641;p15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2" name="Google Shape;12642;p15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3" name="Google Shape;12643;p15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4" name="Google Shape;12644;p15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5" name="Google Shape;12645;p15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6" name="Google Shape;12646;p15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7" name="Google Shape;12647;p15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8" name="Google Shape;12648;p15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9" name="Google Shape;12649;p15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0" name="Google Shape;12650;p15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1" name="Google Shape;12651;p15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2" name="Google Shape;12652;p15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3" name="Google Shape;12653;p15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4" name="Google Shape;12654;p15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5" name="Google Shape;12655;p15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6" name="Google Shape;12656;p15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7" name="Google Shape;12657;p15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8" name="Google Shape;12658;p15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9" name="Google Shape;12659;p15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0" name="Google Shape;12660;p15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1" name="Google Shape;12661;p15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2" name="Google Shape;12662;p15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3" name="Google Shape;12663;p15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4" name="Google Shape;12664;p15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5" name="Google Shape;12665;p15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6" name="Google Shape;12666;p15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7" name="Google Shape;12667;p15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8" name="Google Shape;12668;p15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9" name="Google Shape;12669;p15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0" name="Google Shape;12670;p15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1" name="Google Shape;12671;p15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2" name="Google Shape;12672;p15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3" name="Google Shape;12673;p15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4" name="Google Shape;12674;p15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5" name="Google Shape;12675;p15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6" name="Google Shape;12676;p15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7" name="Google Shape;12677;p15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8" name="Google Shape;12678;p15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9" name="Google Shape;12679;p15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0" name="Google Shape;12680;p15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1" name="Google Shape;12681;p15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2" name="Google Shape;12682;p15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3" name="Google Shape;12683;p15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4" name="Google Shape;12684;p15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5" name="Google Shape;12685;p15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6" name="Google Shape;12686;p15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7" name="Google Shape;12687;p15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8" name="Google Shape;12688;p15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9" name="Google Shape;12689;p15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0" name="Google Shape;12690;p15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1" name="Google Shape;12691;p15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2" name="Google Shape;12692;p15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3" name="Google Shape;12693;p15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4" name="Google Shape;12694;p15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5" name="Google Shape;12695;p15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6" name="Google Shape;12696;p15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7" name="Google Shape;12697;p15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8" name="Google Shape;12698;p15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9" name="Google Shape;12699;p15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0" name="Google Shape;12700;p15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1" name="Google Shape;12701;p15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2" name="Google Shape;12702;p15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3" name="Google Shape;12703;p15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4" name="Google Shape;12704;p15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5" name="Google Shape;12705;p15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6" name="Google Shape;12706;p15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7" name="Google Shape;12707;p15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8" name="Google Shape;12708;p15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9" name="Google Shape;12709;p15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0" name="Google Shape;12710;p15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1" name="Google Shape;12711;p15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2" name="Google Shape;12712;p15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3" name="Google Shape;12713;p15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4" name="Google Shape;12714;p15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5" name="Google Shape;12715;p15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6" name="Google Shape;12716;p15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7" name="Google Shape;12717;p15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8" name="Google Shape;12718;p15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9" name="Google Shape;12719;p15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0" name="Google Shape;12720;p15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1" name="Google Shape;12721;p15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2" name="Google Shape;12722;p15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3" name="Google Shape;12723;p15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4" name="Google Shape;12724;p15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5" name="Google Shape;12725;p15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6" name="Google Shape;12726;p15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7" name="Google Shape;12727;p15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8" name="Google Shape;12728;p15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9" name="Google Shape;12729;p15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0" name="Google Shape;12730;p15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1" name="Google Shape;12731;p15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2" name="Google Shape;12732;p15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3" name="Google Shape;12733;p15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4" name="Google Shape;12734;p15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5" name="Google Shape;12735;p15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6" name="Google Shape;12736;p15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7" name="Google Shape;12737;p15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8" name="Google Shape;12738;p15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9" name="Google Shape;12739;p15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0" name="Google Shape;12740;p15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1" name="Google Shape;12741;p15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2" name="Google Shape;12742;p15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3" name="Google Shape;12743;p15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4" name="Google Shape;12744;p15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5" name="Google Shape;12745;p15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6" name="Google Shape;12746;p15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7" name="Google Shape;12747;p15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8" name="Google Shape;12748;p15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9" name="Google Shape;12749;p15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0" name="Google Shape;12750;p15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1" name="Google Shape;12751;p15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2" name="Google Shape;12752;p15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3" name="Google Shape;12753;p15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4" name="Google Shape;12754;p15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5" name="Google Shape;12755;p15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6" name="Google Shape;12756;p15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7" name="Google Shape;12757;p15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8" name="Google Shape;12758;p15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9" name="Google Shape;12759;p15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0" name="Google Shape;12760;p15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1" name="Google Shape;12761;p15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2" name="Google Shape;12762;p15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3" name="Google Shape;12763;p15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4" name="Google Shape;12764;p15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5" name="Google Shape;12765;p15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6" name="Google Shape;12766;p15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7" name="Google Shape;12767;p15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8" name="Google Shape;12768;p15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9" name="Google Shape;12769;p15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0" name="Google Shape;12770;p15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1" name="Google Shape;12771;p15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2" name="Google Shape;12772;p15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3" name="Google Shape;12773;p15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4" name="Google Shape;12774;p15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5" name="Google Shape;12775;p15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6" name="Google Shape;12776;p15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7" name="Google Shape;12777;p15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8" name="Google Shape;12778;p15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9" name="Google Shape;12779;p15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0" name="Google Shape;12780;p15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1" name="Google Shape;12781;p15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2" name="Google Shape;12782;p15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3" name="Google Shape;12783;p15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4" name="Google Shape;12784;p15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5" name="Google Shape;12785;p15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6" name="Google Shape;12786;p15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7" name="Google Shape;12787;p15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8" name="Google Shape;12788;p15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9" name="Google Shape;12789;p15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0" name="Google Shape;12790;p15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1" name="Google Shape;12791;p15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2" name="Google Shape;12792;p15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3" name="Google Shape;12793;p15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4" name="Google Shape;12794;p15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5" name="Google Shape;12795;p15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6" name="Google Shape;12796;p15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7" name="Google Shape;12797;p15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8" name="Google Shape;12798;p15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9" name="Google Shape;12799;p15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0" name="Google Shape;12800;p15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1" name="Google Shape;12801;p15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2" name="Google Shape;12802;p15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3" name="Google Shape;12803;p15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4" name="Google Shape;12804;p15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5" name="Google Shape;12805;p15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6" name="Google Shape;12806;p15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7" name="Google Shape;12807;p15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8" name="Google Shape;12808;p15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9" name="Google Shape;12809;p15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0" name="Google Shape;12810;p15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1" name="Google Shape;12811;p15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2" name="Google Shape;12812;p15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3" name="Google Shape;12813;p15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4" name="Google Shape;12814;p15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5" name="Google Shape;12815;p15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6" name="Google Shape;12816;p15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7" name="Google Shape;12817;p15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8" name="Google Shape;12818;p15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9" name="Google Shape;12819;p15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0" name="Google Shape;12820;p15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1" name="Google Shape;12821;p15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2" name="Google Shape;12822;p15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3" name="Google Shape;12823;p15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4" name="Google Shape;12824;p15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5" name="Google Shape;12825;p15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6" name="Google Shape;12826;p15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7" name="Google Shape;12827;p15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8" name="Google Shape;12828;p15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9" name="Google Shape;12829;p15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0" name="Google Shape;12830;p15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1" name="Google Shape;12831;p15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2" name="Google Shape;12832;p15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3" name="Google Shape;12833;p15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4" name="Google Shape;12834;p15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5" name="Google Shape;12835;p15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6" name="Google Shape;12836;p15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7" name="Google Shape;12837;p15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8" name="Google Shape;12838;p15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9" name="Google Shape;12839;p15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0" name="Google Shape;12840;p15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1" name="Google Shape;12841;p15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2" name="Google Shape;12842;p15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3" name="Google Shape;12843;p15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4" name="Google Shape;12844;p15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5" name="Google Shape;12845;p15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6" name="Google Shape;12846;p15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7" name="Google Shape;12847;p15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8" name="Google Shape;12848;p15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9" name="Google Shape;12849;p15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0" name="Google Shape;12850;p15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1" name="Google Shape;12851;p15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2" name="Google Shape;12852;p15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3" name="Google Shape;12853;p15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4" name="Google Shape;12854;p15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5" name="Google Shape;12855;p15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6" name="Google Shape;12856;p15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7" name="Google Shape;12857;p15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8" name="Google Shape;12858;p15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9" name="Google Shape;12859;p15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0" name="Google Shape;12860;p15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1" name="Google Shape;12861;p15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2" name="Google Shape;12862;p15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3" name="Google Shape;12863;p15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4" name="Google Shape;12864;p15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5" name="Google Shape;12865;p15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6" name="Google Shape;12866;p15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7" name="Google Shape;12867;p15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8" name="Google Shape;12868;p15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9" name="Google Shape;12869;p15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0" name="Google Shape;12870;p15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1" name="Google Shape;12871;p15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2" name="Google Shape;12872;p15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3" name="Google Shape;12873;p15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4" name="Google Shape;12874;p15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5" name="Google Shape;12875;p15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6" name="Google Shape;12876;p15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7" name="Google Shape;12877;p15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8" name="Google Shape;12878;p15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9" name="Google Shape;12879;p15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0" name="Google Shape;12880;p15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1" name="Google Shape;12881;p15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2" name="Google Shape;12882;p15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3" name="Google Shape;12883;p15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4" name="Google Shape;12884;p15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5" name="Google Shape;12885;p15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6" name="Google Shape;12886;p15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7" name="Google Shape;12887;p15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8" name="Google Shape;12888;p15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9" name="Google Shape;12889;p15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0" name="Google Shape;12890;p15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1" name="Google Shape;12891;p15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2" name="Google Shape;12892;p15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3" name="Google Shape;12893;p15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4" name="Google Shape;12894;p15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5" name="Google Shape;12895;p15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6" name="Google Shape;12896;p15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7" name="Google Shape;12897;p15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8" name="Google Shape;12898;p15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9" name="Google Shape;12899;p15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0" name="Google Shape;12900;p15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1" name="Google Shape;12901;p15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2" name="Google Shape;12902;p15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3" name="Google Shape;12903;p15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4" name="Google Shape;12904;p15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5" name="Google Shape;12905;p15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6" name="Google Shape;12906;p15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7" name="Google Shape;12907;p15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8" name="Google Shape;12908;p15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9" name="Google Shape;12909;p15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0" name="Google Shape;12910;p15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1" name="Google Shape;12911;p15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2" name="Google Shape;12912;p15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3" name="Google Shape;12913;p15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4" name="Google Shape;12914;p15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5" name="Google Shape;12915;p15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6" name="Google Shape;12916;p15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7" name="Google Shape;12917;p15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8" name="Google Shape;12918;p15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9" name="Google Shape;12919;p15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0" name="Google Shape;12920;p15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1" name="Google Shape;12921;p15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2" name="Google Shape;12922;p15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3" name="Google Shape;12923;p15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4" name="Google Shape;12924;p15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5" name="Google Shape;12925;p15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6" name="Google Shape;12926;p15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7" name="Google Shape;12927;p15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8" name="Google Shape;12928;p15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9" name="Google Shape;12929;p15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0" name="Google Shape;12930;p15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1" name="Google Shape;12931;p15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2" name="Google Shape;12932;p15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3" name="Google Shape;12933;p15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4" name="Google Shape;12934;p15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5" name="Google Shape;12935;p15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6" name="Google Shape;12936;p15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7" name="Google Shape;12937;p15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8" name="Google Shape;12938;p15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9" name="Google Shape;12939;p15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0" name="Google Shape;12940;p15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1" name="Google Shape;12941;p15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2" name="Google Shape;12942;p15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3" name="Google Shape;12943;p15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4" name="Google Shape;12944;p15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5" name="Google Shape;12945;p15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6" name="Google Shape;12946;p15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7" name="Google Shape;12947;p15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8" name="Google Shape;12948;p15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9" name="Google Shape;12949;p15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0" name="Google Shape;12950;p15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1" name="Google Shape;12951;p15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2" name="Google Shape;12952;p15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3" name="Google Shape;12953;p15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4" name="Google Shape;12954;p15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5" name="Google Shape;12955;p15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6" name="Google Shape;12956;p15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7" name="Google Shape;12957;p15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8" name="Google Shape;12958;p15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9" name="Google Shape;12959;p15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0" name="Google Shape;12960;p15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1" name="Google Shape;12961;p15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2" name="Google Shape;12962;p15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3" name="Google Shape;12963;p15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4" name="Google Shape;12964;p15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5" name="Google Shape;12965;p15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6" name="Google Shape;12966;p15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7" name="Google Shape;12967;p15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8" name="Google Shape;12968;p15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9" name="Google Shape;12969;p15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0" name="Google Shape;12970;p15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1" name="Google Shape;12971;p15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2" name="Google Shape;12972;p15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3" name="Google Shape;12973;p15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4" name="Google Shape;12974;p15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5" name="Google Shape;12975;p15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6" name="Google Shape;12976;p15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7" name="Google Shape;12977;p15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8" name="Google Shape;12978;p15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9" name="Google Shape;12979;p15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0" name="Google Shape;12980;p15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1" name="Google Shape;12981;p15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2" name="Google Shape;12982;p15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3" name="Google Shape;12983;p15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4" name="Google Shape;12984;p15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5" name="Google Shape;12985;p15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6" name="Google Shape;12986;p15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7" name="Google Shape;12987;p15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8" name="Google Shape;12988;p15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9" name="Google Shape;12989;p15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0" name="Google Shape;12990;p15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1" name="Google Shape;12991;p15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2" name="Google Shape;12992;p15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3" name="Google Shape;12993;p15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4" name="Google Shape;12994;p15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5" name="Google Shape;12995;p15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6" name="Google Shape;12996;p15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7" name="Google Shape;12997;p15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8" name="Google Shape;12998;p15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9" name="Google Shape;12999;p15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0" name="Google Shape;13000;p15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1" name="Google Shape;13001;p15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2" name="Google Shape;13002;p15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3" name="Google Shape;13003;p15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4" name="Google Shape;13004;p15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5" name="Google Shape;13005;p15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6" name="Google Shape;13006;p15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7" name="Google Shape;13007;p15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8" name="Google Shape;13008;p15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9" name="Google Shape;13009;p15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0" name="Google Shape;13010;p15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1" name="Google Shape;13011;p15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2" name="Google Shape;13012;p15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3" name="Google Shape;13013;p15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4" name="Google Shape;13014;p15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5" name="Google Shape;13015;p15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6" name="Google Shape;13016;p15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7" name="Google Shape;13017;p15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8" name="Google Shape;13018;p15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9" name="Google Shape;13019;p15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0" name="Google Shape;13020;p15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1" name="Google Shape;13021;p15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2" name="Google Shape;13022;p15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3" name="Google Shape;13023;p15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4" name="Google Shape;13024;p15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5" name="Google Shape;13025;p15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6" name="Google Shape;13026;p15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7" name="Google Shape;13027;p15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8" name="Google Shape;13028;p15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9" name="Google Shape;13029;p15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0" name="Google Shape;13030;p15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1" name="Google Shape;13031;p15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2" name="Google Shape;13032;p15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3" name="Google Shape;13033;p15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4" name="Google Shape;13034;p15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5" name="Google Shape;13035;p15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6" name="Google Shape;13036;p15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7" name="Google Shape;13037;p15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8" name="Google Shape;13038;p15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9" name="Google Shape;13039;p15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0" name="Google Shape;13040;p15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1" name="Google Shape;13041;p15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2" name="Google Shape;13042;p15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3" name="Google Shape;13043;p15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4" name="Google Shape;13044;p15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5" name="Google Shape;13045;p15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6" name="Google Shape;13046;p15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7" name="Google Shape;13047;p15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8" name="Google Shape;13048;p15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9" name="Google Shape;13049;p15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0" name="Google Shape;13050;p15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1" name="Google Shape;13051;p15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2" name="Google Shape;13052;p15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3" name="Google Shape;13053;p15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4" name="Google Shape;13054;p15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5" name="Google Shape;13055;p15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6" name="Google Shape;13056;p15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7" name="Google Shape;13057;p15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8" name="Google Shape;13058;p15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9" name="Google Shape;13059;p15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0" name="Google Shape;13060;p15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1" name="Google Shape;13061;p15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2" name="Google Shape;13062;p15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3" name="Google Shape;13063;p15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4" name="Google Shape;13064;p15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5" name="Google Shape;13065;p15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6" name="Google Shape;13066;p15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7" name="Google Shape;13067;p15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8" name="Google Shape;13068;p15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9" name="Google Shape;13069;p15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0" name="Google Shape;13070;p15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1" name="Google Shape;13071;p15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2" name="Google Shape;13072;p15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3" name="Google Shape;13073;p15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4" name="Google Shape;13074;p15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5" name="Google Shape;13075;p15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6" name="Google Shape;13076;p15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7" name="Google Shape;13077;p15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8" name="Google Shape;13078;p15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9" name="Google Shape;13079;p15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0" name="Google Shape;13080;p15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1" name="Google Shape;13081;p15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2" name="Google Shape;13082;p15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3" name="Google Shape;13083;p15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4" name="Google Shape;13084;p15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5" name="Google Shape;13085;p15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6" name="Google Shape;13086;p15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7" name="Google Shape;13087;p15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8" name="Google Shape;13088;p15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9" name="Google Shape;13089;p15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0" name="Google Shape;13090;p15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1" name="Google Shape;13091;p15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2" name="Google Shape;13092;p15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3" name="Google Shape;13093;p15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4" name="Google Shape;13094;p15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5" name="Google Shape;13095;p15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6" name="Google Shape;13096;p15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7" name="Google Shape;13097;p15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8" name="Google Shape;13098;p15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9" name="Google Shape;13099;p15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0" name="Google Shape;13100;p15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1" name="Google Shape;13101;p15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2" name="Google Shape;13102;p15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3" name="Google Shape;13103;p15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4" name="Google Shape;13104;p15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5" name="Google Shape;13105;p15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6" name="Google Shape;13106;p15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7" name="Google Shape;13107;p15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8" name="Google Shape;13108;p15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9" name="Google Shape;13109;p15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0" name="Google Shape;13110;p15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1" name="Google Shape;13111;p15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2" name="Google Shape;13112;p15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3" name="Google Shape;13113;p15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4" name="Google Shape;13114;p15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5" name="Google Shape;13115;p15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6" name="Google Shape;13116;p15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7" name="Google Shape;13117;p15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8" name="Google Shape;13118;p15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9" name="Google Shape;13119;p15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0" name="Google Shape;13120;p15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1" name="Google Shape;13121;p15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2" name="Google Shape;13122;p15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3" name="Google Shape;13123;p15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4" name="Google Shape;13124;p15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5" name="Google Shape;13125;p15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6" name="Google Shape;13126;p15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7" name="Google Shape;13127;p15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8" name="Google Shape;13128;p15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9" name="Google Shape;13129;p15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0" name="Google Shape;13130;p15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1" name="Google Shape;13131;p15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2" name="Google Shape;13132;p15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3" name="Google Shape;13133;p15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4" name="Google Shape;13134;p15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5" name="Google Shape;13135;p15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6" name="Google Shape;13136;p15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7" name="Google Shape;13137;p15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8" name="Google Shape;13138;p15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9" name="Google Shape;13139;p15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0" name="Google Shape;13140;p15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1" name="Google Shape;13141;p15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2" name="Google Shape;13142;p15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3" name="Google Shape;13143;p15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4" name="Google Shape;13144;p15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5" name="Google Shape;13145;p15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6" name="Google Shape;13146;p15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7" name="Google Shape;13147;p15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8" name="Google Shape;13148;p15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9" name="Google Shape;13149;p15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0" name="Google Shape;13150;p15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1" name="Google Shape;13151;p15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2" name="Google Shape;13152;p15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3" name="Google Shape;13153;p15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4" name="Google Shape;13154;p15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5" name="Google Shape;13155;p15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6" name="Google Shape;13156;p15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7" name="Google Shape;13157;p15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8" name="Google Shape;13158;p15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9" name="Google Shape;13159;p15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0" name="Google Shape;13160;p15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1" name="Google Shape;13161;p15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2" name="Google Shape;13162;p15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3" name="Google Shape;13163;p15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4" name="Google Shape;13164;p15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5" name="Google Shape;13165;p15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6" name="Google Shape;13166;p15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7" name="Google Shape;13167;p15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8" name="Google Shape;13168;p15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9" name="Google Shape;13169;p15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0" name="Google Shape;13170;p15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1" name="Google Shape;13171;p15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2" name="Google Shape;13172;p15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3" name="Google Shape;13173;p15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4" name="Google Shape;13174;p15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5" name="Google Shape;13175;p15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176" name="Google Shape;13176;p15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177" name="Google Shape;13177;p15"/>
          <p:cNvSpPr txBox="1"/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3178" name="Google Shape;13178;p15"/>
          <p:cNvSpPr txBox="1"/>
          <p:nvPr>
            <p:ph idx="1" type="subTitle"/>
          </p:nvPr>
        </p:nvSpPr>
        <p:spPr>
          <a:xfrm>
            <a:off x="1979838" y="3071249"/>
            <a:ext cx="23427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3179" name="Google Shape;13179;p15"/>
          <p:cNvSpPr txBox="1"/>
          <p:nvPr>
            <p:ph idx="2" type="subTitle"/>
          </p:nvPr>
        </p:nvSpPr>
        <p:spPr>
          <a:xfrm>
            <a:off x="1808275" y="3468150"/>
            <a:ext cx="2685900" cy="79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80" name="Google Shape;13180;p15"/>
          <p:cNvSpPr txBox="1"/>
          <p:nvPr>
            <p:ph idx="3" type="subTitle"/>
          </p:nvPr>
        </p:nvSpPr>
        <p:spPr>
          <a:xfrm>
            <a:off x="4821463" y="3071249"/>
            <a:ext cx="23427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3181" name="Google Shape;13181;p15"/>
          <p:cNvSpPr txBox="1"/>
          <p:nvPr>
            <p:ph idx="4" type="subTitle"/>
          </p:nvPr>
        </p:nvSpPr>
        <p:spPr>
          <a:xfrm>
            <a:off x="4649872" y="3468150"/>
            <a:ext cx="2685900" cy="79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3182" name="Google Shape;13182;p15"/>
          <p:cNvGrpSpPr/>
          <p:nvPr/>
        </p:nvGrpSpPr>
        <p:grpSpPr>
          <a:xfrm>
            <a:off x="1135482" y="867436"/>
            <a:ext cx="443090" cy="415211"/>
            <a:chOff x="2987700" y="3560325"/>
            <a:chExt cx="386708" cy="362377"/>
          </a:xfrm>
        </p:grpSpPr>
        <p:sp>
          <p:nvSpPr>
            <p:cNvPr id="13183" name="Google Shape;13183;p15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4" name="Google Shape;13184;p15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5" name="Google Shape;13185;p15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6" name="Google Shape;13186;p15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7" name="Google Shape;13187;p15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8" name="Google Shape;13188;p15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9" name="Google Shape;13189;p15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0" name="Google Shape;13190;p15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1" name="Google Shape;13191;p15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2" name="Google Shape;13192;p15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3" name="Google Shape;13193;p15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4" name="Google Shape;13194;p15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5" name="Google Shape;13195;p15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6" name="Google Shape;13196;p15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7" name="Google Shape;13197;p15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8" name="Google Shape;13198;p15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9" name="Google Shape;13199;p15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0" name="Google Shape;13200;p15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1" name="Google Shape;13201;p15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2" name="Google Shape;13202;p15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3" name="Google Shape;13203;p15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4" name="Google Shape;13204;p15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5" name="Google Shape;13205;p15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06" name="Google Shape;13206;p15"/>
          <p:cNvGrpSpPr/>
          <p:nvPr/>
        </p:nvGrpSpPr>
        <p:grpSpPr>
          <a:xfrm>
            <a:off x="8010862" y="4129186"/>
            <a:ext cx="295252" cy="276675"/>
            <a:chOff x="2987700" y="3560325"/>
            <a:chExt cx="386708" cy="362377"/>
          </a:xfrm>
        </p:grpSpPr>
        <p:sp>
          <p:nvSpPr>
            <p:cNvPr id="13207" name="Google Shape;13207;p15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8" name="Google Shape;13208;p15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9" name="Google Shape;13209;p15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0" name="Google Shape;13210;p15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1" name="Google Shape;13211;p15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2" name="Google Shape;13212;p15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3" name="Google Shape;13213;p15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4" name="Google Shape;13214;p15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5" name="Google Shape;13215;p15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6" name="Google Shape;13216;p15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7" name="Google Shape;13217;p15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8" name="Google Shape;13218;p15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9" name="Google Shape;13219;p15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0" name="Google Shape;13220;p15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1" name="Google Shape;13221;p15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2" name="Google Shape;13222;p15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3" name="Google Shape;13223;p15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4" name="Google Shape;13224;p15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5" name="Google Shape;13225;p15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6" name="Google Shape;13226;p15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7" name="Google Shape;13227;p15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8" name="Google Shape;13228;p15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9" name="Google Shape;13229;p15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30" name="Google Shape;13230;p15"/>
          <p:cNvGrpSpPr/>
          <p:nvPr/>
        </p:nvGrpSpPr>
        <p:grpSpPr>
          <a:xfrm>
            <a:off x="526837" y="2128961"/>
            <a:ext cx="295252" cy="276675"/>
            <a:chOff x="2987700" y="3560325"/>
            <a:chExt cx="386708" cy="362377"/>
          </a:xfrm>
        </p:grpSpPr>
        <p:sp>
          <p:nvSpPr>
            <p:cNvPr id="13231" name="Google Shape;13231;p15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2" name="Google Shape;13232;p15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3" name="Google Shape;13233;p15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4" name="Google Shape;13234;p15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5" name="Google Shape;13235;p15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6" name="Google Shape;13236;p15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7" name="Google Shape;13237;p15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8" name="Google Shape;13238;p15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9" name="Google Shape;13239;p15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0" name="Google Shape;13240;p15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1" name="Google Shape;13241;p15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2" name="Google Shape;13242;p15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3" name="Google Shape;13243;p15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4" name="Google Shape;13244;p15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5" name="Google Shape;13245;p15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6" name="Google Shape;13246;p15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7" name="Google Shape;13247;p15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8" name="Google Shape;13248;p15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9" name="Google Shape;13249;p15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0" name="Google Shape;13250;p15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1" name="Google Shape;13251;p15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2" name="Google Shape;13252;p15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3" name="Google Shape;13253;p15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54" name="Google Shape;13254;p15"/>
          <p:cNvGrpSpPr/>
          <p:nvPr/>
        </p:nvGrpSpPr>
        <p:grpSpPr>
          <a:xfrm>
            <a:off x="8265232" y="2582411"/>
            <a:ext cx="443090" cy="415211"/>
            <a:chOff x="2987700" y="3560325"/>
            <a:chExt cx="386708" cy="362377"/>
          </a:xfrm>
        </p:grpSpPr>
        <p:sp>
          <p:nvSpPr>
            <p:cNvPr id="13255" name="Google Shape;13255;p15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6" name="Google Shape;13256;p15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7" name="Google Shape;13257;p15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8" name="Google Shape;13258;p15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9" name="Google Shape;13259;p15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0" name="Google Shape;13260;p15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1" name="Google Shape;13261;p15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2" name="Google Shape;13262;p15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3" name="Google Shape;13263;p15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4" name="Google Shape;13264;p15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5" name="Google Shape;13265;p15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6" name="Google Shape;13266;p15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7" name="Google Shape;13267;p15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8" name="Google Shape;13268;p15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9" name="Google Shape;13269;p15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0" name="Google Shape;13270;p15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1" name="Google Shape;13271;p15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2" name="Google Shape;13272;p15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3" name="Google Shape;13273;p15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4" name="Google Shape;13274;p15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5" name="Google Shape;13275;p15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6" name="Google Shape;13276;p15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7" name="Google Shape;13277;p15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78" name="Google Shape;13278;p15"/>
          <p:cNvSpPr/>
          <p:nvPr/>
        </p:nvSpPr>
        <p:spPr>
          <a:xfrm>
            <a:off x="0" y="4055550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279" name="Google Shape;13279;p15"/>
          <p:cNvSpPr/>
          <p:nvPr/>
        </p:nvSpPr>
        <p:spPr>
          <a:xfrm flipH="1">
            <a:off x="7002050" y="644000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">
    <p:spTree>
      <p:nvGrpSpPr>
        <p:cNvPr id="13280" name="Shape 13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81" name="Google Shape;13281;p16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3282" name="Google Shape;13282;p16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3" name="Google Shape;13283;p16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4" name="Google Shape;13284;p16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5" name="Google Shape;13285;p16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6" name="Google Shape;13286;p16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7" name="Google Shape;13287;p16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8" name="Google Shape;13288;p16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9" name="Google Shape;13289;p16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0" name="Google Shape;13290;p16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1" name="Google Shape;13291;p16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2" name="Google Shape;13292;p16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3" name="Google Shape;13293;p16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4" name="Google Shape;13294;p16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5" name="Google Shape;13295;p16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6" name="Google Shape;13296;p16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7" name="Google Shape;13297;p16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8" name="Google Shape;13298;p16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9" name="Google Shape;13299;p16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0" name="Google Shape;13300;p16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1" name="Google Shape;13301;p16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2" name="Google Shape;13302;p16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3" name="Google Shape;13303;p16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4" name="Google Shape;13304;p16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5" name="Google Shape;13305;p16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6" name="Google Shape;13306;p16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7" name="Google Shape;13307;p16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8" name="Google Shape;13308;p16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9" name="Google Shape;13309;p16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0" name="Google Shape;13310;p16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1" name="Google Shape;13311;p16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2" name="Google Shape;13312;p16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3" name="Google Shape;13313;p16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4" name="Google Shape;13314;p16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5" name="Google Shape;13315;p16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6" name="Google Shape;13316;p16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7" name="Google Shape;13317;p16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8" name="Google Shape;13318;p16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9" name="Google Shape;13319;p16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0" name="Google Shape;13320;p16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1" name="Google Shape;13321;p16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2" name="Google Shape;13322;p16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3" name="Google Shape;13323;p16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4" name="Google Shape;13324;p16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5" name="Google Shape;13325;p16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6" name="Google Shape;13326;p16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7" name="Google Shape;13327;p16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8" name="Google Shape;13328;p16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9" name="Google Shape;13329;p16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0" name="Google Shape;13330;p16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1" name="Google Shape;13331;p16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2" name="Google Shape;13332;p16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3" name="Google Shape;13333;p16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4" name="Google Shape;13334;p16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5" name="Google Shape;13335;p16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6" name="Google Shape;13336;p16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7" name="Google Shape;13337;p16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8" name="Google Shape;13338;p16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9" name="Google Shape;13339;p16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0" name="Google Shape;13340;p16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1" name="Google Shape;13341;p16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2" name="Google Shape;13342;p16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3" name="Google Shape;13343;p16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4" name="Google Shape;13344;p16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5" name="Google Shape;13345;p16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6" name="Google Shape;13346;p16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7" name="Google Shape;13347;p16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8" name="Google Shape;13348;p16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9" name="Google Shape;13349;p16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0" name="Google Shape;13350;p16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1" name="Google Shape;13351;p16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2" name="Google Shape;13352;p16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3" name="Google Shape;13353;p16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4" name="Google Shape;13354;p16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5" name="Google Shape;13355;p16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6" name="Google Shape;13356;p16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7" name="Google Shape;13357;p16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8" name="Google Shape;13358;p16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9" name="Google Shape;13359;p16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0" name="Google Shape;13360;p16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1" name="Google Shape;13361;p16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2" name="Google Shape;13362;p16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3" name="Google Shape;13363;p16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4" name="Google Shape;13364;p16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5" name="Google Shape;13365;p16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6" name="Google Shape;13366;p16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7" name="Google Shape;13367;p16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8" name="Google Shape;13368;p16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9" name="Google Shape;13369;p16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0" name="Google Shape;13370;p16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1" name="Google Shape;13371;p16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2" name="Google Shape;13372;p16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3" name="Google Shape;13373;p16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4" name="Google Shape;13374;p16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5" name="Google Shape;13375;p16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6" name="Google Shape;13376;p16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7" name="Google Shape;13377;p16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8" name="Google Shape;13378;p16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9" name="Google Shape;13379;p16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0" name="Google Shape;13380;p16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1" name="Google Shape;13381;p16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2" name="Google Shape;13382;p16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3" name="Google Shape;13383;p16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4" name="Google Shape;13384;p16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5" name="Google Shape;13385;p16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6" name="Google Shape;13386;p16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7" name="Google Shape;13387;p16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8" name="Google Shape;13388;p16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9" name="Google Shape;13389;p16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0" name="Google Shape;13390;p16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1" name="Google Shape;13391;p16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2" name="Google Shape;13392;p16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3" name="Google Shape;13393;p16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4" name="Google Shape;13394;p16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5" name="Google Shape;13395;p16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6" name="Google Shape;13396;p16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7" name="Google Shape;13397;p16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8" name="Google Shape;13398;p16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9" name="Google Shape;13399;p16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0" name="Google Shape;13400;p16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1" name="Google Shape;13401;p16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2" name="Google Shape;13402;p16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3" name="Google Shape;13403;p16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4" name="Google Shape;13404;p16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5" name="Google Shape;13405;p16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6" name="Google Shape;13406;p16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7" name="Google Shape;13407;p16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8" name="Google Shape;13408;p16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9" name="Google Shape;13409;p16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0" name="Google Shape;13410;p16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1" name="Google Shape;13411;p16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2" name="Google Shape;13412;p16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3" name="Google Shape;13413;p16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4" name="Google Shape;13414;p16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5" name="Google Shape;13415;p16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6" name="Google Shape;13416;p16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7" name="Google Shape;13417;p16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8" name="Google Shape;13418;p16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9" name="Google Shape;13419;p16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0" name="Google Shape;13420;p16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1" name="Google Shape;13421;p16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2" name="Google Shape;13422;p16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3" name="Google Shape;13423;p16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4" name="Google Shape;13424;p16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5" name="Google Shape;13425;p16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6" name="Google Shape;13426;p16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7" name="Google Shape;13427;p16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8" name="Google Shape;13428;p16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9" name="Google Shape;13429;p16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0" name="Google Shape;13430;p16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1" name="Google Shape;13431;p16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2" name="Google Shape;13432;p16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3" name="Google Shape;13433;p16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4" name="Google Shape;13434;p16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5" name="Google Shape;13435;p16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6" name="Google Shape;13436;p16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7" name="Google Shape;13437;p16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8" name="Google Shape;13438;p16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9" name="Google Shape;13439;p16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0" name="Google Shape;13440;p16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1" name="Google Shape;13441;p16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2" name="Google Shape;13442;p16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3" name="Google Shape;13443;p16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4" name="Google Shape;13444;p16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5" name="Google Shape;13445;p16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6" name="Google Shape;13446;p16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7" name="Google Shape;13447;p16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8" name="Google Shape;13448;p16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9" name="Google Shape;13449;p16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0" name="Google Shape;13450;p16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1" name="Google Shape;13451;p16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2" name="Google Shape;13452;p16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3" name="Google Shape;13453;p16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4" name="Google Shape;13454;p16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5" name="Google Shape;13455;p16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6" name="Google Shape;13456;p16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7" name="Google Shape;13457;p16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8" name="Google Shape;13458;p16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9" name="Google Shape;13459;p16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0" name="Google Shape;13460;p16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1" name="Google Shape;13461;p16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2" name="Google Shape;13462;p16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3" name="Google Shape;13463;p16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4" name="Google Shape;13464;p16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5" name="Google Shape;13465;p16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6" name="Google Shape;13466;p16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7" name="Google Shape;13467;p16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8" name="Google Shape;13468;p16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9" name="Google Shape;13469;p16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0" name="Google Shape;13470;p16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1" name="Google Shape;13471;p16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2" name="Google Shape;13472;p16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3" name="Google Shape;13473;p16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4" name="Google Shape;13474;p16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5" name="Google Shape;13475;p16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6" name="Google Shape;13476;p16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7" name="Google Shape;13477;p16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8" name="Google Shape;13478;p16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9" name="Google Shape;13479;p16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0" name="Google Shape;13480;p16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1" name="Google Shape;13481;p16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2" name="Google Shape;13482;p16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3" name="Google Shape;13483;p16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4" name="Google Shape;13484;p16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5" name="Google Shape;13485;p16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6" name="Google Shape;13486;p16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7" name="Google Shape;13487;p16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8" name="Google Shape;13488;p16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9" name="Google Shape;13489;p16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0" name="Google Shape;13490;p16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1" name="Google Shape;13491;p16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2" name="Google Shape;13492;p16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3" name="Google Shape;13493;p16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4" name="Google Shape;13494;p16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5" name="Google Shape;13495;p16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6" name="Google Shape;13496;p16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7" name="Google Shape;13497;p16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8" name="Google Shape;13498;p16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9" name="Google Shape;13499;p16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0" name="Google Shape;13500;p16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1" name="Google Shape;13501;p16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2" name="Google Shape;13502;p16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3" name="Google Shape;13503;p16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4" name="Google Shape;13504;p16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5" name="Google Shape;13505;p16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6" name="Google Shape;13506;p16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7" name="Google Shape;13507;p16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8" name="Google Shape;13508;p16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9" name="Google Shape;13509;p16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0" name="Google Shape;13510;p16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1" name="Google Shape;13511;p16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2" name="Google Shape;13512;p16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3" name="Google Shape;13513;p16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4" name="Google Shape;13514;p16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5" name="Google Shape;13515;p16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6" name="Google Shape;13516;p16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7" name="Google Shape;13517;p16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8" name="Google Shape;13518;p16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9" name="Google Shape;13519;p16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0" name="Google Shape;13520;p16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1" name="Google Shape;13521;p16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2" name="Google Shape;13522;p16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3" name="Google Shape;13523;p16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4" name="Google Shape;13524;p16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5" name="Google Shape;13525;p16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6" name="Google Shape;13526;p16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7" name="Google Shape;13527;p16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8" name="Google Shape;13528;p16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9" name="Google Shape;13529;p16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0" name="Google Shape;13530;p16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1" name="Google Shape;13531;p16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2" name="Google Shape;13532;p16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3" name="Google Shape;13533;p16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4" name="Google Shape;13534;p16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5" name="Google Shape;13535;p16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6" name="Google Shape;13536;p16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7" name="Google Shape;13537;p16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8" name="Google Shape;13538;p16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9" name="Google Shape;13539;p16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0" name="Google Shape;13540;p16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1" name="Google Shape;13541;p16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2" name="Google Shape;13542;p16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3" name="Google Shape;13543;p16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4" name="Google Shape;13544;p16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5" name="Google Shape;13545;p16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6" name="Google Shape;13546;p16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7" name="Google Shape;13547;p16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8" name="Google Shape;13548;p16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9" name="Google Shape;13549;p16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0" name="Google Shape;13550;p16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1" name="Google Shape;13551;p16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2" name="Google Shape;13552;p16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3" name="Google Shape;13553;p16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4" name="Google Shape;13554;p16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5" name="Google Shape;13555;p16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6" name="Google Shape;13556;p16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7" name="Google Shape;13557;p16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8" name="Google Shape;13558;p16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9" name="Google Shape;13559;p16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0" name="Google Shape;13560;p16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1" name="Google Shape;13561;p16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2" name="Google Shape;13562;p16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3" name="Google Shape;13563;p16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4" name="Google Shape;13564;p16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5" name="Google Shape;13565;p16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6" name="Google Shape;13566;p16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7" name="Google Shape;13567;p16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8" name="Google Shape;13568;p16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9" name="Google Shape;13569;p16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0" name="Google Shape;13570;p16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1" name="Google Shape;13571;p16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2" name="Google Shape;13572;p16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3" name="Google Shape;13573;p16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4" name="Google Shape;13574;p16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5" name="Google Shape;13575;p16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6" name="Google Shape;13576;p16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7" name="Google Shape;13577;p16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8" name="Google Shape;13578;p16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9" name="Google Shape;13579;p16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0" name="Google Shape;13580;p16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1" name="Google Shape;13581;p16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2" name="Google Shape;13582;p16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3" name="Google Shape;13583;p16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4" name="Google Shape;13584;p16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5" name="Google Shape;13585;p16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6" name="Google Shape;13586;p16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7" name="Google Shape;13587;p16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8" name="Google Shape;13588;p16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9" name="Google Shape;13589;p16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0" name="Google Shape;13590;p16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1" name="Google Shape;13591;p16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2" name="Google Shape;13592;p16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3" name="Google Shape;13593;p16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4" name="Google Shape;13594;p16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5" name="Google Shape;13595;p16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6" name="Google Shape;13596;p16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7" name="Google Shape;13597;p16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8" name="Google Shape;13598;p16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9" name="Google Shape;13599;p16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0" name="Google Shape;13600;p16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1" name="Google Shape;13601;p16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2" name="Google Shape;13602;p16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3" name="Google Shape;13603;p16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4" name="Google Shape;13604;p16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5" name="Google Shape;13605;p16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6" name="Google Shape;13606;p16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7" name="Google Shape;13607;p16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8" name="Google Shape;13608;p16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9" name="Google Shape;13609;p16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0" name="Google Shape;13610;p16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1" name="Google Shape;13611;p16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2" name="Google Shape;13612;p16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3" name="Google Shape;13613;p16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4" name="Google Shape;13614;p16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5" name="Google Shape;13615;p16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6" name="Google Shape;13616;p16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7" name="Google Shape;13617;p16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8" name="Google Shape;13618;p16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9" name="Google Shape;13619;p16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0" name="Google Shape;13620;p16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1" name="Google Shape;13621;p16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2" name="Google Shape;13622;p16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3" name="Google Shape;13623;p16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4" name="Google Shape;13624;p16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5" name="Google Shape;13625;p16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6" name="Google Shape;13626;p16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7" name="Google Shape;13627;p16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8" name="Google Shape;13628;p16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9" name="Google Shape;13629;p16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0" name="Google Shape;13630;p16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1" name="Google Shape;13631;p16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2" name="Google Shape;13632;p16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3" name="Google Shape;13633;p16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4" name="Google Shape;13634;p16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5" name="Google Shape;13635;p16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6" name="Google Shape;13636;p16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7" name="Google Shape;13637;p16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8" name="Google Shape;13638;p16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9" name="Google Shape;13639;p16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0" name="Google Shape;13640;p16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1" name="Google Shape;13641;p16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2" name="Google Shape;13642;p16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3" name="Google Shape;13643;p16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4" name="Google Shape;13644;p16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5" name="Google Shape;13645;p16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6" name="Google Shape;13646;p16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7" name="Google Shape;13647;p16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8" name="Google Shape;13648;p16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9" name="Google Shape;13649;p16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0" name="Google Shape;13650;p16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1" name="Google Shape;13651;p16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2" name="Google Shape;13652;p16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3" name="Google Shape;13653;p16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4" name="Google Shape;13654;p16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5" name="Google Shape;13655;p16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6" name="Google Shape;13656;p16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7" name="Google Shape;13657;p16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8" name="Google Shape;13658;p16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9" name="Google Shape;13659;p16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0" name="Google Shape;13660;p16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1" name="Google Shape;13661;p16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2" name="Google Shape;13662;p16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3" name="Google Shape;13663;p16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4" name="Google Shape;13664;p16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5" name="Google Shape;13665;p16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6" name="Google Shape;13666;p16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7" name="Google Shape;13667;p16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8" name="Google Shape;13668;p16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9" name="Google Shape;13669;p16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0" name="Google Shape;13670;p16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1" name="Google Shape;13671;p16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2" name="Google Shape;13672;p16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3" name="Google Shape;13673;p16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4" name="Google Shape;13674;p16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5" name="Google Shape;13675;p16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6" name="Google Shape;13676;p16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7" name="Google Shape;13677;p16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8" name="Google Shape;13678;p16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9" name="Google Shape;13679;p16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0" name="Google Shape;13680;p16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1" name="Google Shape;13681;p16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2" name="Google Shape;13682;p16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3" name="Google Shape;13683;p16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4" name="Google Shape;13684;p16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5" name="Google Shape;13685;p16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6" name="Google Shape;13686;p16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7" name="Google Shape;13687;p16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8" name="Google Shape;13688;p16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9" name="Google Shape;13689;p16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0" name="Google Shape;13690;p16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1" name="Google Shape;13691;p16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2" name="Google Shape;13692;p16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3" name="Google Shape;13693;p16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4" name="Google Shape;13694;p16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5" name="Google Shape;13695;p16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6" name="Google Shape;13696;p16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7" name="Google Shape;13697;p16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8" name="Google Shape;13698;p16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9" name="Google Shape;13699;p16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0" name="Google Shape;13700;p16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1" name="Google Shape;13701;p16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2" name="Google Shape;13702;p16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3" name="Google Shape;13703;p16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4" name="Google Shape;13704;p16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5" name="Google Shape;13705;p16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6" name="Google Shape;13706;p16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7" name="Google Shape;13707;p16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8" name="Google Shape;13708;p16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9" name="Google Shape;13709;p16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0" name="Google Shape;13710;p16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1" name="Google Shape;13711;p16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2" name="Google Shape;13712;p16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3" name="Google Shape;13713;p16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4" name="Google Shape;13714;p16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5" name="Google Shape;13715;p16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6" name="Google Shape;13716;p16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7" name="Google Shape;13717;p16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8" name="Google Shape;13718;p16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9" name="Google Shape;13719;p16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0" name="Google Shape;13720;p16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1" name="Google Shape;13721;p16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2" name="Google Shape;13722;p16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3" name="Google Shape;13723;p16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4" name="Google Shape;13724;p16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5" name="Google Shape;13725;p16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6" name="Google Shape;13726;p16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7" name="Google Shape;13727;p16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8" name="Google Shape;13728;p16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9" name="Google Shape;13729;p16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0" name="Google Shape;13730;p16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1" name="Google Shape;13731;p16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2" name="Google Shape;13732;p16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3" name="Google Shape;13733;p16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4" name="Google Shape;13734;p16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5" name="Google Shape;13735;p16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6" name="Google Shape;13736;p16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7" name="Google Shape;13737;p16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8" name="Google Shape;13738;p16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9" name="Google Shape;13739;p16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0" name="Google Shape;13740;p16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1" name="Google Shape;13741;p16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2" name="Google Shape;13742;p16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3" name="Google Shape;13743;p16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4" name="Google Shape;13744;p16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5" name="Google Shape;13745;p16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6" name="Google Shape;13746;p16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7" name="Google Shape;13747;p16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8" name="Google Shape;13748;p16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9" name="Google Shape;13749;p16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0" name="Google Shape;13750;p16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1" name="Google Shape;13751;p16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2" name="Google Shape;13752;p16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3" name="Google Shape;13753;p16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4" name="Google Shape;13754;p16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5" name="Google Shape;13755;p16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6" name="Google Shape;13756;p16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7" name="Google Shape;13757;p16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8" name="Google Shape;13758;p16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9" name="Google Shape;13759;p16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0" name="Google Shape;13760;p16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1" name="Google Shape;13761;p16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2" name="Google Shape;13762;p16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3" name="Google Shape;13763;p16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4" name="Google Shape;13764;p16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5" name="Google Shape;13765;p16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6" name="Google Shape;13766;p16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7" name="Google Shape;13767;p16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8" name="Google Shape;13768;p16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9" name="Google Shape;13769;p16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0" name="Google Shape;13770;p16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1" name="Google Shape;13771;p16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2" name="Google Shape;13772;p16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3" name="Google Shape;13773;p16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4" name="Google Shape;13774;p16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5" name="Google Shape;13775;p16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6" name="Google Shape;13776;p16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7" name="Google Shape;13777;p16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8" name="Google Shape;13778;p16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9" name="Google Shape;13779;p16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0" name="Google Shape;13780;p16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1" name="Google Shape;13781;p16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2" name="Google Shape;13782;p16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3" name="Google Shape;13783;p16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4" name="Google Shape;13784;p16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5" name="Google Shape;13785;p16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6" name="Google Shape;13786;p16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7" name="Google Shape;13787;p16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8" name="Google Shape;13788;p16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9" name="Google Shape;13789;p16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0" name="Google Shape;13790;p16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1" name="Google Shape;13791;p16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2" name="Google Shape;13792;p16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3" name="Google Shape;13793;p16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4" name="Google Shape;13794;p16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5" name="Google Shape;13795;p16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6" name="Google Shape;13796;p16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7" name="Google Shape;13797;p16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8" name="Google Shape;13798;p16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9" name="Google Shape;13799;p16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0" name="Google Shape;13800;p16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1" name="Google Shape;13801;p16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2" name="Google Shape;13802;p16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3" name="Google Shape;13803;p16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4" name="Google Shape;13804;p16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5" name="Google Shape;13805;p16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6" name="Google Shape;13806;p16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7" name="Google Shape;13807;p16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8" name="Google Shape;13808;p16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9" name="Google Shape;13809;p16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0" name="Google Shape;13810;p16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1" name="Google Shape;13811;p16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2" name="Google Shape;13812;p16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3" name="Google Shape;13813;p16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4" name="Google Shape;13814;p16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5" name="Google Shape;13815;p16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6" name="Google Shape;13816;p16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7" name="Google Shape;13817;p16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8" name="Google Shape;13818;p16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9" name="Google Shape;13819;p16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0" name="Google Shape;13820;p16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1" name="Google Shape;13821;p16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2" name="Google Shape;13822;p16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3" name="Google Shape;13823;p16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4" name="Google Shape;13824;p16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5" name="Google Shape;13825;p16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6" name="Google Shape;13826;p16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7" name="Google Shape;13827;p16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8" name="Google Shape;13828;p16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9" name="Google Shape;13829;p16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0" name="Google Shape;13830;p16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1" name="Google Shape;13831;p16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2" name="Google Shape;13832;p16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3" name="Google Shape;13833;p16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4" name="Google Shape;13834;p16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5" name="Google Shape;13835;p16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6" name="Google Shape;13836;p16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7" name="Google Shape;13837;p16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8" name="Google Shape;13838;p16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9" name="Google Shape;13839;p16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0" name="Google Shape;13840;p16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1" name="Google Shape;13841;p16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2" name="Google Shape;13842;p16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3" name="Google Shape;13843;p16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4" name="Google Shape;13844;p16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5" name="Google Shape;13845;p16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6" name="Google Shape;13846;p16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7" name="Google Shape;13847;p16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8" name="Google Shape;13848;p16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9" name="Google Shape;13849;p16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0" name="Google Shape;13850;p16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1" name="Google Shape;13851;p16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2" name="Google Shape;13852;p16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3" name="Google Shape;13853;p16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4" name="Google Shape;13854;p16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5" name="Google Shape;13855;p16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6" name="Google Shape;13856;p16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7" name="Google Shape;13857;p16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8" name="Google Shape;13858;p16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9" name="Google Shape;13859;p16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0" name="Google Shape;13860;p16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1" name="Google Shape;13861;p16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2" name="Google Shape;13862;p16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3" name="Google Shape;13863;p16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4" name="Google Shape;13864;p16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5" name="Google Shape;13865;p16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6" name="Google Shape;13866;p16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7" name="Google Shape;13867;p16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8" name="Google Shape;13868;p16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9" name="Google Shape;13869;p16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0" name="Google Shape;13870;p16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1" name="Google Shape;13871;p16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2" name="Google Shape;13872;p16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3" name="Google Shape;13873;p16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4" name="Google Shape;13874;p16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5" name="Google Shape;13875;p16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6" name="Google Shape;13876;p16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7" name="Google Shape;13877;p16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8" name="Google Shape;13878;p16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9" name="Google Shape;13879;p16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0" name="Google Shape;13880;p16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1" name="Google Shape;13881;p16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2" name="Google Shape;13882;p16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3" name="Google Shape;13883;p16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4" name="Google Shape;13884;p16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5" name="Google Shape;13885;p16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6" name="Google Shape;13886;p16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7" name="Google Shape;13887;p16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8" name="Google Shape;13888;p16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9" name="Google Shape;13889;p16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0" name="Google Shape;13890;p16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1" name="Google Shape;13891;p16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2" name="Google Shape;13892;p16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3" name="Google Shape;13893;p16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4" name="Google Shape;13894;p16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5" name="Google Shape;13895;p16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6" name="Google Shape;13896;p16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7" name="Google Shape;13897;p16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8" name="Google Shape;13898;p16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9" name="Google Shape;13899;p16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0" name="Google Shape;13900;p16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1" name="Google Shape;13901;p16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2" name="Google Shape;13902;p16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3" name="Google Shape;13903;p16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4" name="Google Shape;13904;p16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5" name="Google Shape;13905;p16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6" name="Google Shape;13906;p16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7" name="Google Shape;13907;p16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8" name="Google Shape;13908;p16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9" name="Google Shape;13909;p16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0" name="Google Shape;13910;p16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1" name="Google Shape;13911;p16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2" name="Google Shape;13912;p16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3" name="Google Shape;13913;p16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4" name="Google Shape;13914;p16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5" name="Google Shape;13915;p16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6" name="Google Shape;13916;p16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7" name="Google Shape;13917;p16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8" name="Google Shape;13918;p16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9" name="Google Shape;13919;p16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0" name="Google Shape;13920;p16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1" name="Google Shape;13921;p16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2" name="Google Shape;13922;p16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3" name="Google Shape;13923;p16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4" name="Google Shape;13924;p16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5" name="Google Shape;13925;p16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6" name="Google Shape;13926;p16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7" name="Google Shape;13927;p16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8" name="Google Shape;13928;p16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9" name="Google Shape;13929;p16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0" name="Google Shape;13930;p16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1" name="Google Shape;13931;p16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2" name="Google Shape;13932;p16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3" name="Google Shape;13933;p16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4" name="Google Shape;13934;p16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5" name="Google Shape;13935;p16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6" name="Google Shape;13936;p16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7" name="Google Shape;13937;p16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8" name="Google Shape;13938;p16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9" name="Google Shape;13939;p16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0" name="Google Shape;13940;p16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1" name="Google Shape;13941;p16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2" name="Google Shape;13942;p16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3" name="Google Shape;13943;p16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4" name="Google Shape;13944;p16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5" name="Google Shape;13945;p16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6" name="Google Shape;13946;p16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7" name="Google Shape;13947;p16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8" name="Google Shape;13948;p16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9" name="Google Shape;13949;p16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0" name="Google Shape;13950;p16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1" name="Google Shape;13951;p16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2" name="Google Shape;13952;p16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3" name="Google Shape;13953;p16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4" name="Google Shape;13954;p16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5" name="Google Shape;13955;p16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6" name="Google Shape;13956;p16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7" name="Google Shape;13957;p16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8" name="Google Shape;13958;p16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9" name="Google Shape;13959;p16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0" name="Google Shape;13960;p16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1" name="Google Shape;13961;p16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2" name="Google Shape;13962;p16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3" name="Google Shape;13963;p16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4" name="Google Shape;13964;p16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5" name="Google Shape;13965;p16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6" name="Google Shape;13966;p16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7" name="Google Shape;13967;p16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8" name="Google Shape;13968;p16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9" name="Google Shape;13969;p16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0" name="Google Shape;13970;p16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1" name="Google Shape;13971;p16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2" name="Google Shape;13972;p16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3" name="Google Shape;13973;p16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4" name="Google Shape;13974;p16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5" name="Google Shape;13975;p16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6" name="Google Shape;13976;p16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7" name="Google Shape;13977;p16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8" name="Google Shape;13978;p16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9" name="Google Shape;13979;p16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0" name="Google Shape;13980;p16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1" name="Google Shape;13981;p16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2" name="Google Shape;13982;p16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3" name="Google Shape;13983;p16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4" name="Google Shape;13984;p16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5" name="Google Shape;13985;p16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6" name="Google Shape;13986;p16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7" name="Google Shape;13987;p16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8" name="Google Shape;13988;p16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9" name="Google Shape;13989;p16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0" name="Google Shape;13990;p16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1" name="Google Shape;13991;p16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2" name="Google Shape;13992;p16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3" name="Google Shape;13993;p16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4" name="Google Shape;13994;p16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5" name="Google Shape;13995;p16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6" name="Google Shape;13996;p16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7" name="Google Shape;13997;p16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8" name="Google Shape;13998;p16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9" name="Google Shape;13999;p16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0" name="Google Shape;14000;p16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1" name="Google Shape;14001;p16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2" name="Google Shape;14002;p16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3" name="Google Shape;14003;p16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4" name="Google Shape;14004;p16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5" name="Google Shape;14005;p16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6" name="Google Shape;14006;p16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7" name="Google Shape;14007;p16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8" name="Google Shape;14008;p16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9" name="Google Shape;14009;p16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0" name="Google Shape;14010;p16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1" name="Google Shape;14011;p16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2" name="Google Shape;14012;p16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3" name="Google Shape;14013;p16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4" name="Google Shape;14014;p16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5" name="Google Shape;14015;p16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6" name="Google Shape;14016;p16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7" name="Google Shape;14017;p16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8" name="Google Shape;14018;p16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9" name="Google Shape;14019;p16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0" name="Google Shape;14020;p16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1" name="Google Shape;14021;p16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2" name="Google Shape;14022;p16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3" name="Google Shape;14023;p16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4" name="Google Shape;14024;p16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5" name="Google Shape;14025;p16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6" name="Google Shape;14026;p16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7" name="Google Shape;14027;p16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8" name="Google Shape;14028;p16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9" name="Google Shape;14029;p16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0" name="Google Shape;14030;p16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1" name="Google Shape;14031;p16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2" name="Google Shape;14032;p16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3" name="Google Shape;14033;p16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4" name="Google Shape;14034;p16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5" name="Google Shape;14035;p16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6" name="Google Shape;14036;p16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7" name="Google Shape;14037;p16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8" name="Google Shape;14038;p16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9" name="Google Shape;14039;p16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0" name="Google Shape;14040;p16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1" name="Google Shape;14041;p16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2" name="Google Shape;14042;p16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3" name="Google Shape;14043;p16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4" name="Google Shape;14044;p16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5" name="Google Shape;14045;p16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6" name="Google Shape;14046;p16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7" name="Google Shape;14047;p16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8" name="Google Shape;14048;p16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9" name="Google Shape;14049;p16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0" name="Google Shape;14050;p16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1" name="Google Shape;14051;p16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2" name="Google Shape;14052;p16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3" name="Google Shape;14053;p16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4" name="Google Shape;14054;p16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5" name="Google Shape;14055;p16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6" name="Google Shape;14056;p16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7" name="Google Shape;14057;p16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8" name="Google Shape;14058;p16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9" name="Google Shape;14059;p16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0" name="Google Shape;14060;p16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1" name="Google Shape;14061;p16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2" name="Google Shape;14062;p16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3" name="Google Shape;14063;p16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4" name="Google Shape;14064;p16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5" name="Google Shape;14065;p16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6" name="Google Shape;14066;p16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7" name="Google Shape;14067;p16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8" name="Google Shape;14068;p16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9" name="Google Shape;14069;p16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0" name="Google Shape;14070;p16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1" name="Google Shape;14071;p16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2" name="Google Shape;14072;p16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3" name="Google Shape;14073;p16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4" name="Google Shape;14074;p16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5" name="Google Shape;14075;p16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6" name="Google Shape;14076;p16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7" name="Google Shape;14077;p16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8" name="Google Shape;14078;p16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9" name="Google Shape;14079;p16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0" name="Google Shape;14080;p16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1" name="Google Shape;14081;p16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2" name="Google Shape;14082;p16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3" name="Google Shape;14083;p16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4" name="Google Shape;14084;p16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5" name="Google Shape;14085;p16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6" name="Google Shape;14086;p16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7" name="Google Shape;14087;p16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8" name="Google Shape;14088;p16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9" name="Google Shape;14089;p16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0" name="Google Shape;14090;p16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1" name="Google Shape;14091;p16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2" name="Google Shape;14092;p16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3" name="Google Shape;14093;p16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4" name="Google Shape;14094;p16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5" name="Google Shape;14095;p16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6" name="Google Shape;14096;p16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7" name="Google Shape;14097;p16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8" name="Google Shape;14098;p16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9" name="Google Shape;14099;p16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0" name="Google Shape;14100;p16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1" name="Google Shape;14101;p16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2" name="Google Shape;14102;p16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3" name="Google Shape;14103;p16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4" name="Google Shape;14104;p16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5" name="Google Shape;14105;p16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6" name="Google Shape;14106;p16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7" name="Google Shape;14107;p16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8" name="Google Shape;14108;p16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9" name="Google Shape;14109;p16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0" name="Google Shape;14110;p16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1" name="Google Shape;14111;p16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2" name="Google Shape;14112;p16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3" name="Google Shape;14113;p16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4" name="Google Shape;14114;p16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5" name="Google Shape;14115;p16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6" name="Google Shape;14116;p16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7" name="Google Shape;14117;p16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8" name="Google Shape;14118;p16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9" name="Google Shape;14119;p16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0" name="Google Shape;14120;p16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1" name="Google Shape;14121;p16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2" name="Google Shape;14122;p16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3" name="Google Shape;14123;p16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4" name="Google Shape;14124;p16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5" name="Google Shape;14125;p16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6" name="Google Shape;14126;p16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7" name="Google Shape;14127;p16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8" name="Google Shape;14128;p16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9" name="Google Shape;14129;p16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0" name="Google Shape;14130;p16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1" name="Google Shape;14131;p16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2" name="Google Shape;14132;p16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3" name="Google Shape;14133;p16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4" name="Google Shape;14134;p16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5" name="Google Shape;14135;p16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6" name="Google Shape;14136;p16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7" name="Google Shape;14137;p16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8" name="Google Shape;14138;p16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9" name="Google Shape;14139;p16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0" name="Google Shape;14140;p16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1" name="Google Shape;14141;p16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2" name="Google Shape;14142;p16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3" name="Google Shape;14143;p16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4" name="Google Shape;14144;p16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5" name="Google Shape;14145;p16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6" name="Google Shape;14146;p16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7" name="Google Shape;14147;p16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8" name="Google Shape;14148;p16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9" name="Google Shape;14149;p16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0" name="Google Shape;14150;p16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1" name="Google Shape;14151;p16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2" name="Google Shape;14152;p16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3" name="Google Shape;14153;p16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4" name="Google Shape;14154;p16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5" name="Google Shape;14155;p16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6" name="Google Shape;14156;p16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7" name="Google Shape;14157;p16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8" name="Google Shape;14158;p16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9" name="Google Shape;14159;p16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0" name="Google Shape;14160;p16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1" name="Google Shape;14161;p16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2" name="Google Shape;14162;p16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3" name="Google Shape;14163;p16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4" name="Google Shape;14164;p16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5" name="Google Shape;14165;p16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6" name="Google Shape;14166;p16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7" name="Google Shape;14167;p16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8" name="Google Shape;14168;p16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9" name="Google Shape;14169;p16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0" name="Google Shape;14170;p16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1" name="Google Shape;14171;p16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2" name="Google Shape;14172;p16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3" name="Google Shape;14173;p16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4" name="Google Shape;14174;p16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5" name="Google Shape;14175;p16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6" name="Google Shape;14176;p16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7" name="Google Shape;14177;p16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8" name="Google Shape;14178;p16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9" name="Google Shape;14179;p16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0" name="Google Shape;14180;p16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1" name="Google Shape;14181;p16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2" name="Google Shape;14182;p16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3" name="Google Shape;14183;p16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4" name="Google Shape;14184;p16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5" name="Google Shape;14185;p16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6" name="Google Shape;14186;p16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7" name="Google Shape;14187;p16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8" name="Google Shape;14188;p16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9" name="Google Shape;14189;p16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0" name="Google Shape;14190;p16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1" name="Google Shape;14191;p16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2" name="Google Shape;14192;p16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3" name="Google Shape;14193;p16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4" name="Google Shape;14194;p16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5" name="Google Shape;14195;p16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6" name="Google Shape;14196;p16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7" name="Google Shape;14197;p16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8" name="Google Shape;14198;p16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9" name="Google Shape;14199;p16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0" name="Google Shape;14200;p16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1" name="Google Shape;14201;p16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2" name="Google Shape;14202;p16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3" name="Google Shape;14203;p16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4" name="Google Shape;14204;p16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5" name="Google Shape;14205;p16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6" name="Google Shape;14206;p16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7" name="Google Shape;14207;p16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8" name="Google Shape;14208;p16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9" name="Google Shape;14209;p16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0" name="Google Shape;14210;p16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1" name="Google Shape;14211;p16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2" name="Google Shape;14212;p16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3" name="Google Shape;14213;p16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4" name="Google Shape;14214;p16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5" name="Google Shape;14215;p16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6" name="Google Shape;14216;p16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7" name="Google Shape;14217;p16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8" name="Google Shape;14218;p16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9" name="Google Shape;14219;p16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0" name="Google Shape;14220;p16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1" name="Google Shape;14221;p16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2" name="Google Shape;14222;p16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3" name="Google Shape;14223;p16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4" name="Google Shape;14224;p16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5" name="Google Shape;14225;p16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6" name="Google Shape;14226;p16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7" name="Google Shape;14227;p16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8" name="Google Shape;14228;p16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9" name="Google Shape;14229;p16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0" name="Google Shape;14230;p16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1" name="Google Shape;14231;p16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2" name="Google Shape;14232;p16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3" name="Google Shape;14233;p16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4" name="Google Shape;14234;p16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5" name="Google Shape;14235;p16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6" name="Google Shape;14236;p16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7" name="Google Shape;14237;p16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8" name="Google Shape;14238;p16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9" name="Google Shape;14239;p16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0" name="Google Shape;14240;p16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1" name="Google Shape;14241;p16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2" name="Google Shape;14242;p16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3" name="Google Shape;14243;p16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4" name="Google Shape;14244;p16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5" name="Google Shape;14245;p16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6" name="Google Shape;14246;p16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7" name="Google Shape;14247;p16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8" name="Google Shape;14248;p16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9" name="Google Shape;14249;p16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0" name="Google Shape;14250;p16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1" name="Google Shape;14251;p16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2" name="Google Shape;14252;p16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3" name="Google Shape;14253;p16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4" name="Google Shape;14254;p16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5" name="Google Shape;14255;p16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6" name="Google Shape;14256;p16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7" name="Google Shape;14257;p16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8" name="Google Shape;14258;p16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9" name="Google Shape;14259;p16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0" name="Google Shape;14260;p16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1" name="Google Shape;14261;p16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2" name="Google Shape;14262;p16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3" name="Google Shape;14263;p16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4" name="Google Shape;14264;p16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5" name="Google Shape;14265;p16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6" name="Google Shape;14266;p16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7" name="Google Shape;14267;p16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8" name="Google Shape;14268;p16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9" name="Google Shape;14269;p16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0" name="Google Shape;14270;p16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1" name="Google Shape;14271;p16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2" name="Google Shape;14272;p16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3" name="Google Shape;14273;p16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4" name="Google Shape;14274;p16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5" name="Google Shape;14275;p16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6" name="Google Shape;14276;p16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7" name="Google Shape;14277;p16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8" name="Google Shape;14278;p16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9" name="Google Shape;14279;p16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0" name="Google Shape;14280;p16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1" name="Google Shape;14281;p16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2" name="Google Shape;14282;p16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3" name="Google Shape;14283;p16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4" name="Google Shape;14284;p16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5" name="Google Shape;14285;p16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6" name="Google Shape;14286;p16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7" name="Google Shape;14287;p16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8" name="Google Shape;14288;p16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9" name="Google Shape;14289;p16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0" name="Google Shape;14290;p16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1" name="Google Shape;14291;p16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2" name="Google Shape;14292;p16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3" name="Google Shape;14293;p16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4" name="Google Shape;14294;p16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5" name="Google Shape;14295;p16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6" name="Google Shape;14296;p16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7" name="Google Shape;14297;p16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8" name="Google Shape;14298;p16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9" name="Google Shape;14299;p16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0" name="Google Shape;14300;p16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1" name="Google Shape;14301;p16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2" name="Google Shape;14302;p16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3" name="Google Shape;14303;p16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304" name="Google Shape;14304;p16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305" name="Google Shape;14305;p16"/>
          <p:cNvSpPr txBox="1"/>
          <p:nvPr>
            <p:ph type="title"/>
          </p:nvPr>
        </p:nvSpPr>
        <p:spPr>
          <a:xfrm>
            <a:off x="1372175" y="441350"/>
            <a:ext cx="63996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4306" name="Google Shape;14306;p16"/>
          <p:cNvSpPr txBox="1"/>
          <p:nvPr>
            <p:ph idx="1" type="subTitle"/>
          </p:nvPr>
        </p:nvSpPr>
        <p:spPr>
          <a:xfrm>
            <a:off x="1580150" y="2690600"/>
            <a:ext cx="18186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307" name="Google Shape;14307;p16"/>
          <p:cNvSpPr txBox="1"/>
          <p:nvPr>
            <p:ph idx="2" type="subTitle"/>
          </p:nvPr>
        </p:nvSpPr>
        <p:spPr>
          <a:xfrm>
            <a:off x="1580150" y="2972750"/>
            <a:ext cx="1818600" cy="97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4308" name="Google Shape;14308;p16"/>
          <p:cNvSpPr txBox="1"/>
          <p:nvPr>
            <p:ph idx="3" type="subTitle"/>
          </p:nvPr>
        </p:nvSpPr>
        <p:spPr>
          <a:xfrm>
            <a:off x="3662700" y="2690600"/>
            <a:ext cx="18186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309" name="Google Shape;14309;p16"/>
          <p:cNvSpPr txBox="1"/>
          <p:nvPr>
            <p:ph idx="4" type="subTitle"/>
          </p:nvPr>
        </p:nvSpPr>
        <p:spPr>
          <a:xfrm>
            <a:off x="3662700" y="2972750"/>
            <a:ext cx="1818600" cy="97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4310" name="Google Shape;14310;p16"/>
          <p:cNvSpPr txBox="1"/>
          <p:nvPr>
            <p:ph idx="5" type="subTitle"/>
          </p:nvPr>
        </p:nvSpPr>
        <p:spPr>
          <a:xfrm>
            <a:off x="5745250" y="2690600"/>
            <a:ext cx="18186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311" name="Google Shape;14311;p16"/>
          <p:cNvSpPr txBox="1"/>
          <p:nvPr>
            <p:ph idx="6" type="subTitle"/>
          </p:nvPr>
        </p:nvSpPr>
        <p:spPr>
          <a:xfrm>
            <a:off x="5745250" y="2972750"/>
            <a:ext cx="1818600" cy="97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4312" name="Google Shape;14312;p16"/>
          <p:cNvGrpSpPr/>
          <p:nvPr/>
        </p:nvGrpSpPr>
        <p:grpSpPr>
          <a:xfrm>
            <a:off x="1135482" y="867436"/>
            <a:ext cx="443090" cy="415211"/>
            <a:chOff x="2987700" y="3560325"/>
            <a:chExt cx="386708" cy="362377"/>
          </a:xfrm>
        </p:grpSpPr>
        <p:sp>
          <p:nvSpPr>
            <p:cNvPr id="14313" name="Google Shape;14313;p1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4" name="Google Shape;14314;p1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5" name="Google Shape;14315;p1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6" name="Google Shape;14316;p1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7" name="Google Shape;14317;p1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8" name="Google Shape;14318;p1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9" name="Google Shape;14319;p1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0" name="Google Shape;14320;p1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1" name="Google Shape;14321;p1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2" name="Google Shape;14322;p1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3" name="Google Shape;14323;p1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4" name="Google Shape;14324;p1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5" name="Google Shape;14325;p1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6" name="Google Shape;14326;p1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7" name="Google Shape;14327;p1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8" name="Google Shape;14328;p1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9" name="Google Shape;14329;p1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0" name="Google Shape;14330;p1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1" name="Google Shape;14331;p1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2" name="Google Shape;14332;p1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3" name="Google Shape;14333;p1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4" name="Google Shape;14334;p1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5" name="Google Shape;14335;p1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336" name="Google Shape;14336;p16"/>
          <p:cNvGrpSpPr/>
          <p:nvPr/>
        </p:nvGrpSpPr>
        <p:grpSpPr>
          <a:xfrm>
            <a:off x="8010862" y="4129186"/>
            <a:ext cx="295252" cy="276675"/>
            <a:chOff x="2987700" y="3560325"/>
            <a:chExt cx="386708" cy="362377"/>
          </a:xfrm>
        </p:grpSpPr>
        <p:sp>
          <p:nvSpPr>
            <p:cNvPr id="14337" name="Google Shape;14337;p1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8" name="Google Shape;14338;p1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9" name="Google Shape;14339;p1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0" name="Google Shape;14340;p1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1" name="Google Shape;14341;p1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2" name="Google Shape;14342;p1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3" name="Google Shape;14343;p1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4" name="Google Shape;14344;p1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5" name="Google Shape;14345;p1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6" name="Google Shape;14346;p1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7" name="Google Shape;14347;p1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8" name="Google Shape;14348;p1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9" name="Google Shape;14349;p1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0" name="Google Shape;14350;p1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1" name="Google Shape;14351;p1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2" name="Google Shape;14352;p1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3" name="Google Shape;14353;p1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4" name="Google Shape;14354;p1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5" name="Google Shape;14355;p1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6" name="Google Shape;14356;p1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7" name="Google Shape;14357;p1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8" name="Google Shape;14358;p1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9" name="Google Shape;14359;p1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360" name="Google Shape;14360;p16"/>
          <p:cNvGrpSpPr/>
          <p:nvPr/>
        </p:nvGrpSpPr>
        <p:grpSpPr>
          <a:xfrm>
            <a:off x="526837" y="2128961"/>
            <a:ext cx="295252" cy="276675"/>
            <a:chOff x="2987700" y="3560325"/>
            <a:chExt cx="386708" cy="362377"/>
          </a:xfrm>
        </p:grpSpPr>
        <p:sp>
          <p:nvSpPr>
            <p:cNvPr id="14361" name="Google Shape;14361;p1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2" name="Google Shape;14362;p1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3" name="Google Shape;14363;p1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4" name="Google Shape;14364;p1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5" name="Google Shape;14365;p1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6" name="Google Shape;14366;p1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7" name="Google Shape;14367;p1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8" name="Google Shape;14368;p1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9" name="Google Shape;14369;p1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0" name="Google Shape;14370;p1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1" name="Google Shape;14371;p1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2" name="Google Shape;14372;p1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3" name="Google Shape;14373;p1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4" name="Google Shape;14374;p1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5" name="Google Shape;14375;p1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6" name="Google Shape;14376;p1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7" name="Google Shape;14377;p1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8" name="Google Shape;14378;p1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9" name="Google Shape;14379;p1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0" name="Google Shape;14380;p1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1" name="Google Shape;14381;p1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2" name="Google Shape;14382;p1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3" name="Google Shape;14383;p1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384" name="Google Shape;14384;p16"/>
          <p:cNvGrpSpPr/>
          <p:nvPr/>
        </p:nvGrpSpPr>
        <p:grpSpPr>
          <a:xfrm>
            <a:off x="8265232" y="2582411"/>
            <a:ext cx="443090" cy="415211"/>
            <a:chOff x="2987700" y="3560325"/>
            <a:chExt cx="386708" cy="362377"/>
          </a:xfrm>
        </p:grpSpPr>
        <p:sp>
          <p:nvSpPr>
            <p:cNvPr id="14385" name="Google Shape;14385;p1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6" name="Google Shape;14386;p1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7" name="Google Shape;14387;p1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8" name="Google Shape;14388;p1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9" name="Google Shape;14389;p1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0" name="Google Shape;14390;p1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1" name="Google Shape;14391;p1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2" name="Google Shape;14392;p1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3" name="Google Shape;14393;p1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4" name="Google Shape;14394;p1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5" name="Google Shape;14395;p1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6" name="Google Shape;14396;p1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7" name="Google Shape;14397;p1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8" name="Google Shape;14398;p1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9" name="Google Shape;14399;p1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0" name="Google Shape;14400;p1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1" name="Google Shape;14401;p1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2" name="Google Shape;14402;p1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3" name="Google Shape;14403;p1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4" name="Google Shape;14404;p1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5" name="Google Shape;14405;p1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6" name="Google Shape;14406;p1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7" name="Google Shape;14407;p1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408" name="Google Shape;14408;p16"/>
          <p:cNvSpPr/>
          <p:nvPr/>
        </p:nvSpPr>
        <p:spPr>
          <a:xfrm>
            <a:off x="0" y="4055550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409" name="Google Shape;14409;p16"/>
          <p:cNvSpPr/>
          <p:nvPr/>
        </p:nvSpPr>
        <p:spPr>
          <a:xfrm flipH="1">
            <a:off x="7002050" y="644000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14">
    <p:spTree>
      <p:nvGrpSpPr>
        <p:cNvPr id="14410" name="Shape 14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11" name="Google Shape;14411;p17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4412" name="Google Shape;14412;p17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3" name="Google Shape;14413;p17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4" name="Google Shape;14414;p17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5" name="Google Shape;14415;p17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6" name="Google Shape;14416;p17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7" name="Google Shape;14417;p17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8" name="Google Shape;14418;p17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9" name="Google Shape;14419;p17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0" name="Google Shape;14420;p17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1" name="Google Shape;14421;p17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2" name="Google Shape;14422;p17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3" name="Google Shape;14423;p17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4" name="Google Shape;14424;p17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5" name="Google Shape;14425;p17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6" name="Google Shape;14426;p17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7" name="Google Shape;14427;p17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8" name="Google Shape;14428;p17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9" name="Google Shape;14429;p17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0" name="Google Shape;14430;p17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1" name="Google Shape;14431;p17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2" name="Google Shape;14432;p17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3" name="Google Shape;14433;p17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4" name="Google Shape;14434;p17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5" name="Google Shape;14435;p17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6" name="Google Shape;14436;p17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7" name="Google Shape;14437;p17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8" name="Google Shape;14438;p17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9" name="Google Shape;14439;p17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0" name="Google Shape;14440;p17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1" name="Google Shape;14441;p17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2" name="Google Shape;14442;p17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3" name="Google Shape;14443;p17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4" name="Google Shape;14444;p17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5" name="Google Shape;14445;p17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6" name="Google Shape;14446;p17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7" name="Google Shape;14447;p17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8" name="Google Shape;14448;p17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9" name="Google Shape;14449;p17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0" name="Google Shape;14450;p17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1" name="Google Shape;14451;p17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2" name="Google Shape;14452;p17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3" name="Google Shape;14453;p17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4" name="Google Shape;14454;p17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5" name="Google Shape;14455;p17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6" name="Google Shape;14456;p17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7" name="Google Shape;14457;p17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8" name="Google Shape;14458;p17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9" name="Google Shape;14459;p17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0" name="Google Shape;14460;p17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1" name="Google Shape;14461;p17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2" name="Google Shape;14462;p17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3" name="Google Shape;14463;p17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4" name="Google Shape;14464;p17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5" name="Google Shape;14465;p17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6" name="Google Shape;14466;p17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7" name="Google Shape;14467;p17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8" name="Google Shape;14468;p17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9" name="Google Shape;14469;p17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0" name="Google Shape;14470;p17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1" name="Google Shape;14471;p17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2" name="Google Shape;14472;p17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3" name="Google Shape;14473;p17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4" name="Google Shape;14474;p17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5" name="Google Shape;14475;p17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6" name="Google Shape;14476;p17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7" name="Google Shape;14477;p17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8" name="Google Shape;14478;p17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9" name="Google Shape;14479;p17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0" name="Google Shape;14480;p17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1" name="Google Shape;14481;p17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2" name="Google Shape;14482;p17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3" name="Google Shape;14483;p17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4" name="Google Shape;14484;p17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5" name="Google Shape;14485;p17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6" name="Google Shape;14486;p17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7" name="Google Shape;14487;p17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8" name="Google Shape;14488;p17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9" name="Google Shape;14489;p17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0" name="Google Shape;14490;p17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1" name="Google Shape;14491;p17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2" name="Google Shape;14492;p17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3" name="Google Shape;14493;p17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4" name="Google Shape;14494;p17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5" name="Google Shape;14495;p17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6" name="Google Shape;14496;p17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7" name="Google Shape;14497;p17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8" name="Google Shape;14498;p17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9" name="Google Shape;14499;p17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0" name="Google Shape;14500;p17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1" name="Google Shape;14501;p17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2" name="Google Shape;14502;p17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3" name="Google Shape;14503;p17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4" name="Google Shape;14504;p17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5" name="Google Shape;14505;p17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6" name="Google Shape;14506;p17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7" name="Google Shape;14507;p17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8" name="Google Shape;14508;p17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9" name="Google Shape;14509;p17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0" name="Google Shape;14510;p17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1" name="Google Shape;14511;p17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2" name="Google Shape;14512;p17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3" name="Google Shape;14513;p17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4" name="Google Shape;14514;p17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5" name="Google Shape;14515;p17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6" name="Google Shape;14516;p17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7" name="Google Shape;14517;p17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8" name="Google Shape;14518;p17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9" name="Google Shape;14519;p17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0" name="Google Shape;14520;p17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1" name="Google Shape;14521;p17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2" name="Google Shape;14522;p17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3" name="Google Shape;14523;p17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4" name="Google Shape;14524;p17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5" name="Google Shape;14525;p17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6" name="Google Shape;14526;p17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7" name="Google Shape;14527;p17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8" name="Google Shape;14528;p17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9" name="Google Shape;14529;p17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0" name="Google Shape;14530;p17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1" name="Google Shape;14531;p17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2" name="Google Shape;14532;p17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3" name="Google Shape;14533;p17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4" name="Google Shape;14534;p17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5" name="Google Shape;14535;p17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6" name="Google Shape;14536;p17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7" name="Google Shape;14537;p17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8" name="Google Shape;14538;p17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9" name="Google Shape;14539;p17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0" name="Google Shape;14540;p17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1" name="Google Shape;14541;p17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2" name="Google Shape;14542;p17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3" name="Google Shape;14543;p17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4" name="Google Shape;14544;p17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5" name="Google Shape;14545;p17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6" name="Google Shape;14546;p17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7" name="Google Shape;14547;p17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8" name="Google Shape;14548;p17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9" name="Google Shape;14549;p17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0" name="Google Shape;14550;p17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1" name="Google Shape;14551;p17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2" name="Google Shape;14552;p17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3" name="Google Shape;14553;p17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4" name="Google Shape;14554;p17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5" name="Google Shape;14555;p17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6" name="Google Shape;14556;p17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7" name="Google Shape;14557;p17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8" name="Google Shape;14558;p17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9" name="Google Shape;14559;p17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0" name="Google Shape;14560;p17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1" name="Google Shape;14561;p17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2" name="Google Shape;14562;p17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3" name="Google Shape;14563;p17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4" name="Google Shape;14564;p17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5" name="Google Shape;14565;p17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6" name="Google Shape;14566;p17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7" name="Google Shape;14567;p17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8" name="Google Shape;14568;p17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9" name="Google Shape;14569;p17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0" name="Google Shape;14570;p17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1" name="Google Shape;14571;p17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2" name="Google Shape;14572;p17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3" name="Google Shape;14573;p17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4" name="Google Shape;14574;p17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5" name="Google Shape;14575;p17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6" name="Google Shape;14576;p17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7" name="Google Shape;14577;p17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8" name="Google Shape;14578;p17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9" name="Google Shape;14579;p17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0" name="Google Shape;14580;p17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1" name="Google Shape;14581;p17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2" name="Google Shape;14582;p17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3" name="Google Shape;14583;p17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4" name="Google Shape;14584;p17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5" name="Google Shape;14585;p17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6" name="Google Shape;14586;p17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7" name="Google Shape;14587;p17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8" name="Google Shape;14588;p17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9" name="Google Shape;14589;p17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0" name="Google Shape;14590;p17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1" name="Google Shape;14591;p17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2" name="Google Shape;14592;p17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3" name="Google Shape;14593;p17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4" name="Google Shape;14594;p17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5" name="Google Shape;14595;p17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6" name="Google Shape;14596;p17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7" name="Google Shape;14597;p17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8" name="Google Shape;14598;p17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9" name="Google Shape;14599;p17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0" name="Google Shape;14600;p17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1" name="Google Shape;14601;p17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2" name="Google Shape;14602;p17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3" name="Google Shape;14603;p17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4" name="Google Shape;14604;p17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5" name="Google Shape;14605;p17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6" name="Google Shape;14606;p17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7" name="Google Shape;14607;p17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8" name="Google Shape;14608;p17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9" name="Google Shape;14609;p17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0" name="Google Shape;14610;p17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1" name="Google Shape;14611;p17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2" name="Google Shape;14612;p17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3" name="Google Shape;14613;p17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4" name="Google Shape;14614;p17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5" name="Google Shape;14615;p17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6" name="Google Shape;14616;p17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7" name="Google Shape;14617;p17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8" name="Google Shape;14618;p17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9" name="Google Shape;14619;p17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0" name="Google Shape;14620;p17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1" name="Google Shape;14621;p17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2" name="Google Shape;14622;p17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3" name="Google Shape;14623;p17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4" name="Google Shape;14624;p17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5" name="Google Shape;14625;p17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6" name="Google Shape;14626;p17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7" name="Google Shape;14627;p17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8" name="Google Shape;14628;p17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9" name="Google Shape;14629;p17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0" name="Google Shape;14630;p17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1" name="Google Shape;14631;p17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2" name="Google Shape;14632;p17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3" name="Google Shape;14633;p17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4" name="Google Shape;14634;p17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5" name="Google Shape;14635;p17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6" name="Google Shape;14636;p17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7" name="Google Shape;14637;p17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8" name="Google Shape;14638;p17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9" name="Google Shape;14639;p17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0" name="Google Shape;14640;p17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1" name="Google Shape;14641;p17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2" name="Google Shape;14642;p17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3" name="Google Shape;14643;p17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4" name="Google Shape;14644;p17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5" name="Google Shape;14645;p17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6" name="Google Shape;14646;p17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7" name="Google Shape;14647;p17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8" name="Google Shape;14648;p17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9" name="Google Shape;14649;p17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0" name="Google Shape;14650;p17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1" name="Google Shape;14651;p17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2" name="Google Shape;14652;p17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3" name="Google Shape;14653;p17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4" name="Google Shape;14654;p17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5" name="Google Shape;14655;p17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6" name="Google Shape;14656;p17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7" name="Google Shape;14657;p17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8" name="Google Shape;14658;p17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9" name="Google Shape;14659;p17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0" name="Google Shape;14660;p17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1" name="Google Shape;14661;p17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2" name="Google Shape;14662;p17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3" name="Google Shape;14663;p17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4" name="Google Shape;14664;p17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5" name="Google Shape;14665;p17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6" name="Google Shape;14666;p17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7" name="Google Shape;14667;p17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8" name="Google Shape;14668;p17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9" name="Google Shape;14669;p17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0" name="Google Shape;14670;p17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1" name="Google Shape;14671;p17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2" name="Google Shape;14672;p17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3" name="Google Shape;14673;p17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4" name="Google Shape;14674;p17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5" name="Google Shape;14675;p17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6" name="Google Shape;14676;p17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7" name="Google Shape;14677;p17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8" name="Google Shape;14678;p17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9" name="Google Shape;14679;p17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0" name="Google Shape;14680;p17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1" name="Google Shape;14681;p17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2" name="Google Shape;14682;p17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3" name="Google Shape;14683;p17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4" name="Google Shape;14684;p17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5" name="Google Shape;14685;p17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6" name="Google Shape;14686;p17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7" name="Google Shape;14687;p17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8" name="Google Shape;14688;p17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9" name="Google Shape;14689;p17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0" name="Google Shape;14690;p17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1" name="Google Shape;14691;p17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2" name="Google Shape;14692;p17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3" name="Google Shape;14693;p17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4" name="Google Shape;14694;p17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5" name="Google Shape;14695;p17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6" name="Google Shape;14696;p17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7" name="Google Shape;14697;p17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8" name="Google Shape;14698;p17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9" name="Google Shape;14699;p17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0" name="Google Shape;14700;p17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1" name="Google Shape;14701;p17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2" name="Google Shape;14702;p17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3" name="Google Shape;14703;p17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4" name="Google Shape;14704;p17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5" name="Google Shape;14705;p17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6" name="Google Shape;14706;p17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7" name="Google Shape;14707;p17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8" name="Google Shape;14708;p17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9" name="Google Shape;14709;p17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0" name="Google Shape;14710;p17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1" name="Google Shape;14711;p17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2" name="Google Shape;14712;p17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3" name="Google Shape;14713;p17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4" name="Google Shape;14714;p17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5" name="Google Shape;14715;p17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6" name="Google Shape;14716;p17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7" name="Google Shape;14717;p17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8" name="Google Shape;14718;p17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9" name="Google Shape;14719;p17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0" name="Google Shape;14720;p17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1" name="Google Shape;14721;p17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2" name="Google Shape;14722;p17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3" name="Google Shape;14723;p17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4" name="Google Shape;14724;p17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5" name="Google Shape;14725;p17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6" name="Google Shape;14726;p17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7" name="Google Shape;14727;p17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8" name="Google Shape;14728;p17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9" name="Google Shape;14729;p17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0" name="Google Shape;14730;p17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1" name="Google Shape;14731;p17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2" name="Google Shape;14732;p17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3" name="Google Shape;14733;p17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4" name="Google Shape;14734;p17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5" name="Google Shape;14735;p17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6" name="Google Shape;14736;p17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7" name="Google Shape;14737;p17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8" name="Google Shape;14738;p17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9" name="Google Shape;14739;p17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0" name="Google Shape;14740;p17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1" name="Google Shape;14741;p17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2" name="Google Shape;14742;p17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3" name="Google Shape;14743;p17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4" name="Google Shape;14744;p17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5" name="Google Shape;14745;p17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6" name="Google Shape;14746;p17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7" name="Google Shape;14747;p17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8" name="Google Shape;14748;p17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9" name="Google Shape;14749;p17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0" name="Google Shape;14750;p17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1" name="Google Shape;14751;p17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2" name="Google Shape;14752;p17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3" name="Google Shape;14753;p17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4" name="Google Shape;14754;p17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5" name="Google Shape;14755;p17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6" name="Google Shape;14756;p17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7" name="Google Shape;14757;p17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8" name="Google Shape;14758;p17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9" name="Google Shape;14759;p17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0" name="Google Shape;14760;p17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1" name="Google Shape;14761;p17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2" name="Google Shape;14762;p17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3" name="Google Shape;14763;p17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4" name="Google Shape;14764;p17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5" name="Google Shape;14765;p17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6" name="Google Shape;14766;p17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7" name="Google Shape;14767;p17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8" name="Google Shape;14768;p17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9" name="Google Shape;14769;p17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0" name="Google Shape;14770;p17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1" name="Google Shape;14771;p17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2" name="Google Shape;14772;p17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3" name="Google Shape;14773;p17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4" name="Google Shape;14774;p17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5" name="Google Shape;14775;p17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6" name="Google Shape;14776;p17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7" name="Google Shape;14777;p17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8" name="Google Shape;14778;p17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9" name="Google Shape;14779;p17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0" name="Google Shape;14780;p17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1" name="Google Shape;14781;p17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2" name="Google Shape;14782;p17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3" name="Google Shape;14783;p17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4" name="Google Shape;14784;p17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5" name="Google Shape;14785;p17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6" name="Google Shape;14786;p17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7" name="Google Shape;14787;p17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8" name="Google Shape;14788;p17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9" name="Google Shape;14789;p17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0" name="Google Shape;14790;p17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1" name="Google Shape;14791;p17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2" name="Google Shape;14792;p17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3" name="Google Shape;14793;p17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4" name="Google Shape;14794;p17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5" name="Google Shape;14795;p17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6" name="Google Shape;14796;p17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7" name="Google Shape;14797;p17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8" name="Google Shape;14798;p17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9" name="Google Shape;14799;p17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0" name="Google Shape;14800;p17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1" name="Google Shape;14801;p17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2" name="Google Shape;14802;p17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3" name="Google Shape;14803;p17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4" name="Google Shape;14804;p17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5" name="Google Shape;14805;p17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6" name="Google Shape;14806;p17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7" name="Google Shape;14807;p17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8" name="Google Shape;14808;p17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9" name="Google Shape;14809;p17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0" name="Google Shape;14810;p17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1" name="Google Shape;14811;p17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2" name="Google Shape;14812;p17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3" name="Google Shape;14813;p17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4" name="Google Shape;14814;p17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5" name="Google Shape;14815;p17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6" name="Google Shape;14816;p17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7" name="Google Shape;14817;p17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8" name="Google Shape;14818;p17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9" name="Google Shape;14819;p17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0" name="Google Shape;14820;p17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1" name="Google Shape;14821;p17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2" name="Google Shape;14822;p17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3" name="Google Shape;14823;p17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4" name="Google Shape;14824;p17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5" name="Google Shape;14825;p17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6" name="Google Shape;14826;p17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7" name="Google Shape;14827;p17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8" name="Google Shape;14828;p17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9" name="Google Shape;14829;p17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0" name="Google Shape;14830;p17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1" name="Google Shape;14831;p17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2" name="Google Shape;14832;p17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3" name="Google Shape;14833;p17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4" name="Google Shape;14834;p17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5" name="Google Shape;14835;p17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6" name="Google Shape;14836;p17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7" name="Google Shape;14837;p17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8" name="Google Shape;14838;p17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9" name="Google Shape;14839;p17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0" name="Google Shape;14840;p17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1" name="Google Shape;14841;p17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2" name="Google Shape;14842;p17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3" name="Google Shape;14843;p17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4" name="Google Shape;14844;p17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5" name="Google Shape;14845;p17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6" name="Google Shape;14846;p17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7" name="Google Shape;14847;p17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8" name="Google Shape;14848;p17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9" name="Google Shape;14849;p17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0" name="Google Shape;14850;p17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1" name="Google Shape;14851;p17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2" name="Google Shape;14852;p17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3" name="Google Shape;14853;p17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4" name="Google Shape;14854;p17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5" name="Google Shape;14855;p17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6" name="Google Shape;14856;p17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7" name="Google Shape;14857;p17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8" name="Google Shape;14858;p17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9" name="Google Shape;14859;p17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0" name="Google Shape;14860;p17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1" name="Google Shape;14861;p17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2" name="Google Shape;14862;p17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3" name="Google Shape;14863;p17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4" name="Google Shape;14864;p17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5" name="Google Shape;14865;p17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6" name="Google Shape;14866;p17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7" name="Google Shape;14867;p17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8" name="Google Shape;14868;p17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9" name="Google Shape;14869;p17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0" name="Google Shape;14870;p17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1" name="Google Shape;14871;p17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2" name="Google Shape;14872;p17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3" name="Google Shape;14873;p17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4" name="Google Shape;14874;p17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5" name="Google Shape;14875;p17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6" name="Google Shape;14876;p17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7" name="Google Shape;14877;p17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8" name="Google Shape;14878;p17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9" name="Google Shape;14879;p17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0" name="Google Shape;14880;p17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1" name="Google Shape;14881;p17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2" name="Google Shape;14882;p17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3" name="Google Shape;14883;p17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4" name="Google Shape;14884;p17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5" name="Google Shape;14885;p17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6" name="Google Shape;14886;p17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7" name="Google Shape;14887;p17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8" name="Google Shape;14888;p17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9" name="Google Shape;14889;p17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0" name="Google Shape;14890;p17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1" name="Google Shape;14891;p17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2" name="Google Shape;14892;p17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3" name="Google Shape;14893;p17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4" name="Google Shape;14894;p17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5" name="Google Shape;14895;p17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6" name="Google Shape;14896;p17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7" name="Google Shape;14897;p17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8" name="Google Shape;14898;p17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9" name="Google Shape;14899;p17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0" name="Google Shape;14900;p17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1" name="Google Shape;14901;p17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2" name="Google Shape;14902;p17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3" name="Google Shape;14903;p17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4" name="Google Shape;14904;p17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5" name="Google Shape;14905;p17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6" name="Google Shape;14906;p17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7" name="Google Shape;14907;p17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8" name="Google Shape;14908;p17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9" name="Google Shape;14909;p17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0" name="Google Shape;14910;p17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1" name="Google Shape;14911;p17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2" name="Google Shape;14912;p17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3" name="Google Shape;14913;p17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4" name="Google Shape;14914;p17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5" name="Google Shape;14915;p17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6" name="Google Shape;14916;p17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7" name="Google Shape;14917;p17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8" name="Google Shape;14918;p17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9" name="Google Shape;14919;p17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0" name="Google Shape;14920;p17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1" name="Google Shape;14921;p17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2" name="Google Shape;14922;p17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3" name="Google Shape;14923;p17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4" name="Google Shape;14924;p17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5" name="Google Shape;14925;p17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6" name="Google Shape;14926;p17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7" name="Google Shape;14927;p17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8" name="Google Shape;14928;p17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9" name="Google Shape;14929;p17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0" name="Google Shape;14930;p17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1" name="Google Shape;14931;p17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2" name="Google Shape;14932;p17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3" name="Google Shape;14933;p17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4" name="Google Shape;14934;p17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5" name="Google Shape;14935;p17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6" name="Google Shape;14936;p17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7" name="Google Shape;14937;p17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8" name="Google Shape;14938;p17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9" name="Google Shape;14939;p17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0" name="Google Shape;14940;p17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1" name="Google Shape;14941;p17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2" name="Google Shape;14942;p17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3" name="Google Shape;14943;p17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4" name="Google Shape;14944;p17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5" name="Google Shape;14945;p17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6" name="Google Shape;14946;p17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7" name="Google Shape;14947;p17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8" name="Google Shape;14948;p17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9" name="Google Shape;14949;p17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0" name="Google Shape;14950;p17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1" name="Google Shape;14951;p17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2" name="Google Shape;14952;p17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3" name="Google Shape;14953;p17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4" name="Google Shape;14954;p17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5" name="Google Shape;14955;p17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6" name="Google Shape;14956;p17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7" name="Google Shape;14957;p17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8" name="Google Shape;14958;p17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9" name="Google Shape;14959;p17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0" name="Google Shape;14960;p17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1" name="Google Shape;14961;p17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2" name="Google Shape;14962;p17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3" name="Google Shape;14963;p17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4" name="Google Shape;14964;p17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5" name="Google Shape;14965;p17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6" name="Google Shape;14966;p17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7" name="Google Shape;14967;p17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8" name="Google Shape;14968;p17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9" name="Google Shape;14969;p17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0" name="Google Shape;14970;p17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1" name="Google Shape;14971;p17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2" name="Google Shape;14972;p17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3" name="Google Shape;14973;p17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4" name="Google Shape;14974;p17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5" name="Google Shape;14975;p17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6" name="Google Shape;14976;p17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7" name="Google Shape;14977;p17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8" name="Google Shape;14978;p17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9" name="Google Shape;14979;p17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0" name="Google Shape;14980;p17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1" name="Google Shape;14981;p17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2" name="Google Shape;14982;p17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3" name="Google Shape;14983;p17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4" name="Google Shape;14984;p17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5" name="Google Shape;14985;p17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6" name="Google Shape;14986;p17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7" name="Google Shape;14987;p17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8" name="Google Shape;14988;p17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9" name="Google Shape;14989;p17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0" name="Google Shape;14990;p17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1" name="Google Shape;14991;p17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2" name="Google Shape;14992;p17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3" name="Google Shape;14993;p17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4" name="Google Shape;14994;p17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5" name="Google Shape;14995;p17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6" name="Google Shape;14996;p17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7" name="Google Shape;14997;p17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8" name="Google Shape;14998;p17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9" name="Google Shape;14999;p17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0" name="Google Shape;15000;p17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1" name="Google Shape;15001;p17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2" name="Google Shape;15002;p17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3" name="Google Shape;15003;p17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4" name="Google Shape;15004;p17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5" name="Google Shape;15005;p17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6" name="Google Shape;15006;p17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7" name="Google Shape;15007;p17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8" name="Google Shape;15008;p17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9" name="Google Shape;15009;p17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0" name="Google Shape;15010;p17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1" name="Google Shape;15011;p17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2" name="Google Shape;15012;p17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3" name="Google Shape;15013;p17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4" name="Google Shape;15014;p17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5" name="Google Shape;15015;p17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6" name="Google Shape;15016;p17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7" name="Google Shape;15017;p17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8" name="Google Shape;15018;p17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9" name="Google Shape;15019;p17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0" name="Google Shape;15020;p17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1" name="Google Shape;15021;p17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2" name="Google Shape;15022;p17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3" name="Google Shape;15023;p17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4" name="Google Shape;15024;p17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5" name="Google Shape;15025;p17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6" name="Google Shape;15026;p17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7" name="Google Shape;15027;p17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8" name="Google Shape;15028;p17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9" name="Google Shape;15029;p17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0" name="Google Shape;15030;p17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1" name="Google Shape;15031;p17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2" name="Google Shape;15032;p17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3" name="Google Shape;15033;p17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4" name="Google Shape;15034;p17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5" name="Google Shape;15035;p17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6" name="Google Shape;15036;p17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7" name="Google Shape;15037;p17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8" name="Google Shape;15038;p17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9" name="Google Shape;15039;p17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0" name="Google Shape;15040;p17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1" name="Google Shape;15041;p17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2" name="Google Shape;15042;p17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3" name="Google Shape;15043;p17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4" name="Google Shape;15044;p17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5" name="Google Shape;15045;p17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6" name="Google Shape;15046;p17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7" name="Google Shape;15047;p17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8" name="Google Shape;15048;p17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9" name="Google Shape;15049;p17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0" name="Google Shape;15050;p17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1" name="Google Shape;15051;p17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2" name="Google Shape;15052;p17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3" name="Google Shape;15053;p17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4" name="Google Shape;15054;p17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5" name="Google Shape;15055;p17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6" name="Google Shape;15056;p17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7" name="Google Shape;15057;p17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8" name="Google Shape;15058;p17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9" name="Google Shape;15059;p17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0" name="Google Shape;15060;p17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1" name="Google Shape;15061;p17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2" name="Google Shape;15062;p17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3" name="Google Shape;15063;p17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4" name="Google Shape;15064;p17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5" name="Google Shape;15065;p17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6" name="Google Shape;15066;p17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7" name="Google Shape;15067;p17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8" name="Google Shape;15068;p17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9" name="Google Shape;15069;p17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0" name="Google Shape;15070;p17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1" name="Google Shape;15071;p17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2" name="Google Shape;15072;p17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3" name="Google Shape;15073;p17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4" name="Google Shape;15074;p17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5" name="Google Shape;15075;p17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6" name="Google Shape;15076;p17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7" name="Google Shape;15077;p17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8" name="Google Shape;15078;p17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9" name="Google Shape;15079;p17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0" name="Google Shape;15080;p17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1" name="Google Shape;15081;p17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2" name="Google Shape;15082;p17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3" name="Google Shape;15083;p17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4" name="Google Shape;15084;p17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5" name="Google Shape;15085;p17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6" name="Google Shape;15086;p17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7" name="Google Shape;15087;p17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8" name="Google Shape;15088;p17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9" name="Google Shape;15089;p17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0" name="Google Shape;15090;p17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1" name="Google Shape;15091;p17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2" name="Google Shape;15092;p17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3" name="Google Shape;15093;p17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4" name="Google Shape;15094;p17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5" name="Google Shape;15095;p17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6" name="Google Shape;15096;p17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7" name="Google Shape;15097;p17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8" name="Google Shape;15098;p17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9" name="Google Shape;15099;p17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0" name="Google Shape;15100;p17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1" name="Google Shape;15101;p17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2" name="Google Shape;15102;p17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3" name="Google Shape;15103;p17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4" name="Google Shape;15104;p17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5" name="Google Shape;15105;p17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6" name="Google Shape;15106;p17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7" name="Google Shape;15107;p17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8" name="Google Shape;15108;p17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9" name="Google Shape;15109;p17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0" name="Google Shape;15110;p17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1" name="Google Shape;15111;p17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2" name="Google Shape;15112;p17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3" name="Google Shape;15113;p17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4" name="Google Shape;15114;p17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5" name="Google Shape;15115;p17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6" name="Google Shape;15116;p17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7" name="Google Shape;15117;p17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8" name="Google Shape;15118;p17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9" name="Google Shape;15119;p17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0" name="Google Shape;15120;p17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1" name="Google Shape;15121;p17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2" name="Google Shape;15122;p17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3" name="Google Shape;15123;p17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4" name="Google Shape;15124;p17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5" name="Google Shape;15125;p17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6" name="Google Shape;15126;p17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7" name="Google Shape;15127;p17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8" name="Google Shape;15128;p17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9" name="Google Shape;15129;p17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0" name="Google Shape;15130;p17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1" name="Google Shape;15131;p17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2" name="Google Shape;15132;p17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3" name="Google Shape;15133;p17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4" name="Google Shape;15134;p17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5" name="Google Shape;15135;p17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6" name="Google Shape;15136;p17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7" name="Google Shape;15137;p17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8" name="Google Shape;15138;p17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9" name="Google Shape;15139;p17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0" name="Google Shape;15140;p17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1" name="Google Shape;15141;p17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2" name="Google Shape;15142;p17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3" name="Google Shape;15143;p17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4" name="Google Shape;15144;p17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5" name="Google Shape;15145;p17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6" name="Google Shape;15146;p17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7" name="Google Shape;15147;p17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8" name="Google Shape;15148;p17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9" name="Google Shape;15149;p17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0" name="Google Shape;15150;p17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1" name="Google Shape;15151;p17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2" name="Google Shape;15152;p17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3" name="Google Shape;15153;p17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4" name="Google Shape;15154;p17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5" name="Google Shape;15155;p17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6" name="Google Shape;15156;p17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7" name="Google Shape;15157;p17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8" name="Google Shape;15158;p17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9" name="Google Shape;15159;p17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0" name="Google Shape;15160;p17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1" name="Google Shape;15161;p17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2" name="Google Shape;15162;p17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3" name="Google Shape;15163;p17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4" name="Google Shape;15164;p17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5" name="Google Shape;15165;p17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6" name="Google Shape;15166;p17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7" name="Google Shape;15167;p17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8" name="Google Shape;15168;p17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9" name="Google Shape;15169;p17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0" name="Google Shape;15170;p17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1" name="Google Shape;15171;p17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2" name="Google Shape;15172;p17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3" name="Google Shape;15173;p17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4" name="Google Shape;15174;p17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5" name="Google Shape;15175;p17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6" name="Google Shape;15176;p17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7" name="Google Shape;15177;p17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8" name="Google Shape;15178;p17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9" name="Google Shape;15179;p17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0" name="Google Shape;15180;p17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1" name="Google Shape;15181;p17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2" name="Google Shape;15182;p17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3" name="Google Shape;15183;p17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4" name="Google Shape;15184;p17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5" name="Google Shape;15185;p17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6" name="Google Shape;15186;p17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7" name="Google Shape;15187;p17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8" name="Google Shape;15188;p17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9" name="Google Shape;15189;p17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0" name="Google Shape;15190;p17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1" name="Google Shape;15191;p17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2" name="Google Shape;15192;p17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3" name="Google Shape;15193;p17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4" name="Google Shape;15194;p17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5" name="Google Shape;15195;p17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6" name="Google Shape;15196;p17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7" name="Google Shape;15197;p17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8" name="Google Shape;15198;p17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9" name="Google Shape;15199;p17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0" name="Google Shape;15200;p17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1" name="Google Shape;15201;p17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2" name="Google Shape;15202;p17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3" name="Google Shape;15203;p17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4" name="Google Shape;15204;p17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5" name="Google Shape;15205;p17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6" name="Google Shape;15206;p17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7" name="Google Shape;15207;p17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8" name="Google Shape;15208;p17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9" name="Google Shape;15209;p17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0" name="Google Shape;15210;p17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1" name="Google Shape;15211;p17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2" name="Google Shape;15212;p17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3" name="Google Shape;15213;p17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4" name="Google Shape;15214;p17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5" name="Google Shape;15215;p17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6" name="Google Shape;15216;p17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7" name="Google Shape;15217;p17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8" name="Google Shape;15218;p17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9" name="Google Shape;15219;p17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0" name="Google Shape;15220;p17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1" name="Google Shape;15221;p17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2" name="Google Shape;15222;p17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3" name="Google Shape;15223;p17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4" name="Google Shape;15224;p17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5" name="Google Shape;15225;p17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6" name="Google Shape;15226;p17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7" name="Google Shape;15227;p17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8" name="Google Shape;15228;p17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9" name="Google Shape;15229;p17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0" name="Google Shape;15230;p17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1" name="Google Shape;15231;p17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2" name="Google Shape;15232;p17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3" name="Google Shape;15233;p17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4" name="Google Shape;15234;p17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5" name="Google Shape;15235;p17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6" name="Google Shape;15236;p17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7" name="Google Shape;15237;p17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8" name="Google Shape;15238;p17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9" name="Google Shape;15239;p17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0" name="Google Shape;15240;p17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1" name="Google Shape;15241;p17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2" name="Google Shape;15242;p17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3" name="Google Shape;15243;p17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4" name="Google Shape;15244;p17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5" name="Google Shape;15245;p17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6" name="Google Shape;15246;p17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7" name="Google Shape;15247;p17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8" name="Google Shape;15248;p17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9" name="Google Shape;15249;p17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0" name="Google Shape;15250;p17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1" name="Google Shape;15251;p17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2" name="Google Shape;15252;p17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3" name="Google Shape;15253;p17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4" name="Google Shape;15254;p17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5" name="Google Shape;15255;p17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6" name="Google Shape;15256;p17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7" name="Google Shape;15257;p17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8" name="Google Shape;15258;p17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9" name="Google Shape;15259;p17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0" name="Google Shape;15260;p17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1" name="Google Shape;15261;p17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2" name="Google Shape;15262;p17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3" name="Google Shape;15263;p17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4" name="Google Shape;15264;p17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5" name="Google Shape;15265;p17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6" name="Google Shape;15266;p17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7" name="Google Shape;15267;p17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8" name="Google Shape;15268;p17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9" name="Google Shape;15269;p17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0" name="Google Shape;15270;p17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1" name="Google Shape;15271;p17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2" name="Google Shape;15272;p17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3" name="Google Shape;15273;p17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4" name="Google Shape;15274;p17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5" name="Google Shape;15275;p17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6" name="Google Shape;15276;p17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7" name="Google Shape;15277;p17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8" name="Google Shape;15278;p17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9" name="Google Shape;15279;p17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0" name="Google Shape;15280;p17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1" name="Google Shape;15281;p17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2" name="Google Shape;15282;p17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3" name="Google Shape;15283;p17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4" name="Google Shape;15284;p17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5" name="Google Shape;15285;p17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6" name="Google Shape;15286;p17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7" name="Google Shape;15287;p17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8" name="Google Shape;15288;p17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9" name="Google Shape;15289;p17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0" name="Google Shape;15290;p17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1" name="Google Shape;15291;p17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2" name="Google Shape;15292;p17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3" name="Google Shape;15293;p17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4" name="Google Shape;15294;p17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5" name="Google Shape;15295;p17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6" name="Google Shape;15296;p17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7" name="Google Shape;15297;p17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8" name="Google Shape;15298;p17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9" name="Google Shape;15299;p17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0" name="Google Shape;15300;p17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1" name="Google Shape;15301;p17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2" name="Google Shape;15302;p17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3" name="Google Shape;15303;p17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4" name="Google Shape;15304;p17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5" name="Google Shape;15305;p17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6" name="Google Shape;15306;p17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7" name="Google Shape;15307;p17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8" name="Google Shape;15308;p17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9" name="Google Shape;15309;p17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0" name="Google Shape;15310;p17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1" name="Google Shape;15311;p17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2" name="Google Shape;15312;p17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3" name="Google Shape;15313;p17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4" name="Google Shape;15314;p17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5" name="Google Shape;15315;p17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6" name="Google Shape;15316;p17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7" name="Google Shape;15317;p17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8" name="Google Shape;15318;p17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9" name="Google Shape;15319;p17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0" name="Google Shape;15320;p17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1" name="Google Shape;15321;p17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2" name="Google Shape;15322;p17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3" name="Google Shape;15323;p17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4" name="Google Shape;15324;p17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5" name="Google Shape;15325;p17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6" name="Google Shape;15326;p17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7" name="Google Shape;15327;p17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8" name="Google Shape;15328;p17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9" name="Google Shape;15329;p17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0" name="Google Shape;15330;p17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1" name="Google Shape;15331;p17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2" name="Google Shape;15332;p17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3" name="Google Shape;15333;p17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4" name="Google Shape;15334;p17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5" name="Google Shape;15335;p17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6" name="Google Shape;15336;p17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7" name="Google Shape;15337;p17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8" name="Google Shape;15338;p17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9" name="Google Shape;15339;p17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0" name="Google Shape;15340;p17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1" name="Google Shape;15341;p17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2" name="Google Shape;15342;p17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3" name="Google Shape;15343;p17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4" name="Google Shape;15344;p17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5" name="Google Shape;15345;p17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6" name="Google Shape;15346;p17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7" name="Google Shape;15347;p17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8" name="Google Shape;15348;p17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9" name="Google Shape;15349;p17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0" name="Google Shape;15350;p17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1" name="Google Shape;15351;p17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2" name="Google Shape;15352;p17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3" name="Google Shape;15353;p17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4" name="Google Shape;15354;p17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5" name="Google Shape;15355;p17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6" name="Google Shape;15356;p17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7" name="Google Shape;15357;p17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8" name="Google Shape;15358;p17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9" name="Google Shape;15359;p17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0" name="Google Shape;15360;p17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1" name="Google Shape;15361;p17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2" name="Google Shape;15362;p17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3" name="Google Shape;15363;p17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4" name="Google Shape;15364;p17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5" name="Google Shape;15365;p17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6" name="Google Shape;15366;p17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7" name="Google Shape;15367;p17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8" name="Google Shape;15368;p17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9" name="Google Shape;15369;p17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0" name="Google Shape;15370;p17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1" name="Google Shape;15371;p17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2" name="Google Shape;15372;p17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3" name="Google Shape;15373;p17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4" name="Google Shape;15374;p17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5" name="Google Shape;15375;p17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6" name="Google Shape;15376;p17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7" name="Google Shape;15377;p17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8" name="Google Shape;15378;p17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9" name="Google Shape;15379;p17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0" name="Google Shape;15380;p17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1" name="Google Shape;15381;p17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2" name="Google Shape;15382;p17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3" name="Google Shape;15383;p17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4" name="Google Shape;15384;p17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5" name="Google Shape;15385;p17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6" name="Google Shape;15386;p17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7" name="Google Shape;15387;p17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8" name="Google Shape;15388;p17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9" name="Google Shape;15389;p17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0" name="Google Shape;15390;p17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1" name="Google Shape;15391;p17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2" name="Google Shape;15392;p17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3" name="Google Shape;15393;p17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4" name="Google Shape;15394;p17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5" name="Google Shape;15395;p17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6" name="Google Shape;15396;p17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7" name="Google Shape;15397;p17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8" name="Google Shape;15398;p17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9" name="Google Shape;15399;p17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0" name="Google Shape;15400;p17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1" name="Google Shape;15401;p17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2" name="Google Shape;15402;p17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3" name="Google Shape;15403;p17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4" name="Google Shape;15404;p17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5" name="Google Shape;15405;p17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6" name="Google Shape;15406;p17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7" name="Google Shape;15407;p17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8" name="Google Shape;15408;p17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9" name="Google Shape;15409;p17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0" name="Google Shape;15410;p17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1" name="Google Shape;15411;p17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2" name="Google Shape;15412;p17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3" name="Google Shape;15413;p17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4" name="Google Shape;15414;p17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5" name="Google Shape;15415;p17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6" name="Google Shape;15416;p17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7" name="Google Shape;15417;p17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8" name="Google Shape;15418;p17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9" name="Google Shape;15419;p17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0" name="Google Shape;15420;p17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1" name="Google Shape;15421;p17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2" name="Google Shape;15422;p17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3" name="Google Shape;15423;p17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4" name="Google Shape;15424;p17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5" name="Google Shape;15425;p17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6" name="Google Shape;15426;p17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7" name="Google Shape;15427;p17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8" name="Google Shape;15428;p17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9" name="Google Shape;15429;p17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0" name="Google Shape;15430;p17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1" name="Google Shape;15431;p17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2" name="Google Shape;15432;p17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3" name="Google Shape;15433;p17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34" name="Google Shape;15434;p17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35" name="Google Shape;15435;p17"/>
          <p:cNvSpPr txBox="1"/>
          <p:nvPr>
            <p:ph type="title"/>
          </p:nvPr>
        </p:nvSpPr>
        <p:spPr>
          <a:xfrm>
            <a:off x="311700" y="438312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5436" name="Google Shape;15436;p17"/>
          <p:cNvSpPr txBox="1"/>
          <p:nvPr>
            <p:ph idx="1" type="subTitle"/>
          </p:nvPr>
        </p:nvSpPr>
        <p:spPr>
          <a:xfrm>
            <a:off x="1088986" y="1483175"/>
            <a:ext cx="2062500" cy="4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437" name="Google Shape;15437;p17"/>
          <p:cNvSpPr txBox="1"/>
          <p:nvPr>
            <p:ph idx="2" type="subTitle"/>
          </p:nvPr>
        </p:nvSpPr>
        <p:spPr>
          <a:xfrm>
            <a:off x="1089012" y="1792274"/>
            <a:ext cx="2062500" cy="85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5438" name="Google Shape;15438;p17"/>
          <p:cNvSpPr txBox="1"/>
          <p:nvPr>
            <p:ph idx="3" type="subTitle"/>
          </p:nvPr>
        </p:nvSpPr>
        <p:spPr>
          <a:xfrm>
            <a:off x="1088986" y="3015845"/>
            <a:ext cx="2062500" cy="46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439" name="Google Shape;15439;p17"/>
          <p:cNvSpPr txBox="1"/>
          <p:nvPr>
            <p:ph idx="4" type="subTitle"/>
          </p:nvPr>
        </p:nvSpPr>
        <p:spPr>
          <a:xfrm>
            <a:off x="1088912" y="3325128"/>
            <a:ext cx="2062500" cy="85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5440" name="Google Shape;15440;p17"/>
          <p:cNvSpPr txBox="1"/>
          <p:nvPr>
            <p:ph idx="5" type="subTitle"/>
          </p:nvPr>
        </p:nvSpPr>
        <p:spPr>
          <a:xfrm>
            <a:off x="5992588" y="1483175"/>
            <a:ext cx="2062500" cy="46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441" name="Google Shape;15441;p17"/>
          <p:cNvSpPr txBox="1"/>
          <p:nvPr>
            <p:ph idx="6" type="subTitle"/>
          </p:nvPr>
        </p:nvSpPr>
        <p:spPr>
          <a:xfrm>
            <a:off x="5992584" y="1792274"/>
            <a:ext cx="2062500" cy="85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5442" name="Google Shape;15442;p17"/>
          <p:cNvSpPr txBox="1"/>
          <p:nvPr>
            <p:ph idx="7" type="subTitle"/>
          </p:nvPr>
        </p:nvSpPr>
        <p:spPr>
          <a:xfrm>
            <a:off x="5992588" y="3015845"/>
            <a:ext cx="2062500" cy="46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443" name="Google Shape;15443;p17"/>
          <p:cNvSpPr txBox="1"/>
          <p:nvPr>
            <p:ph idx="8" type="subTitle"/>
          </p:nvPr>
        </p:nvSpPr>
        <p:spPr>
          <a:xfrm>
            <a:off x="5992588" y="3325128"/>
            <a:ext cx="2062500" cy="85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5444" name="Google Shape;15444;p17"/>
          <p:cNvGrpSpPr/>
          <p:nvPr/>
        </p:nvGrpSpPr>
        <p:grpSpPr>
          <a:xfrm>
            <a:off x="638987" y="2643851"/>
            <a:ext cx="295252" cy="276675"/>
            <a:chOff x="2987700" y="3560325"/>
            <a:chExt cx="386708" cy="362377"/>
          </a:xfrm>
        </p:grpSpPr>
        <p:sp>
          <p:nvSpPr>
            <p:cNvPr id="15445" name="Google Shape;15445;p17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6" name="Google Shape;15446;p17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7" name="Google Shape;15447;p17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8" name="Google Shape;15448;p17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9" name="Google Shape;15449;p17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0" name="Google Shape;15450;p17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1" name="Google Shape;15451;p17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2" name="Google Shape;15452;p17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3" name="Google Shape;15453;p17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4" name="Google Shape;15454;p17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5" name="Google Shape;15455;p17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6" name="Google Shape;15456;p17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7" name="Google Shape;15457;p17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8" name="Google Shape;15458;p17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9" name="Google Shape;15459;p17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0" name="Google Shape;15460;p17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1" name="Google Shape;15461;p17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2" name="Google Shape;15462;p17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3" name="Google Shape;15463;p17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4" name="Google Shape;15464;p17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5" name="Google Shape;15465;p17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6" name="Google Shape;15466;p17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7" name="Google Shape;15467;p17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468" name="Google Shape;15468;p17"/>
          <p:cNvGrpSpPr/>
          <p:nvPr/>
        </p:nvGrpSpPr>
        <p:grpSpPr>
          <a:xfrm>
            <a:off x="8417787" y="2595776"/>
            <a:ext cx="295252" cy="276675"/>
            <a:chOff x="2987700" y="3560325"/>
            <a:chExt cx="386708" cy="362377"/>
          </a:xfrm>
        </p:grpSpPr>
        <p:sp>
          <p:nvSpPr>
            <p:cNvPr id="15469" name="Google Shape;15469;p17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0" name="Google Shape;15470;p17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1" name="Google Shape;15471;p17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2" name="Google Shape;15472;p17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3" name="Google Shape;15473;p17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4" name="Google Shape;15474;p17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5" name="Google Shape;15475;p17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6" name="Google Shape;15476;p17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7" name="Google Shape;15477;p17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8" name="Google Shape;15478;p17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9" name="Google Shape;15479;p17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0" name="Google Shape;15480;p17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1" name="Google Shape;15481;p17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2" name="Google Shape;15482;p17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3" name="Google Shape;15483;p17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4" name="Google Shape;15484;p17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5" name="Google Shape;15485;p17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6" name="Google Shape;15486;p17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7" name="Google Shape;15487;p17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8" name="Google Shape;15488;p17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9" name="Google Shape;15489;p17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0" name="Google Shape;15490;p17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1" name="Google Shape;15491;p17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492" name="Google Shape;15492;p17"/>
          <p:cNvGrpSpPr/>
          <p:nvPr/>
        </p:nvGrpSpPr>
        <p:grpSpPr>
          <a:xfrm>
            <a:off x="7830982" y="4256475"/>
            <a:ext cx="443090" cy="415211"/>
            <a:chOff x="2987700" y="3560325"/>
            <a:chExt cx="386708" cy="362377"/>
          </a:xfrm>
        </p:grpSpPr>
        <p:sp>
          <p:nvSpPr>
            <p:cNvPr id="15493" name="Google Shape;15493;p17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4" name="Google Shape;15494;p17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5" name="Google Shape;15495;p17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6" name="Google Shape;15496;p17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7" name="Google Shape;15497;p17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8" name="Google Shape;15498;p17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9" name="Google Shape;15499;p17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0" name="Google Shape;15500;p17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1" name="Google Shape;15501;p17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2" name="Google Shape;15502;p17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3" name="Google Shape;15503;p17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4" name="Google Shape;15504;p17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5" name="Google Shape;15505;p17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6" name="Google Shape;15506;p17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7" name="Google Shape;15507;p17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8" name="Google Shape;15508;p17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9" name="Google Shape;15509;p17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0" name="Google Shape;15510;p17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1" name="Google Shape;15511;p17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2" name="Google Shape;15512;p17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3" name="Google Shape;15513;p17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4" name="Google Shape;15514;p17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5" name="Google Shape;15515;p17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2">
    <p:spTree>
      <p:nvGrpSpPr>
        <p:cNvPr id="15516" name="Shape 15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17" name="Google Shape;15517;p18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5518" name="Google Shape;15518;p18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9" name="Google Shape;15519;p18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0" name="Google Shape;15520;p18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1" name="Google Shape;15521;p18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2" name="Google Shape;15522;p18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3" name="Google Shape;15523;p18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4" name="Google Shape;15524;p18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5" name="Google Shape;15525;p18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6" name="Google Shape;15526;p18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7" name="Google Shape;15527;p18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8" name="Google Shape;15528;p18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9" name="Google Shape;15529;p18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0" name="Google Shape;15530;p18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1" name="Google Shape;15531;p18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2" name="Google Shape;15532;p18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3" name="Google Shape;15533;p18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4" name="Google Shape;15534;p18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5" name="Google Shape;15535;p18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6" name="Google Shape;15536;p18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7" name="Google Shape;15537;p18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8" name="Google Shape;15538;p18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9" name="Google Shape;15539;p18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0" name="Google Shape;15540;p18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1" name="Google Shape;15541;p18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2" name="Google Shape;15542;p18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3" name="Google Shape;15543;p18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4" name="Google Shape;15544;p18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5" name="Google Shape;15545;p18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6" name="Google Shape;15546;p18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7" name="Google Shape;15547;p18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8" name="Google Shape;15548;p18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9" name="Google Shape;15549;p18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0" name="Google Shape;15550;p18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1" name="Google Shape;15551;p18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2" name="Google Shape;15552;p18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3" name="Google Shape;15553;p18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4" name="Google Shape;15554;p18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5" name="Google Shape;15555;p18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6" name="Google Shape;15556;p18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7" name="Google Shape;15557;p18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8" name="Google Shape;15558;p18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9" name="Google Shape;15559;p18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0" name="Google Shape;15560;p18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1" name="Google Shape;15561;p18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2" name="Google Shape;15562;p18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3" name="Google Shape;15563;p18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4" name="Google Shape;15564;p18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5" name="Google Shape;15565;p18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6" name="Google Shape;15566;p18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7" name="Google Shape;15567;p18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8" name="Google Shape;15568;p18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9" name="Google Shape;15569;p18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0" name="Google Shape;15570;p18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1" name="Google Shape;15571;p18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2" name="Google Shape;15572;p18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3" name="Google Shape;15573;p18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4" name="Google Shape;15574;p18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5" name="Google Shape;15575;p18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6" name="Google Shape;15576;p18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7" name="Google Shape;15577;p18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8" name="Google Shape;15578;p18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9" name="Google Shape;15579;p18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0" name="Google Shape;15580;p18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1" name="Google Shape;15581;p18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2" name="Google Shape;15582;p18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3" name="Google Shape;15583;p18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4" name="Google Shape;15584;p18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5" name="Google Shape;15585;p18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6" name="Google Shape;15586;p18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7" name="Google Shape;15587;p18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8" name="Google Shape;15588;p18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9" name="Google Shape;15589;p18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0" name="Google Shape;15590;p18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1" name="Google Shape;15591;p18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2" name="Google Shape;15592;p18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3" name="Google Shape;15593;p18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4" name="Google Shape;15594;p18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5" name="Google Shape;15595;p18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6" name="Google Shape;15596;p18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7" name="Google Shape;15597;p18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8" name="Google Shape;15598;p18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9" name="Google Shape;15599;p18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0" name="Google Shape;15600;p18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1" name="Google Shape;15601;p18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2" name="Google Shape;15602;p18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3" name="Google Shape;15603;p18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4" name="Google Shape;15604;p18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5" name="Google Shape;15605;p18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6" name="Google Shape;15606;p18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7" name="Google Shape;15607;p18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8" name="Google Shape;15608;p18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9" name="Google Shape;15609;p18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0" name="Google Shape;15610;p18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1" name="Google Shape;15611;p18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2" name="Google Shape;15612;p18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3" name="Google Shape;15613;p18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4" name="Google Shape;15614;p18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5" name="Google Shape;15615;p18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6" name="Google Shape;15616;p18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7" name="Google Shape;15617;p18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8" name="Google Shape;15618;p18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9" name="Google Shape;15619;p18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0" name="Google Shape;15620;p18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1" name="Google Shape;15621;p18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2" name="Google Shape;15622;p18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3" name="Google Shape;15623;p18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4" name="Google Shape;15624;p18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5" name="Google Shape;15625;p18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6" name="Google Shape;15626;p18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7" name="Google Shape;15627;p18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8" name="Google Shape;15628;p18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9" name="Google Shape;15629;p18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0" name="Google Shape;15630;p18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1" name="Google Shape;15631;p18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2" name="Google Shape;15632;p18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3" name="Google Shape;15633;p18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4" name="Google Shape;15634;p18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5" name="Google Shape;15635;p18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6" name="Google Shape;15636;p18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7" name="Google Shape;15637;p18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8" name="Google Shape;15638;p18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9" name="Google Shape;15639;p18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0" name="Google Shape;15640;p18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1" name="Google Shape;15641;p18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2" name="Google Shape;15642;p18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3" name="Google Shape;15643;p18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4" name="Google Shape;15644;p18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5" name="Google Shape;15645;p18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6" name="Google Shape;15646;p18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7" name="Google Shape;15647;p18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8" name="Google Shape;15648;p18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9" name="Google Shape;15649;p18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0" name="Google Shape;15650;p18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1" name="Google Shape;15651;p18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2" name="Google Shape;15652;p18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3" name="Google Shape;15653;p18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4" name="Google Shape;15654;p18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5" name="Google Shape;15655;p18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6" name="Google Shape;15656;p18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7" name="Google Shape;15657;p18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8" name="Google Shape;15658;p18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9" name="Google Shape;15659;p18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0" name="Google Shape;15660;p18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1" name="Google Shape;15661;p18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2" name="Google Shape;15662;p18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3" name="Google Shape;15663;p18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4" name="Google Shape;15664;p18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5" name="Google Shape;15665;p18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6" name="Google Shape;15666;p18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7" name="Google Shape;15667;p18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8" name="Google Shape;15668;p18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9" name="Google Shape;15669;p18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0" name="Google Shape;15670;p18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1" name="Google Shape;15671;p18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2" name="Google Shape;15672;p18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3" name="Google Shape;15673;p18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4" name="Google Shape;15674;p18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5" name="Google Shape;15675;p18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6" name="Google Shape;15676;p18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7" name="Google Shape;15677;p18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8" name="Google Shape;15678;p18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9" name="Google Shape;15679;p18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0" name="Google Shape;15680;p18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1" name="Google Shape;15681;p18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2" name="Google Shape;15682;p18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3" name="Google Shape;15683;p18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4" name="Google Shape;15684;p18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5" name="Google Shape;15685;p18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6" name="Google Shape;15686;p18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7" name="Google Shape;15687;p18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8" name="Google Shape;15688;p18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9" name="Google Shape;15689;p18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0" name="Google Shape;15690;p18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1" name="Google Shape;15691;p18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2" name="Google Shape;15692;p18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3" name="Google Shape;15693;p18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4" name="Google Shape;15694;p18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5" name="Google Shape;15695;p18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6" name="Google Shape;15696;p18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7" name="Google Shape;15697;p18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8" name="Google Shape;15698;p18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9" name="Google Shape;15699;p18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0" name="Google Shape;15700;p18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1" name="Google Shape;15701;p18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2" name="Google Shape;15702;p18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3" name="Google Shape;15703;p18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4" name="Google Shape;15704;p18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5" name="Google Shape;15705;p18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6" name="Google Shape;15706;p18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7" name="Google Shape;15707;p18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8" name="Google Shape;15708;p18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9" name="Google Shape;15709;p18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0" name="Google Shape;15710;p18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1" name="Google Shape;15711;p18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2" name="Google Shape;15712;p18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3" name="Google Shape;15713;p18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4" name="Google Shape;15714;p18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5" name="Google Shape;15715;p18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6" name="Google Shape;15716;p18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7" name="Google Shape;15717;p18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8" name="Google Shape;15718;p18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9" name="Google Shape;15719;p18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0" name="Google Shape;15720;p18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1" name="Google Shape;15721;p18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2" name="Google Shape;15722;p18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3" name="Google Shape;15723;p18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4" name="Google Shape;15724;p18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5" name="Google Shape;15725;p18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6" name="Google Shape;15726;p18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7" name="Google Shape;15727;p18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8" name="Google Shape;15728;p18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9" name="Google Shape;15729;p18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0" name="Google Shape;15730;p18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1" name="Google Shape;15731;p18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2" name="Google Shape;15732;p18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3" name="Google Shape;15733;p18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4" name="Google Shape;15734;p18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5" name="Google Shape;15735;p18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6" name="Google Shape;15736;p18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7" name="Google Shape;15737;p18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8" name="Google Shape;15738;p18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9" name="Google Shape;15739;p18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0" name="Google Shape;15740;p18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1" name="Google Shape;15741;p18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2" name="Google Shape;15742;p18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3" name="Google Shape;15743;p18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4" name="Google Shape;15744;p18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5" name="Google Shape;15745;p18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6" name="Google Shape;15746;p18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7" name="Google Shape;15747;p18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8" name="Google Shape;15748;p18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9" name="Google Shape;15749;p18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0" name="Google Shape;15750;p18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1" name="Google Shape;15751;p18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2" name="Google Shape;15752;p18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3" name="Google Shape;15753;p18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4" name="Google Shape;15754;p18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5" name="Google Shape;15755;p18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6" name="Google Shape;15756;p18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7" name="Google Shape;15757;p18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8" name="Google Shape;15758;p18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9" name="Google Shape;15759;p18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0" name="Google Shape;15760;p18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1" name="Google Shape;15761;p18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2" name="Google Shape;15762;p18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3" name="Google Shape;15763;p18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4" name="Google Shape;15764;p18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5" name="Google Shape;15765;p18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6" name="Google Shape;15766;p18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7" name="Google Shape;15767;p18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8" name="Google Shape;15768;p18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9" name="Google Shape;15769;p18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0" name="Google Shape;15770;p18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1" name="Google Shape;15771;p18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2" name="Google Shape;15772;p18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3" name="Google Shape;15773;p18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4" name="Google Shape;15774;p18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5" name="Google Shape;15775;p18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6" name="Google Shape;15776;p18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7" name="Google Shape;15777;p18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8" name="Google Shape;15778;p18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9" name="Google Shape;15779;p18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0" name="Google Shape;15780;p18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1" name="Google Shape;15781;p18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2" name="Google Shape;15782;p18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3" name="Google Shape;15783;p18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4" name="Google Shape;15784;p18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5" name="Google Shape;15785;p18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6" name="Google Shape;15786;p18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7" name="Google Shape;15787;p18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8" name="Google Shape;15788;p18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9" name="Google Shape;15789;p18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0" name="Google Shape;15790;p18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1" name="Google Shape;15791;p18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2" name="Google Shape;15792;p18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3" name="Google Shape;15793;p18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4" name="Google Shape;15794;p18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5" name="Google Shape;15795;p18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6" name="Google Shape;15796;p18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7" name="Google Shape;15797;p18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8" name="Google Shape;15798;p18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9" name="Google Shape;15799;p18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0" name="Google Shape;15800;p18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1" name="Google Shape;15801;p18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2" name="Google Shape;15802;p18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3" name="Google Shape;15803;p18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4" name="Google Shape;15804;p18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5" name="Google Shape;15805;p18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6" name="Google Shape;15806;p18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7" name="Google Shape;15807;p18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8" name="Google Shape;15808;p18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9" name="Google Shape;15809;p18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0" name="Google Shape;15810;p18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1" name="Google Shape;15811;p18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2" name="Google Shape;15812;p18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3" name="Google Shape;15813;p18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4" name="Google Shape;15814;p18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5" name="Google Shape;15815;p18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6" name="Google Shape;15816;p18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7" name="Google Shape;15817;p18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8" name="Google Shape;15818;p18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9" name="Google Shape;15819;p18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0" name="Google Shape;15820;p18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1" name="Google Shape;15821;p18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2" name="Google Shape;15822;p18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3" name="Google Shape;15823;p18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4" name="Google Shape;15824;p18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5" name="Google Shape;15825;p18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6" name="Google Shape;15826;p18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7" name="Google Shape;15827;p18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8" name="Google Shape;15828;p18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9" name="Google Shape;15829;p18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0" name="Google Shape;15830;p18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1" name="Google Shape;15831;p18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2" name="Google Shape;15832;p18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3" name="Google Shape;15833;p18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4" name="Google Shape;15834;p18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5" name="Google Shape;15835;p18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6" name="Google Shape;15836;p18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7" name="Google Shape;15837;p18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8" name="Google Shape;15838;p18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9" name="Google Shape;15839;p18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0" name="Google Shape;15840;p18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1" name="Google Shape;15841;p18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2" name="Google Shape;15842;p18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3" name="Google Shape;15843;p18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4" name="Google Shape;15844;p18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5" name="Google Shape;15845;p18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6" name="Google Shape;15846;p18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7" name="Google Shape;15847;p18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8" name="Google Shape;15848;p18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9" name="Google Shape;15849;p18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0" name="Google Shape;15850;p18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1" name="Google Shape;15851;p18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2" name="Google Shape;15852;p18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3" name="Google Shape;15853;p18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4" name="Google Shape;15854;p18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5" name="Google Shape;15855;p18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6" name="Google Shape;15856;p18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7" name="Google Shape;15857;p18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8" name="Google Shape;15858;p18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9" name="Google Shape;15859;p18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0" name="Google Shape;15860;p18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1" name="Google Shape;15861;p18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2" name="Google Shape;15862;p18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3" name="Google Shape;15863;p18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4" name="Google Shape;15864;p18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5" name="Google Shape;15865;p18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6" name="Google Shape;15866;p18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7" name="Google Shape;15867;p18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8" name="Google Shape;15868;p18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9" name="Google Shape;15869;p18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0" name="Google Shape;15870;p18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1" name="Google Shape;15871;p18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2" name="Google Shape;15872;p18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3" name="Google Shape;15873;p18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4" name="Google Shape;15874;p18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5" name="Google Shape;15875;p18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6" name="Google Shape;15876;p18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7" name="Google Shape;15877;p18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8" name="Google Shape;15878;p18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9" name="Google Shape;15879;p18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0" name="Google Shape;15880;p18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1" name="Google Shape;15881;p18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2" name="Google Shape;15882;p18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3" name="Google Shape;15883;p18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4" name="Google Shape;15884;p18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5" name="Google Shape;15885;p18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6" name="Google Shape;15886;p18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7" name="Google Shape;15887;p18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8" name="Google Shape;15888;p18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9" name="Google Shape;15889;p18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0" name="Google Shape;15890;p18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1" name="Google Shape;15891;p18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2" name="Google Shape;15892;p18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3" name="Google Shape;15893;p18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4" name="Google Shape;15894;p18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5" name="Google Shape;15895;p18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6" name="Google Shape;15896;p18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7" name="Google Shape;15897;p18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8" name="Google Shape;15898;p18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9" name="Google Shape;15899;p18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0" name="Google Shape;15900;p18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1" name="Google Shape;15901;p18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2" name="Google Shape;15902;p18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3" name="Google Shape;15903;p18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4" name="Google Shape;15904;p18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5" name="Google Shape;15905;p18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6" name="Google Shape;15906;p18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7" name="Google Shape;15907;p18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8" name="Google Shape;15908;p18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9" name="Google Shape;15909;p18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0" name="Google Shape;15910;p18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1" name="Google Shape;15911;p18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2" name="Google Shape;15912;p18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3" name="Google Shape;15913;p18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4" name="Google Shape;15914;p18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5" name="Google Shape;15915;p18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6" name="Google Shape;15916;p18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7" name="Google Shape;15917;p18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8" name="Google Shape;15918;p18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9" name="Google Shape;15919;p18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0" name="Google Shape;15920;p18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1" name="Google Shape;15921;p18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2" name="Google Shape;15922;p18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3" name="Google Shape;15923;p18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4" name="Google Shape;15924;p18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5" name="Google Shape;15925;p18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6" name="Google Shape;15926;p18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7" name="Google Shape;15927;p18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8" name="Google Shape;15928;p18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9" name="Google Shape;15929;p18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0" name="Google Shape;15930;p18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1" name="Google Shape;15931;p18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2" name="Google Shape;15932;p18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3" name="Google Shape;15933;p18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4" name="Google Shape;15934;p18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5" name="Google Shape;15935;p18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6" name="Google Shape;15936;p18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7" name="Google Shape;15937;p18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8" name="Google Shape;15938;p18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9" name="Google Shape;15939;p18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0" name="Google Shape;15940;p18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1" name="Google Shape;15941;p18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2" name="Google Shape;15942;p18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3" name="Google Shape;15943;p18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4" name="Google Shape;15944;p18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5" name="Google Shape;15945;p18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6" name="Google Shape;15946;p18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7" name="Google Shape;15947;p18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8" name="Google Shape;15948;p18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9" name="Google Shape;15949;p18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0" name="Google Shape;15950;p18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1" name="Google Shape;15951;p18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2" name="Google Shape;15952;p18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3" name="Google Shape;15953;p18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4" name="Google Shape;15954;p18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5" name="Google Shape;15955;p18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6" name="Google Shape;15956;p18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7" name="Google Shape;15957;p18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8" name="Google Shape;15958;p18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9" name="Google Shape;15959;p18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0" name="Google Shape;15960;p18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1" name="Google Shape;15961;p18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2" name="Google Shape;15962;p18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3" name="Google Shape;15963;p18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4" name="Google Shape;15964;p18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5" name="Google Shape;15965;p18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6" name="Google Shape;15966;p18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7" name="Google Shape;15967;p18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8" name="Google Shape;15968;p18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9" name="Google Shape;15969;p18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0" name="Google Shape;15970;p18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1" name="Google Shape;15971;p18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2" name="Google Shape;15972;p18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3" name="Google Shape;15973;p18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4" name="Google Shape;15974;p18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5" name="Google Shape;15975;p18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6" name="Google Shape;15976;p18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7" name="Google Shape;15977;p18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8" name="Google Shape;15978;p18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9" name="Google Shape;15979;p18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0" name="Google Shape;15980;p18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1" name="Google Shape;15981;p18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2" name="Google Shape;15982;p18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3" name="Google Shape;15983;p18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4" name="Google Shape;15984;p18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5" name="Google Shape;15985;p18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6" name="Google Shape;15986;p18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7" name="Google Shape;15987;p18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8" name="Google Shape;15988;p18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9" name="Google Shape;15989;p18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0" name="Google Shape;15990;p18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1" name="Google Shape;15991;p18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2" name="Google Shape;15992;p18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3" name="Google Shape;15993;p18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4" name="Google Shape;15994;p18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5" name="Google Shape;15995;p18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6" name="Google Shape;15996;p18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7" name="Google Shape;15997;p18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8" name="Google Shape;15998;p18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9" name="Google Shape;15999;p18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0" name="Google Shape;16000;p18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1" name="Google Shape;16001;p18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2" name="Google Shape;16002;p18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3" name="Google Shape;16003;p18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4" name="Google Shape;16004;p18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5" name="Google Shape;16005;p18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6" name="Google Shape;16006;p18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7" name="Google Shape;16007;p18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8" name="Google Shape;16008;p18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9" name="Google Shape;16009;p18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0" name="Google Shape;16010;p18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1" name="Google Shape;16011;p18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2" name="Google Shape;16012;p18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3" name="Google Shape;16013;p18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4" name="Google Shape;16014;p18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5" name="Google Shape;16015;p18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6" name="Google Shape;16016;p18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7" name="Google Shape;16017;p18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8" name="Google Shape;16018;p18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9" name="Google Shape;16019;p18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0" name="Google Shape;16020;p18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1" name="Google Shape;16021;p18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2" name="Google Shape;16022;p18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3" name="Google Shape;16023;p18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4" name="Google Shape;16024;p18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5" name="Google Shape;16025;p18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6" name="Google Shape;16026;p18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7" name="Google Shape;16027;p18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8" name="Google Shape;16028;p18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9" name="Google Shape;16029;p18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0" name="Google Shape;16030;p18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1" name="Google Shape;16031;p18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2" name="Google Shape;16032;p18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3" name="Google Shape;16033;p18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4" name="Google Shape;16034;p18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5" name="Google Shape;16035;p18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6" name="Google Shape;16036;p18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7" name="Google Shape;16037;p18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8" name="Google Shape;16038;p18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9" name="Google Shape;16039;p18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0" name="Google Shape;16040;p18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1" name="Google Shape;16041;p18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2" name="Google Shape;16042;p18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3" name="Google Shape;16043;p18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4" name="Google Shape;16044;p18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5" name="Google Shape;16045;p18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6" name="Google Shape;16046;p18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7" name="Google Shape;16047;p18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8" name="Google Shape;16048;p18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9" name="Google Shape;16049;p18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0" name="Google Shape;16050;p18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1" name="Google Shape;16051;p18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2" name="Google Shape;16052;p18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3" name="Google Shape;16053;p18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4" name="Google Shape;16054;p18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5" name="Google Shape;16055;p18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6" name="Google Shape;16056;p18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7" name="Google Shape;16057;p18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8" name="Google Shape;16058;p18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9" name="Google Shape;16059;p18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0" name="Google Shape;16060;p18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1" name="Google Shape;16061;p18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2" name="Google Shape;16062;p18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3" name="Google Shape;16063;p18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4" name="Google Shape;16064;p18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5" name="Google Shape;16065;p18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6" name="Google Shape;16066;p18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7" name="Google Shape;16067;p18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8" name="Google Shape;16068;p18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9" name="Google Shape;16069;p18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0" name="Google Shape;16070;p18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1" name="Google Shape;16071;p18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2" name="Google Shape;16072;p18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3" name="Google Shape;16073;p18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4" name="Google Shape;16074;p18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5" name="Google Shape;16075;p18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6" name="Google Shape;16076;p18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7" name="Google Shape;16077;p18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8" name="Google Shape;16078;p18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9" name="Google Shape;16079;p18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0" name="Google Shape;16080;p18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1" name="Google Shape;16081;p18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2" name="Google Shape;16082;p18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3" name="Google Shape;16083;p18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4" name="Google Shape;16084;p18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5" name="Google Shape;16085;p18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6" name="Google Shape;16086;p18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7" name="Google Shape;16087;p18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8" name="Google Shape;16088;p18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9" name="Google Shape;16089;p18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0" name="Google Shape;16090;p18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1" name="Google Shape;16091;p18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2" name="Google Shape;16092;p18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3" name="Google Shape;16093;p18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4" name="Google Shape;16094;p18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5" name="Google Shape;16095;p18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6" name="Google Shape;16096;p18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7" name="Google Shape;16097;p18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8" name="Google Shape;16098;p18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9" name="Google Shape;16099;p18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0" name="Google Shape;16100;p18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1" name="Google Shape;16101;p18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2" name="Google Shape;16102;p18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3" name="Google Shape;16103;p18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4" name="Google Shape;16104;p18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5" name="Google Shape;16105;p18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6" name="Google Shape;16106;p18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7" name="Google Shape;16107;p18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8" name="Google Shape;16108;p18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9" name="Google Shape;16109;p18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0" name="Google Shape;16110;p18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1" name="Google Shape;16111;p18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2" name="Google Shape;16112;p18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3" name="Google Shape;16113;p18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4" name="Google Shape;16114;p18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5" name="Google Shape;16115;p18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6" name="Google Shape;16116;p18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7" name="Google Shape;16117;p18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8" name="Google Shape;16118;p18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9" name="Google Shape;16119;p18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0" name="Google Shape;16120;p18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1" name="Google Shape;16121;p18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2" name="Google Shape;16122;p18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3" name="Google Shape;16123;p18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4" name="Google Shape;16124;p18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5" name="Google Shape;16125;p18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6" name="Google Shape;16126;p18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7" name="Google Shape;16127;p18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8" name="Google Shape;16128;p18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9" name="Google Shape;16129;p18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0" name="Google Shape;16130;p18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1" name="Google Shape;16131;p18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2" name="Google Shape;16132;p18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3" name="Google Shape;16133;p18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4" name="Google Shape;16134;p18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5" name="Google Shape;16135;p18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6" name="Google Shape;16136;p18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7" name="Google Shape;16137;p18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8" name="Google Shape;16138;p18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9" name="Google Shape;16139;p18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0" name="Google Shape;16140;p18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1" name="Google Shape;16141;p18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2" name="Google Shape;16142;p18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3" name="Google Shape;16143;p18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4" name="Google Shape;16144;p18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5" name="Google Shape;16145;p18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6" name="Google Shape;16146;p18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7" name="Google Shape;16147;p18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8" name="Google Shape;16148;p18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9" name="Google Shape;16149;p18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0" name="Google Shape;16150;p18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1" name="Google Shape;16151;p18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2" name="Google Shape;16152;p18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3" name="Google Shape;16153;p18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4" name="Google Shape;16154;p18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5" name="Google Shape;16155;p18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6" name="Google Shape;16156;p18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7" name="Google Shape;16157;p18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8" name="Google Shape;16158;p18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9" name="Google Shape;16159;p18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0" name="Google Shape;16160;p18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1" name="Google Shape;16161;p18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2" name="Google Shape;16162;p18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3" name="Google Shape;16163;p18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4" name="Google Shape;16164;p18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5" name="Google Shape;16165;p18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6" name="Google Shape;16166;p18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7" name="Google Shape;16167;p18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8" name="Google Shape;16168;p18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9" name="Google Shape;16169;p18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0" name="Google Shape;16170;p18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1" name="Google Shape;16171;p18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2" name="Google Shape;16172;p18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3" name="Google Shape;16173;p18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4" name="Google Shape;16174;p18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5" name="Google Shape;16175;p18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6" name="Google Shape;16176;p18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7" name="Google Shape;16177;p18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8" name="Google Shape;16178;p18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9" name="Google Shape;16179;p18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0" name="Google Shape;16180;p18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1" name="Google Shape;16181;p18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2" name="Google Shape;16182;p18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3" name="Google Shape;16183;p18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4" name="Google Shape;16184;p18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5" name="Google Shape;16185;p18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6" name="Google Shape;16186;p18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7" name="Google Shape;16187;p18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8" name="Google Shape;16188;p18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9" name="Google Shape;16189;p18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0" name="Google Shape;16190;p18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1" name="Google Shape;16191;p18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2" name="Google Shape;16192;p18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3" name="Google Shape;16193;p18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4" name="Google Shape;16194;p18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5" name="Google Shape;16195;p18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6" name="Google Shape;16196;p18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7" name="Google Shape;16197;p18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8" name="Google Shape;16198;p18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9" name="Google Shape;16199;p18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0" name="Google Shape;16200;p18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1" name="Google Shape;16201;p18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2" name="Google Shape;16202;p18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3" name="Google Shape;16203;p18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4" name="Google Shape;16204;p18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5" name="Google Shape;16205;p18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6" name="Google Shape;16206;p18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7" name="Google Shape;16207;p18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8" name="Google Shape;16208;p18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9" name="Google Shape;16209;p18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0" name="Google Shape;16210;p18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1" name="Google Shape;16211;p18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2" name="Google Shape;16212;p18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3" name="Google Shape;16213;p18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4" name="Google Shape;16214;p18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5" name="Google Shape;16215;p18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6" name="Google Shape;16216;p18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7" name="Google Shape;16217;p18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8" name="Google Shape;16218;p18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9" name="Google Shape;16219;p18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0" name="Google Shape;16220;p18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1" name="Google Shape;16221;p18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2" name="Google Shape;16222;p18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3" name="Google Shape;16223;p18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4" name="Google Shape;16224;p18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5" name="Google Shape;16225;p18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6" name="Google Shape;16226;p18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7" name="Google Shape;16227;p18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8" name="Google Shape;16228;p18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9" name="Google Shape;16229;p18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0" name="Google Shape;16230;p18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1" name="Google Shape;16231;p18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2" name="Google Shape;16232;p18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3" name="Google Shape;16233;p18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4" name="Google Shape;16234;p18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5" name="Google Shape;16235;p18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6" name="Google Shape;16236;p18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7" name="Google Shape;16237;p18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8" name="Google Shape;16238;p18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9" name="Google Shape;16239;p18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0" name="Google Shape;16240;p18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1" name="Google Shape;16241;p18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2" name="Google Shape;16242;p18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3" name="Google Shape;16243;p18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4" name="Google Shape;16244;p18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5" name="Google Shape;16245;p18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6" name="Google Shape;16246;p18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7" name="Google Shape;16247;p18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8" name="Google Shape;16248;p18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9" name="Google Shape;16249;p18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0" name="Google Shape;16250;p18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1" name="Google Shape;16251;p18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2" name="Google Shape;16252;p18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3" name="Google Shape;16253;p18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4" name="Google Shape;16254;p18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5" name="Google Shape;16255;p18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6" name="Google Shape;16256;p18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7" name="Google Shape;16257;p18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8" name="Google Shape;16258;p18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9" name="Google Shape;16259;p18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0" name="Google Shape;16260;p18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1" name="Google Shape;16261;p18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2" name="Google Shape;16262;p18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3" name="Google Shape;16263;p18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4" name="Google Shape;16264;p18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5" name="Google Shape;16265;p18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6" name="Google Shape;16266;p18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7" name="Google Shape;16267;p18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8" name="Google Shape;16268;p18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9" name="Google Shape;16269;p18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0" name="Google Shape;16270;p18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1" name="Google Shape;16271;p18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2" name="Google Shape;16272;p18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3" name="Google Shape;16273;p18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4" name="Google Shape;16274;p18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5" name="Google Shape;16275;p18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6" name="Google Shape;16276;p18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7" name="Google Shape;16277;p18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8" name="Google Shape;16278;p18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9" name="Google Shape;16279;p18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0" name="Google Shape;16280;p18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1" name="Google Shape;16281;p18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2" name="Google Shape;16282;p18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3" name="Google Shape;16283;p18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4" name="Google Shape;16284;p18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5" name="Google Shape;16285;p18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6" name="Google Shape;16286;p18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7" name="Google Shape;16287;p18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8" name="Google Shape;16288;p18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9" name="Google Shape;16289;p18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0" name="Google Shape;16290;p18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1" name="Google Shape;16291;p18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2" name="Google Shape;16292;p18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3" name="Google Shape;16293;p18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4" name="Google Shape;16294;p18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5" name="Google Shape;16295;p18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6" name="Google Shape;16296;p18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7" name="Google Shape;16297;p18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8" name="Google Shape;16298;p18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9" name="Google Shape;16299;p18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0" name="Google Shape;16300;p18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1" name="Google Shape;16301;p18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2" name="Google Shape;16302;p18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3" name="Google Shape;16303;p18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4" name="Google Shape;16304;p18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5" name="Google Shape;16305;p18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6" name="Google Shape;16306;p18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7" name="Google Shape;16307;p18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8" name="Google Shape;16308;p18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9" name="Google Shape;16309;p18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0" name="Google Shape;16310;p18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1" name="Google Shape;16311;p18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2" name="Google Shape;16312;p18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3" name="Google Shape;16313;p18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4" name="Google Shape;16314;p18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5" name="Google Shape;16315;p18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6" name="Google Shape;16316;p18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7" name="Google Shape;16317;p18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8" name="Google Shape;16318;p18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9" name="Google Shape;16319;p18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0" name="Google Shape;16320;p18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1" name="Google Shape;16321;p18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2" name="Google Shape;16322;p18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3" name="Google Shape;16323;p18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4" name="Google Shape;16324;p18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5" name="Google Shape;16325;p18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6" name="Google Shape;16326;p18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7" name="Google Shape;16327;p18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8" name="Google Shape;16328;p18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9" name="Google Shape;16329;p18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0" name="Google Shape;16330;p18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1" name="Google Shape;16331;p18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2" name="Google Shape;16332;p18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3" name="Google Shape;16333;p18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4" name="Google Shape;16334;p18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5" name="Google Shape;16335;p18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6" name="Google Shape;16336;p18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7" name="Google Shape;16337;p18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8" name="Google Shape;16338;p18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9" name="Google Shape;16339;p18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0" name="Google Shape;16340;p18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1" name="Google Shape;16341;p18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2" name="Google Shape;16342;p18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3" name="Google Shape;16343;p18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4" name="Google Shape;16344;p18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5" name="Google Shape;16345;p18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6" name="Google Shape;16346;p18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7" name="Google Shape;16347;p18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8" name="Google Shape;16348;p18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9" name="Google Shape;16349;p18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0" name="Google Shape;16350;p18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1" name="Google Shape;16351;p18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2" name="Google Shape;16352;p18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3" name="Google Shape;16353;p18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4" name="Google Shape;16354;p18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5" name="Google Shape;16355;p18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6" name="Google Shape;16356;p18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7" name="Google Shape;16357;p18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8" name="Google Shape;16358;p18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9" name="Google Shape;16359;p18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0" name="Google Shape;16360;p18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1" name="Google Shape;16361;p18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2" name="Google Shape;16362;p18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3" name="Google Shape;16363;p18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4" name="Google Shape;16364;p18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5" name="Google Shape;16365;p18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6" name="Google Shape;16366;p18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7" name="Google Shape;16367;p18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8" name="Google Shape;16368;p18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9" name="Google Shape;16369;p18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0" name="Google Shape;16370;p18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1" name="Google Shape;16371;p18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2" name="Google Shape;16372;p18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3" name="Google Shape;16373;p18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4" name="Google Shape;16374;p18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5" name="Google Shape;16375;p18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6" name="Google Shape;16376;p18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7" name="Google Shape;16377;p18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8" name="Google Shape;16378;p18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9" name="Google Shape;16379;p18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0" name="Google Shape;16380;p18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1" name="Google Shape;16381;p18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2" name="Google Shape;16382;p18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3" name="Google Shape;16383;p18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4" name="Google Shape;16384;p18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5" name="Google Shape;16385;p18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6" name="Google Shape;16386;p18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7" name="Google Shape;16387;p18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8" name="Google Shape;16388;p18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9" name="Google Shape;16389;p18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0" name="Google Shape;16390;p18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1" name="Google Shape;16391;p18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2" name="Google Shape;16392;p18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3" name="Google Shape;16393;p18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4" name="Google Shape;16394;p18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5" name="Google Shape;16395;p18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6" name="Google Shape;16396;p18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7" name="Google Shape;16397;p18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8" name="Google Shape;16398;p18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9" name="Google Shape;16399;p18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0" name="Google Shape;16400;p18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1" name="Google Shape;16401;p18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2" name="Google Shape;16402;p18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3" name="Google Shape;16403;p18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4" name="Google Shape;16404;p18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5" name="Google Shape;16405;p18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6" name="Google Shape;16406;p18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7" name="Google Shape;16407;p18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8" name="Google Shape;16408;p18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9" name="Google Shape;16409;p18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0" name="Google Shape;16410;p18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1" name="Google Shape;16411;p18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2" name="Google Shape;16412;p18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3" name="Google Shape;16413;p18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4" name="Google Shape;16414;p18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5" name="Google Shape;16415;p18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6" name="Google Shape;16416;p18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7" name="Google Shape;16417;p18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8" name="Google Shape;16418;p18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9" name="Google Shape;16419;p18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0" name="Google Shape;16420;p18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1" name="Google Shape;16421;p18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2" name="Google Shape;16422;p18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3" name="Google Shape;16423;p18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4" name="Google Shape;16424;p18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5" name="Google Shape;16425;p18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6" name="Google Shape;16426;p18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7" name="Google Shape;16427;p18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8" name="Google Shape;16428;p18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9" name="Google Shape;16429;p18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0" name="Google Shape;16430;p18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1" name="Google Shape;16431;p18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2" name="Google Shape;16432;p18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3" name="Google Shape;16433;p18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4" name="Google Shape;16434;p18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5" name="Google Shape;16435;p18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6" name="Google Shape;16436;p18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7" name="Google Shape;16437;p18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8" name="Google Shape;16438;p18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9" name="Google Shape;16439;p18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0" name="Google Shape;16440;p18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1" name="Google Shape;16441;p18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2" name="Google Shape;16442;p18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3" name="Google Shape;16443;p18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4" name="Google Shape;16444;p18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5" name="Google Shape;16445;p18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6" name="Google Shape;16446;p18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7" name="Google Shape;16447;p18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8" name="Google Shape;16448;p18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9" name="Google Shape;16449;p18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0" name="Google Shape;16450;p18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1" name="Google Shape;16451;p18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2" name="Google Shape;16452;p18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3" name="Google Shape;16453;p18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4" name="Google Shape;16454;p18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5" name="Google Shape;16455;p18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6" name="Google Shape;16456;p18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7" name="Google Shape;16457;p18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8" name="Google Shape;16458;p18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9" name="Google Shape;16459;p18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0" name="Google Shape;16460;p18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1" name="Google Shape;16461;p18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2" name="Google Shape;16462;p18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3" name="Google Shape;16463;p18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4" name="Google Shape;16464;p18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5" name="Google Shape;16465;p18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6" name="Google Shape;16466;p18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7" name="Google Shape;16467;p18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8" name="Google Shape;16468;p18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9" name="Google Shape;16469;p18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0" name="Google Shape;16470;p18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1" name="Google Shape;16471;p18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2" name="Google Shape;16472;p18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3" name="Google Shape;16473;p18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4" name="Google Shape;16474;p18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5" name="Google Shape;16475;p18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6" name="Google Shape;16476;p18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7" name="Google Shape;16477;p18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8" name="Google Shape;16478;p18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9" name="Google Shape;16479;p18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0" name="Google Shape;16480;p18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1" name="Google Shape;16481;p18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2" name="Google Shape;16482;p18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3" name="Google Shape;16483;p18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4" name="Google Shape;16484;p18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5" name="Google Shape;16485;p18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6" name="Google Shape;16486;p18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7" name="Google Shape;16487;p18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8" name="Google Shape;16488;p18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9" name="Google Shape;16489;p18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0" name="Google Shape;16490;p18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1" name="Google Shape;16491;p18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2" name="Google Shape;16492;p18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3" name="Google Shape;16493;p18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4" name="Google Shape;16494;p18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5" name="Google Shape;16495;p18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6" name="Google Shape;16496;p18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7" name="Google Shape;16497;p18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8" name="Google Shape;16498;p18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9" name="Google Shape;16499;p18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0" name="Google Shape;16500;p18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1" name="Google Shape;16501;p18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2" name="Google Shape;16502;p18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3" name="Google Shape;16503;p18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4" name="Google Shape;16504;p18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5" name="Google Shape;16505;p18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6" name="Google Shape;16506;p18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7" name="Google Shape;16507;p18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8" name="Google Shape;16508;p18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9" name="Google Shape;16509;p18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0" name="Google Shape;16510;p18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1" name="Google Shape;16511;p18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2" name="Google Shape;16512;p18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3" name="Google Shape;16513;p18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4" name="Google Shape;16514;p18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5" name="Google Shape;16515;p18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6" name="Google Shape;16516;p18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7" name="Google Shape;16517;p18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8" name="Google Shape;16518;p18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9" name="Google Shape;16519;p18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0" name="Google Shape;16520;p18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1" name="Google Shape;16521;p18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2" name="Google Shape;16522;p18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3" name="Google Shape;16523;p18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4" name="Google Shape;16524;p18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5" name="Google Shape;16525;p18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6" name="Google Shape;16526;p18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7" name="Google Shape;16527;p18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8" name="Google Shape;16528;p18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9" name="Google Shape;16529;p18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0" name="Google Shape;16530;p18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1" name="Google Shape;16531;p18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2" name="Google Shape;16532;p18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3" name="Google Shape;16533;p18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4" name="Google Shape;16534;p18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5" name="Google Shape;16535;p18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6" name="Google Shape;16536;p18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7" name="Google Shape;16537;p18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8" name="Google Shape;16538;p18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9" name="Google Shape;16539;p18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40" name="Google Shape;16540;p18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41" name="Google Shape;16541;p18"/>
          <p:cNvSpPr txBox="1"/>
          <p:nvPr>
            <p:ph type="title"/>
          </p:nvPr>
        </p:nvSpPr>
        <p:spPr>
          <a:xfrm>
            <a:off x="1085100" y="438291"/>
            <a:ext cx="6973800" cy="98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6542" name="Google Shape;16542;p18"/>
          <p:cNvSpPr txBox="1"/>
          <p:nvPr>
            <p:ph idx="1" type="subTitle"/>
          </p:nvPr>
        </p:nvSpPr>
        <p:spPr>
          <a:xfrm>
            <a:off x="1384075" y="2055374"/>
            <a:ext cx="17118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6543" name="Google Shape;16543;p18"/>
          <p:cNvSpPr txBox="1"/>
          <p:nvPr>
            <p:ph idx="2" type="subTitle"/>
          </p:nvPr>
        </p:nvSpPr>
        <p:spPr>
          <a:xfrm>
            <a:off x="1384075" y="2336928"/>
            <a:ext cx="1711800" cy="68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544" name="Google Shape;16544;p18"/>
          <p:cNvSpPr txBox="1"/>
          <p:nvPr>
            <p:ph idx="3" type="subTitle"/>
          </p:nvPr>
        </p:nvSpPr>
        <p:spPr>
          <a:xfrm>
            <a:off x="3716100" y="2055374"/>
            <a:ext cx="17118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6545" name="Google Shape;16545;p18"/>
          <p:cNvSpPr txBox="1"/>
          <p:nvPr>
            <p:ph idx="4" type="subTitle"/>
          </p:nvPr>
        </p:nvSpPr>
        <p:spPr>
          <a:xfrm>
            <a:off x="3716100" y="2336928"/>
            <a:ext cx="1711800" cy="68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546" name="Google Shape;16546;p18"/>
          <p:cNvSpPr txBox="1"/>
          <p:nvPr>
            <p:ph idx="5" type="subTitle"/>
          </p:nvPr>
        </p:nvSpPr>
        <p:spPr>
          <a:xfrm>
            <a:off x="6048125" y="2055374"/>
            <a:ext cx="17118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6547" name="Google Shape;16547;p18"/>
          <p:cNvSpPr txBox="1"/>
          <p:nvPr>
            <p:ph idx="6" type="subTitle"/>
          </p:nvPr>
        </p:nvSpPr>
        <p:spPr>
          <a:xfrm>
            <a:off x="6048125" y="2336928"/>
            <a:ext cx="1711800" cy="68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548" name="Google Shape;16548;p18"/>
          <p:cNvSpPr txBox="1"/>
          <p:nvPr>
            <p:ph idx="7" type="subTitle"/>
          </p:nvPr>
        </p:nvSpPr>
        <p:spPr>
          <a:xfrm>
            <a:off x="1384075" y="3780580"/>
            <a:ext cx="17118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6549" name="Google Shape;16549;p18"/>
          <p:cNvSpPr txBox="1"/>
          <p:nvPr>
            <p:ph idx="8" type="subTitle"/>
          </p:nvPr>
        </p:nvSpPr>
        <p:spPr>
          <a:xfrm>
            <a:off x="1384075" y="4062133"/>
            <a:ext cx="1711800" cy="62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550" name="Google Shape;16550;p18"/>
          <p:cNvSpPr txBox="1"/>
          <p:nvPr>
            <p:ph idx="9" type="subTitle"/>
          </p:nvPr>
        </p:nvSpPr>
        <p:spPr>
          <a:xfrm>
            <a:off x="3716100" y="3780580"/>
            <a:ext cx="17118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6551" name="Google Shape;16551;p18"/>
          <p:cNvSpPr txBox="1"/>
          <p:nvPr>
            <p:ph idx="13" type="subTitle"/>
          </p:nvPr>
        </p:nvSpPr>
        <p:spPr>
          <a:xfrm>
            <a:off x="3716100" y="4062133"/>
            <a:ext cx="1711800" cy="62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552" name="Google Shape;16552;p18"/>
          <p:cNvSpPr txBox="1"/>
          <p:nvPr>
            <p:ph idx="14" type="subTitle"/>
          </p:nvPr>
        </p:nvSpPr>
        <p:spPr>
          <a:xfrm>
            <a:off x="6048125" y="3780580"/>
            <a:ext cx="17118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6553" name="Google Shape;16553;p18"/>
          <p:cNvSpPr txBox="1"/>
          <p:nvPr>
            <p:ph idx="15" type="subTitle"/>
          </p:nvPr>
        </p:nvSpPr>
        <p:spPr>
          <a:xfrm>
            <a:off x="6048125" y="4062133"/>
            <a:ext cx="1711800" cy="62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6554" name="Google Shape;16554;p18"/>
          <p:cNvGrpSpPr/>
          <p:nvPr/>
        </p:nvGrpSpPr>
        <p:grpSpPr>
          <a:xfrm>
            <a:off x="7493710" y="2641730"/>
            <a:ext cx="1650293" cy="2065513"/>
            <a:chOff x="7083460" y="58355"/>
            <a:chExt cx="2069852" cy="2590310"/>
          </a:xfrm>
        </p:grpSpPr>
        <p:sp>
          <p:nvSpPr>
            <p:cNvPr id="16555" name="Google Shape;16555;p18"/>
            <p:cNvSpPr/>
            <p:nvPr/>
          </p:nvSpPr>
          <p:spPr>
            <a:xfrm>
              <a:off x="8444179" y="812772"/>
              <a:ext cx="709133" cy="994820"/>
            </a:xfrm>
            <a:custGeom>
              <a:rect b="b" l="l" r="r" t="t"/>
              <a:pathLst>
                <a:path extrusionOk="0" h="45286" w="32281">
                  <a:moveTo>
                    <a:pt x="524" y="1"/>
                  </a:moveTo>
                  <a:cubicBezTo>
                    <a:pt x="474" y="1"/>
                    <a:pt x="424" y="8"/>
                    <a:pt x="376" y="22"/>
                  </a:cubicBezTo>
                  <a:cubicBezTo>
                    <a:pt x="151" y="98"/>
                    <a:pt x="0" y="323"/>
                    <a:pt x="25" y="549"/>
                  </a:cubicBezTo>
                  <a:cubicBezTo>
                    <a:pt x="351" y="3707"/>
                    <a:pt x="1203" y="6865"/>
                    <a:pt x="2531" y="9822"/>
                  </a:cubicBezTo>
                  <a:cubicBezTo>
                    <a:pt x="3885" y="12779"/>
                    <a:pt x="5689" y="15561"/>
                    <a:pt x="7920" y="18017"/>
                  </a:cubicBezTo>
                  <a:cubicBezTo>
                    <a:pt x="9048" y="19246"/>
                    <a:pt x="10276" y="20398"/>
                    <a:pt x="11529" y="21426"/>
                  </a:cubicBezTo>
                  <a:cubicBezTo>
                    <a:pt x="12807" y="22479"/>
                    <a:pt x="14110" y="23406"/>
                    <a:pt x="15389" y="24333"/>
                  </a:cubicBezTo>
                  <a:cubicBezTo>
                    <a:pt x="17970" y="26138"/>
                    <a:pt x="20451" y="27817"/>
                    <a:pt x="22481" y="29722"/>
                  </a:cubicBezTo>
                  <a:cubicBezTo>
                    <a:pt x="23509" y="30649"/>
                    <a:pt x="24411" y="31652"/>
                    <a:pt x="25238" y="32754"/>
                  </a:cubicBezTo>
                  <a:cubicBezTo>
                    <a:pt x="26091" y="33832"/>
                    <a:pt x="26867" y="35035"/>
                    <a:pt x="27594" y="36263"/>
                  </a:cubicBezTo>
                  <a:cubicBezTo>
                    <a:pt x="29048" y="38769"/>
                    <a:pt x="30376" y="41476"/>
                    <a:pt x="31780" y="44308"/>
                  </a:cubicBezTo>
                  <a:cubicBezTo>
                    <a:pt x="31955" y="44634"/>
                    <a:pt x="32131" y="44960"/>
                    <a:pt x="32281" y="45286"/>
                  </a:cubicBezTo>
                  <a:lnTo>
                    <a:pt x="32281" y="31426"/>
                  </a:lnTo>
                  <a:cubicBezTo>
                    <a:pt x="31629" y="30499"/>
                    <a:pt x="30928" y="29571"/>
                    <a:pt x="30151" y="28694"/>
                  </a:cubicBezTo>
                  <a:cubicBezTo>
                    <a:pt x="29850" y="28343"/>
                    <a:pt x="29474" y="28068"/>
                    <a:pt x="29198" y="27667"/>
                  </a:cubicBezTo>
                  <a:cubicBezTo>
                    <a:pt x="28948" y="27291"/>
                    <a:pt x="28747" y="26890"/>
                    <a:pt x="28547" y="26514"/>
                  </a:cubicBezTo>
                  <a:cubicBezTo>
                    <a:pt x="28096" y="25611"/>
                    <a:pt x="27695" y="24709"/>
                    <a:pt x="27319" y="23757"/>
                  </a:cubicBezTo>
                  <a:cubicBezTo>
                    <a:pt x="26592" y="21952"/>
                    <a:pt x="26040" y="20048"/>
                    <a:pt x="25564" y="18168"/>
                  </a:cubicBezTo>
                  <a:cubicBezTo>
                    <a:pt x="24988" y="15887"/>
                    <a:pt x="24587" y="13556"/>
                    <a:pt x="24386" y="11225"/>
                  </a:cubicBezTo>
                  <a:cubicBezTo>
                    <a:pt x="24363" y="11088"/>
                    <a:pt x="24257" y="10972"/>
                    <a:pt x="24124" y="10972"/>
                  </a:cubicBezTo>
                  <a:cubicBezTo>
                    <a:pt x="24111" y="10972"/>
                    <a:pt x="24098" y="10973"/>
                    <a:pt x="24085" y="10975"/>
                  </a:cubicBezTo>
                  <a:cubicBezTo>
                    <a:pt x="23960" y="10975"/>
                    <a:pt x="23860" y="11075"/>
                    <a:pt x="23835" y="11200"/>
                  </a:cubicBezTo>
                  <a:cubicBezTo>
                    <a:pt x="23183" y="15035"/>
                    <a:pt x="23058" y="19020"/>
                    <a:pt x="23459" y="23005"/>
                  </a:cubicBezTo>
                  <a:cubicBezTo>
                    <a:pt x="21679" y="21852"/>
                    <a:pt x="19900" y="20875"/>
                    <a:pt x="18221" y="19897"/>
                  </a:cubicBezTo>
                  <a:cubicBezTo>
                    <a:pt x="15539" y="18393"/>
                    <a:pt x="13033" y="16915"/>
                    <a:pt x="10852" y="15035"/>
                  </a:cubicBezTo>
                  <a:cubicBezTo>
                    <a:pt x="8647" y="13155"/>
                    <a:pt x="6667" y="10925"/>
                    <a:pt x="5013" y="8469"/>
                  </a:cubicBezTo>
                  <a:cubicBezTo>
                    <a:pt x="3359" y="5987"/>
                    <a:pt x="2005" y="3255"/>
                    <a:pt x="1028" y="348"/>
                  </a:cubicBezTo>
                  <a:cubicBezTo>
                    <a:pt x="947" y="125"/>
                    <a:pt x="735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6" name="Google Shape;16556;p18"/>
            <p:cNvSpPr/>
            <p:nvPr/>
          </p:nvSpPr>
          <p:spPr>
            <a:xfrm>
              <a:off x="8091249" y="2213354"/>
              <a:ext cx="1062063" cy="231911"/>
            </a:xfrm>
            <a:custGeom>
              <a:rect b="b" l="l" r="r" t="t"/>
              <a:pathLst>
                <a:path extrusionOk="0" h="10557" w="48347">
                  <a:moveTo>
                    <a:pt x="48347" y="0"/>
                  </a:moveTo>
                  <a:cubicBezTo>
                    <a:pt x="45615" y="376"/>
                    <a:pt x="42883" y="802"/>
                    <a:pt x="40177" y="1228"/>
                  </a:cubicBezTo>
                  <a:cubicBezTo>
                    <a:pt x="36818" y="1754"/>
                    <a:pt x="33485" y="2331"/>
                    <a:pt x="30151" y="2932"/>
                  </a:cubicBezTo>
                  <a:cubicBezTo>
                    <a:pt x="26793" y="3509"/>
                    <a:pt x="23485" y="4236"/>
                    <a:pt x="20202" y="4687"/>
                  </a:cubicBezTo>
                  <a:cubicBezTo>
                    <a:pt x="18298" y="4965"/>
                    <a:pt x="16377" y="5149"/>
                    <a:pt x="14469" y="5149"/>
                  </a:cubicBezTo>
                  <a:cubicBezTo>
                    <a:pt x="13111" y="5149"/>
                    <a:pt x="11761" y="5056"/>
                    <a:pt x="10427" y="4837"/>
                  </a:cubicBezTo>
                  <a:cubicBezTo>
                    <a:pt x="7219" y="4311"/>
                    <a:pt x="4086" y="3083"/>
                    <a:pt x="953" y="1855"/>
                  </a:cubicBezTo>
                  <a:cubicBezTo>
                    <a:pt x="873" y="1818"/>
                    <a:pt x="789" y="1800"/>
                    <a:pt x="707" y="1800"/>
                  </a:cubicBezTo>
                  <a:cubicBezTo>
                    <a:pt x="457" y="1800"/>
                    <a:pt x="221" y="1960"/>
                    <a:pt x="126" y="2206"/>
                  </a:cubicBezTo>
                  <a:cubicBezTo>
                    <a:pt x="1" y="2506"/>
                    <a:pt x="151" y="2857"/>
                    <a:pt x="452" y="3008"/>
                  </a:cubicBezTo>
                  <a:cubicBezTo>
                    <a:pt x="3510" y="4411"/>
                    <a:pt x="6643" y="5865"/>
                    <a:pt x="10076" y="6642"/>
                  </a:cubicBezTo>
                  <a:cubicBezTo>
                    <a:pt x="10778" y="6792"/>
                    <a:pt x="11480" y="6917"/>
                    <a:pt x="12206" y="6993"/>
                  </a:cubicBezTo>
                  <a:cubicBezTo>
                    <a:pt x="9600" y="8246"/>
                    <a:pt x="6868" y="9248"/>
                    <a:pt x="4036" y="10025"/>
                  </a:cubicBezTo>
                  <a:cubicBezTo>
                    <a:pt x="3886" y="10050"/>
                    <a:pt x="3810" y="10201"/>
                    <a:pt x="3861" y="10351"/>
                  </a:cubicBezTo>
                  <a:cubicBezTo>
                    <a:pt x="3882" y="10482"/>
                    <a:pt x="3981" y="10556"/>
                    <a:pt x="4105" y="10556"/>
                  </a:cubicBezTo>
                  <a:cubicBezTo>
                    <a:pt x="4124" y="10556"/>
                    <a:pt x="4142" y="10555"/>
                    <a:pt x="4161" y="10552"/>
                  </a:cubicBezTo>
                  <a:cubicBezTo>
                    <a:pt x="8096" y="9925"/>
                    <a:pt x="12006" y="8822"/>
                    <a:pt x="15715" y="7268"/>
                  </a:cubicBezTo>
                  <a:cubicBezTo>
                    <a:pt x="15922" y="7272"/>
                    <a:pt x="16130" y="7273"/>
                    <a:pt x="16337" y="7273"/>
                  </a:cubicBezTo>
                  <a:cubicBezTo>
                    <a:pt x="17733" y="7273"/>
                    <a:pt x="19124" y="7202"/>
                    <a:pt x="20477" y="7093"/>
                  </a:cubicBezTo>
                  <a:cubicBezTo>
                    <a:pt x="23911" y="6792"/>
                    <a:pt x="27244" y="6291"/>
                    <a:pt x="30578" y="5890"/>
                  </a:cubicBezTo>
                  <a:cubicBezTo>
                    <a:pt x="33936" y="5489"/>
                    <a:pt x="37269" y="5113"/>
                    <a:pt x="40628" y="4762"/>
                  </a:cubicBezTo>
                  <a:cubicBezTo>
                    <a:pt x="43209" y="4511"/>
                    <a:pt x="45791" y="4261"/>
                    <a:pt x="48347" y="4035"/>
                  </a:cubicBezTo>
                  <a:lnTo>
                    <a:pt x="4834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7" name="Google Shape;16557;p18"/>
            <p:cNvSpPr/>
            <p:nvPr/>
          </p:nvSpPr>
          <p:spPr>
            <a:xfrm>
              <a:off x="7219161" y="791639"/>
              <a:ext cx="1934151" cy="1278574"/>
            </a:xfrm>
            <a:custGeom>
              <a:rect b="b" l="l" r="r" t="t"/>
              <a:pathLst>
                <a:path extrusionOk="0" h="58203" w="88046">
                  <a:moveTo>
                    <a:pt x="705" y="1"/>
                  </a:moveTo>
                  <a:cubicBezTo>
                    <a:pt x="517" y="1"/>
                    <a:pt x="340" y="76"/>
                    <a:pt x="226" y="233"/>
                  </a:cubicBezTo>
                  <a:cubicBezTo>
                    <a:pt x="0" y="508"/>
                    <a:pt x="51" y="884"/>
                    <a:pt x="276" y="1110"/>
                  </a:cubicBezTo>
                  <a:cubicBezTo>
                    <a:pt x="5113" y="5496"/>
                    <a:pt x="10928" y="8879"/>
                    <a:pt x="17219" y="10934"/>
                  </a:cubicBezTo>
                  <a:cubicBezTo>
                    <a:pt x="20351" y="11962"/>
                    <a:pt x="23509" y="12689"/>
                    <a:pt x="26392" y="13766"/>
                  </a:cubicBezTo>
                  <a:cubicBezTo>
                    <a:pt x="29249" y="14819"/>
                    <a:pt x="31830" y="16373"/>
                    <a:pt x="34186" y="18303"/>
                  </a:cubicBezTo>
                  <a:cubicBezTo>
                    <a:pt x="38923" y="22162"/>
                    <a:pt x="42682" y="27250"/>
                    <a:pt x="46717" y="32313"/>
                  </a:cubicBezTo>
                  <a:cubicBezTo>
                    <a:pt x="48748" y="34869"/>
                    <a:pt x="50878" y="37426"/>
                    <a:pt x="53284" y="39832"/>
                  </a:cubicBezTo>
                  <a:cubicBezTo>
                    <a:pt x="53585" y="40132"/>
                    <a:pt x="53885" y="40433"/>
                    <a:pt x="54186" y="40734"/>
                  </a:cubicBezTo>
                  <a:lnTo>
                    <a:pt x="55139" y="41586"/>
                  </a:lnTo>
                  <a:lnTo>
                    <a:pt x="56116" y="42463"/>
                  </a:lnTo>
                  <a:cubicBezTo>
                    <a:pt x="56442" y="42739"/>
                    <a:pt x="56793" y="42990"/>
                    <a:pt x="57144" y="43265"/>
                  </a:cubicBezTo>
                  <a:cubicBezTo>
                    <a:pt x="58472" y="44393"/>
                    <a:pt x="59951" y="45396"/>
                    <a:pt x="61429" y="46273"/>
                  </a:cubicBezTo>
                  <a:cubicBezTo>
                    <a:pt x="64387" y="48077"/>
                    <a:pt x="67469" y="49481"/>
                    <a:pt x="70452" y="50809"/>
                  </a:cubicBezTo>
                  <a:cubicBezTo>
                    <a:pt x="73409" y="52112"/>
                    <a:pt x="76367" y="53416"/>
                    <a:pt x="79349" y="54669"/>
                  </a:cubicBezTo>
                  <a:cubicBezTo>
                    <a:pt x="82231" y="55897"/>
                    <a:pt x="85114" y="57075"/>
                    <a:pt x="88046" y="58203"/>
                  </a:cubicBezTo>
                  <a:lnTo>
                    <a:pt x="88046" y="49180"/>
                  </a:lnTo>
                  <a:cubicBezTo>
                    <a:pt x="86116" y="48554"/>
                    <a:pt x="84161" y="47927"/>
                    <a:pt x="82206" y="47250"/>
                  </a:cubicBezTo>
                  <a:cubicBezTo>
                    <a:pt x="79199" y="46223"/>
                    <a:pt x="76166" y="45145"/>
                    <a:pt x="73159" y="44042"/>
                  </a:cubicBezTo>
                  <a:cubicBezTo>
                    <a:pt x="70176" y="42965"/>
                    <a:pt x="67319" y="41862"/>
                    <a:pt x="64662" y="40508"/>
                  </a:cubicBezTo>
                  <a:cubicBezTo>
                    <a:pt x="63334" y="39832"/>
                    <a:pt x="62081" y="39105"/>
                    <a:pt x="60878" y="38228"/>
                  </a:cubicBezTo>
                  <a:cubicBezTo>
                    <a:pt x="60577" y="38027"/>
                    <a:pt x="60276" y="37827"/>
                    <a:pt x="59976" y="37601"/>
                  </a:cubicBezTo>
                  <a:lnTo>
                    <a:pt x="59098" y="36924"/>
                  </a:lnTo>
                  <a:lnTo>
                    <a:pt x="58221" y="36223"/>
                  </a:lnTo>
                  <a:cubicBezTo>
                    <a:pt x="57921" y="35997"/>
                    <a:pt x="57645" y="35721"/>
                    <a:pt x="57344" y="35471"/>
                  </a:cubicBezTo>
                  <a:cubicBezTo>
                    <a:pt x="55063" y="33491"/>
                    <a:pt x="52883" y="31235"/>
                    <a:pt x="50753" y="28879"/>
                  </a:cubicBezTo>
                  <a:cubicBezTo>
                    <a:pt x="48597" y="26548"/>
                    <a:pt x="46442" y="24092"/>
                    <a:pt x="44136" y="21736"/>
                  </a:cubicBezTo>
                  <a:cubicBezTo>
                    <a:pt x="41830" y="19380"/>
                    <a:pt x="39349" y="17100"/>
                    <a:pt x="36567" y="15145"/>
                  </a:cubicBezTo>
                  <a:cubicBezTo>
                    <a:pt x="33810" y="13190"/>
                    <a:pt x="30677" y="11586"/>
                    <a:pt x="27419" y="10659"/>
                  </a:cubicBezTo>
                  <a:cubicBezTo>
                    <a:pt x="24186" y="9706"/>
                    <a:pt x="21003" y="9180"/>
                    <a:pt x="17945" y="8428"/>
                  </a:cubicBezTo>
                  <a:cubicBezTo>
                    <a:pt x="11880" y="6899"/>
                    <a:pt x="6091" y="4067"/>
                    <a:pt x="1128" y="132"/>
                  </a:cubicBezTo>
                  <a:cubicBezTo>
                    <a:pt x="998" y="45"/>
                    <a:pt x="848" y="1"/>
                    <a:pt x="7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8" name="Google Shape;16558;p18"/>
            <p:cNvSpPr/>
            <p:nvPr/>
          </p:nvSpPr>
          <p:spPr>
            <a:xfrm>
              <a:off x="7507111" y="720201"/>
              <a:ext cx="261545" cy="313300"/>
            </a:xfrm>
            <a:custGeom>
              <a:rect b="b" l="l" r="r" t="t"/>
              <a:pathLst>
                <a:path extrusionOk="0" h="14262" w="11906">
                  <a:moveTo>
                    <a:pt x="4060" y="1"/>
                  </a:moveTo>
                  <a:lnTo>
                    <a:pt x="4060" y="1"/>
                  </a:lnTo>
                  <a:cubicBezTo>
                    <a:pt x="4186" y="878"/>
                    <a:pt x="4136" y="1630"/>
                    <a:pt x="4161" y="2532"/>
                  </a:cubicBezTo>
                  <a:cubicBezTo>
                    <a:pt x="3208" y="1906"/>
                    <a:pt x="2206" y="1454"/>
                    <a:pt x="1153" y="978"/>
                  </a:cubicBezTo>
                  <a:lnTo>
                    <a:pt x="1153" y="978"/>
                  </a:lnTo>
                  <a:cubicBezTo>
                    <a:pt x="0" y="3961"/>
                    <a:pt x="978" y="7444"/>
                    <a:pt x="3033" y="9901"/>
                  </a:cubicBezTo>
                  <a:cubicBezTo>
                    <a:pt x="5063" y="12357"/>
                    <a:pt x="7995" y="13560"/>
                    <a:pt x="11128" y="14262"/>
                  </a:cubicBezTo>
                  <a:cubicBezTo>
                    <a:pt x="11905" y="11454"/>
                    <a:pt x="11629" y="8372"/>
                    <a:pt x="10351" y="5765"/>
                  </a:cubicBezTo>
                  <a:cubicBezTo>
                    <a:pt x="9048" y="3159"/>
                    <a:pt x="6767" y="1053"/>
                    <a:pt x="4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9" name="Google Shape;16559;p18"/>
            <p:cNvSpPr/>
            <p:nvPr/>
          </p:nvSpPr>
          <p:spPr>
            <a:xfrm>
              <a:off x="8416082" y="1305459"/>
              <a:ext cx="214754" cy="345219"/>
            </a:xfrm>
            <a:custGeom>
              <a:rect b="b" l="l" r="r" t="t"/>
              <a:pathLst>
                <a:path extrusionOk="0" h="15715" w="9776">
                  <a:moveTo>
                    <a:pt x="2232" y="1"/>
                  </a:moveTo>
                  <a:cubicBezTo>
                    <a:pt x="176" y="2457"/>
                    <a:pt x="1" y="6066"/>
                    <a:pt x="1154" y="9048"/>
                  </a:cubicBezTo>
                  <a:cubicBezTo>
                    <a:pt x="2307" y="12006"/>
                    <a:pt x="4688" y="14086"/>
                    <a:pt x="7420" y="15715"/>
                  </a:cubicBezTo>
                  <a:cubicBezTo>
                    <a:pt x="9049" y="13334"/>
                    <a:pt x="9775" y="10326"/>
                    <a:pt x="9374" y="7444"/>
                  </a:cubicBezTo>
                  <a:cubicBezTo>
                    <a:pt x="8998" y="4587"/>
                    <a:pt x="7495" y="1880"/>
                    <a:pt x="5289" y="1"/>
                  </a:cubicBezTo>
                  <a:cubicBezTo>
                    <a:pt x="5114" y="878"/>
                    <a:pt x="4838" y="1579"/>
                    <a:pt x="4562" y="2432"/>
                  </a:cubicBezTo>
                  <a:cubicBezTo>
                    <a:pt x="3861" y="1529"/>
                    <a:pt x="3059" y="803"/>
                    <a:pt x="2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0" name="Google Shape;16560;p18"/>
            <p:cNvSpPr/>
            <p:nvPr/>
          </p:nvSpPr>
          <p:spPr>
            <a:xfrm>
              <a:off x="9047582" y="2311900"/>
              <a:ext cx="105730" cy="205111"/>
            </a:xfrm>
            <a:custGeom>
              <a:rect b="b" l="l" r="r" t="t"/>
              <a:pathLst>
                <a:path extrusionOk="0" h="9337" w="4813">
                  <a:moveTo>
                    <a:pt x="4813" y="0"/>
                  </a:moveTo>
                  <a:cubicBezTo>
                    <a:pt x="2582" y="1429"/>
                    <a:pt x="853" y="3609"/>
                    <a:pt x="1" y="6116"/>
                  </a:cubicBezTo>
                  <a:cubicBezTo>
                    <a:pt x="853" y="5940"/>
                    <a:pt x="1605" y="5965"/>
                    <a:pt x="2507" y="5915"/>
                  </a:cubicBezTo>
                  <a:lnTo>
                    <a:pt x="2507" y="5915"/>
                  </a:lnTo>
                  <a:cubicBezTo>
                    <a:pt x="1931" y="6893"/>
                    <a:pt x="1530" y="7920"/>
                    <a:pt x="1079" y="8948"/>
                  </a:cubicBezTo>
                  <a:cubicBezTo>
                    <a:pt x="1841" y="9218"/>
                    <a:pt x="2633" y="9337"/>
                    <a:pt x="3430" y="9337"/>
                  </a:cubicBezTo>
                  <a:cubicBezTo>
                    <a:pt x="3891" y="9337"/>
                    <a:pt x="4354" y="9297"/>
                    <a:pt x="4813" y="9223"/>
                  </a:cubicBezTo>
                  <a:lnTo>
                    <a:pt x="48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1" name="Google Shape;16561;p18"/>
            <p:cNvSpPr/>
            <p:nvPr/>
          </p:nvSpPr>
          <p:spPr>
            <a:xfrm>
              <a:off x="8556477" y="1993679"/>
              <a:ext cx="294035" cy="263632"/>
            </a:xfrm>
            <a:custGeom>
              <a:rect b="b" l="l" r="r" t="t"/>
              <a:pathLst>
                <a:path extrusionOk="0" h="12001" w="13385">
                  <a:moveTo>
                    <a:pt x="2958" y="0"/>
                  </a:moveTo>
                  <a:lnTo>
                    <a:pt x="2958" y="0"/>
                  </a:lnTo>
                  <a:cubicBezTo>
                    <a:pt x="3284" y="802"/>
                    <a:pt x="3435" y="1554"/>
                    <a:pt x="3660" y="2406"/>
                  </a:cubicBezTo>
                  <a:cubicBezTo>
                    <a:pt x="2582" y="2030"/>
                    <a:pt x="1505" y="1855"/>
                    <a:pt x="402" y="1654"/>
                  </a:cubicBezTo>
                  <a:lnTo>
                    <a:pt x="402" y="1654"/>
                  </a:lnTo>
                  <a:cubicBezTo>
                    <a:pt x="1" y="4812"/>
                    <a:pt x="1831" y="7945"/>
                    <a:pt x="4412" y="9800"/>
                  </a:cubicBezTo>
                  <a:cubicBezTo>
                    <a:pt x="6723" y="11483"/>
                    <a:pt x="9477" y="12000"/>
                    <a:pt x="12312" y="12000"/>
                  </a:cubicBezTo>
                  <a:cubicBezTo>
                    <a:pt x="12644" y="12000"/>
                    <a:pt x="12976" y="11993"/>
                    <a:pt x="13309" y="11980"/>
                  </a:cubicBezTo>
                  <a:cubicBezTo>
                    <a:pt x="13384" y="9098"/>
                    <a:pt x="12332" y="6191"/>
                    <a:pt x="10452" y="3985"/>
                  </a:cubicBezTo>
                  <a:cubicBezTo>
                    <a:pt x="8547" y="1805"/>
                    <a:pt x="5816" y="351"/>
                    <a:pt x="29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2" name="Google Shape;16562;p18"/>
            <p:cNvSpPr/>
            <p:nvPr/>
          </p:nvSpPr>
          <p:spPr>
            <a:xfrm>
              <a:off x="7924977" y="882211"/>
              <a:ext cx="329271" cy="323428"/>
            </a:xfrm>
            <a:custGeom>
              <a:rect b="b" l="l" r="r" t="t"/>
              <a:pathLst>
                <a:path extrusionOk="0" h="14723" w="14989">
                  <a:moveTo>
                    <a:pt x="7745" y="1"/>
                  </a:moveTo>
                  <a:cubicBezTo>
                    <a:pt x="7645" y="1"/>
                    <a:pt x="7545" y="7"/>
                    <a:pt x="7445" y="19"/>
                  </a:cubicBezTo>
                  <a:cubicBezTo>
                    <a:pt x="7436" y="11"/>
                    <a:pt x="7431" y="8"/>
                    <a:pt x="7426" y="8"/>
                  </a:cubicBezTo>
                  <a:cubicBezTo>
                    <a:pt x="7417" y="8"/>
                    <a:pt x="7411" y="19"/>
                    <a:pt x="7394" y="19"/>
                  </a:cubicBezTo>
                  <a:cubicBezTo>
                    <a:pt x="5715" y="44"/>
                    <a:pt x="4161" y="671"/>
                    <a:pt x="2933" y="1673"/>
                  </a:cubicBezTo>
                  <a:cubicBezTo>
                    <a:pt x="2883" y="1699"/>
                    <a:pt x="2833" y="1749"/>
                    <a:pt x="2808" y="1774"/>
                  </a:cubicBezTo>
                  <a:cubicBezTo>
                    <a:pt x="1354" y="3027"/>
                    <a:pt x="377" y="4831"/>
                    <a:pt x="252" y="6912"/>
                  </a:cubicBezTo>
                  <a:cubicBezTo>
                    <a:pt x="1" y="10972"/>
                    <a:pt x="3059" y="14455"/>
                    <a:pt x="7119" y="14706"/>
                  </a:cubicBezTo>
                  <a:cubicBezTo>
                    <a:pt x="7283" y="14717"/>
                    <a:pt x="7446" y="14722"/>
                    <a:pt x="7608" y="14722"/>
                  </a:cubicBezTo>
                  <a:cubicBezTo>
                    <a:pt x="10443" y="14722"/>
                    <a:pt x="12952" y="13090"/>
                    <a:pt x="14161" y="10696"/>
                  </a:cubicBezTo>
                  <a:cubicBezTo>
                    <a:pt x="14186" y="10621"/>
                    <a:pt x="14237" y="10571"/>
                    <a:pt x="14262" y="10496"/>
                  </a:cubicBezTo>
                  <a:cubicBezTo>
                    <a:pt x="14638" y="9694"/>
                    <a:pt x="14888" y="8791"/>
                    <a:pt x="14938" y="7839"/>
                  </a:cubicBezTo>
                  <a:cubicBezTo>
                    <a:pt x="14988" y="7187"/>
                    <a:pt x="14938" y="6536"/>
                    <a:pt x="14813" y="5909"/>
                  </a:cubicBezTo>
                  <a:cubicBezTo>
                    <a:pt x="14763" y="5633"/>
                    <a:pt x="14688" y="5383"/>
                    <a:pt x="14613" y="5107"/>
                  </a:cubicBezTo>
                  <a:cubicBezTo>
                    <a:pt x="13710" y="2300"/>
                    <a:pt x="11154" y="220"/>
                    <a:pt x="8046" y="19"/>
                  </a:cubicBezTo>
                  <a:cubicBezTo>
                    <a:pt x="7946" y="7"/>
                    <a:pt x="7846" y="1"/>
                    <a:pt x="77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3" name="Google Shape;16563;p18"/>
            <p:cNvSpPr/>
            <p:nvPr/>
          </p:nvSpPr>
          <p:spPr>
            <a:xfrm>
              <a:off x="7961882" y="1069770"/>
              <a:ext cx="276395" cy="68890"/>
            </a:xfrm>
            <a:custGeom>
              <a:rect b="b" l="l" r="r" t="t"/>
              <a:pathLst>
                <a:path extrusionOk="0" h="3136" w="12582">
                  <a:moveTo>
                    <a:pt x="9797" y="0"/>
                  </a:moveTo>
                  <a:cubicBezTo>
                    <a:pt x="9756" y="0"/>
                    <a:pt x="9715" y="1"/>
                    <a:pt x="9674" y="3"/>
                  </a:cubicBezTo>
                  <a:cubicBezTo>
                    <a:pt x="9624" y="3"/>
                    <a:pt x="9574" y="3"/>
                    <a:pt x="9524" y="28"/>
                  </a:cubicBezTo>
                  <a:cubicBezTo>
                    <a:pt x="9173" y="53"/>
                    <a:pt x="8847" y="153"/>
                    <a:pt x="8522" y="303"/>
                  </a:cubicBezTo>
                  <a:cubicBezTo>
                    <a:pt x="7694" y="679"/>
                    <a:pt x="6968" y="1456"/>
                    <a:pt x="6567" y="2434"/>
                  </a:cubicBezTo>
                  <a:cubicBezTo>
                    <a:pt x="5815" y="1732"/>
                    <a:pt x="4837" y="1331"/>
                    <a:pt x="3810" y="1256"/>
                  </a:cubicBezTo>
                  <a:lnTo>
                    <a:pt x="3208" y="1256"/>
                  </a:lnTo>
                  <a:cubicBezTo>
                    <a:pt x="1955" y="1356"/>
                    <a:pt x="752" y="2033"/>
                    <a:pt x="0" y="3035"/>
                  </a:cubicBezTo>
                  <a:lnTo>
                    <a:pt x="151" y="3135"/>
                  </a:lnTo>
                  <a:cubicBezTo>
                    <a:pt x="852" y="2158"/>
                    <a:pt x="2005" y="1506"/>
                    <a:pt x="3208" y="1406"/>
                  </a:cubicBezTo>
                  <a:cubicBezTo>
                    <a:pt x="3297" y="1401"/>
                    <a:pt x="3385" y="1398"/>
                    <a:pt x="3474" y="1398"/>
                  </a:cubicBezTo>
                  <a:cubicBezTo>
                    <a:pt x="4611" y="1398"/>
                    <a:pt x="5728" y="1844"/>
                    <a:pt x="6542" y="2634"/>
                  </a:cubicBezTo>
                  <a:lnTo>
                    <a:pt x="6617" y="2709"/>
                  </a:lnTo>
                  <a:lnTo>
                    <a:pt x="6667" y="2609"/>
                  </a:lnTo>
                  <a:cubicBezTo>
                    <a:pt x="7043" y="1607"/>
                    <a:pt x="7745" y="830"/>
                    <a:pt x="8597" y="429"/>
                  </a:cubicBezTo>
                  <a:cubicBezTo>
                    <a:pt x="8984" y="251"/>
                    <a:pt x="9405" y="165"/>
                    <a:pt x="9820" y="165"/>
                  </a:cubicBezTo>
                  <a:cubicBezTo>
                    <a:pt x="10400" y="165"/>
                    <a:pt x="10966" y="333"/>
                    <a:pt x="11404" y="654"/>
                  </a:cubicBezTo>
                  <a:cubicBezTo>
                    <a:pt x="11905" y="1030"/>
                    <a:pt x="12231" y="1582"/>
                    <a:pt x="12481" y="2158"/>
                  </a:cubicBezTo>
                  <a:cubicBezTo>
                    <a:pt x="12506" y="2083"/>
                    <a:pt x="12557" y="2033"/>
                    <a:pt x="12582" y="1958"/>
                  </a:cubicBezTo>
                  <a:cubicBezTo>
                    <a:pt x="12331" y="1431"/>
                    <a:pt x="11980" y="905"/>
                    <a:pt x="11504" y="529"/>
                  </a:cubicBezTo>
                  <a:cubicBezTo>
                    <a:pt x="11011" y="177"/>
                    <a:pt x="10407" y="0"/>
                    <a:pt x="97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4" name="Google Shape;16564;p18"/>
            <p:cNvSpPr/>
            <p:nvPr/>
          </p:nvSpPr>
          <p:spPr>
            <a:xfrm>
              <a:off x="7985541" y="917864"/>
              <a:ext cx="67748" cy="180595"/>
            </a:xfrm>
            <a:custGeom>
              <a:rect b="b" l="l" r="r" t="t"/>
              <a:pathLst>
                <a:path extrusionOk="0" h="8221" w="3084">
                  <a:moveTo>
                    <a:pt x="101" y="0"/>
                  </a:moveTo>
                  <a:lnTo>
                    <a:pt x="1" y="126"/>
                  </a:lnTo>
                  <a:cubicBezTo>
                    <a:pt x="602" y="552"/>
                    <a:pt x="1003" y="1279"/>
                    <a:pt x="1104" y="2106"/>
                  </a:cubicBezTo>
                  <a:cubicBezTo>
                    <a:pt x="1204" y="2807"/>
                    <a:pt x="1104" y="3584"/>
                    <a:pt x="803" y="4436"/>
                  </a:cubicBezTo>
                  <a:lnTo>
                    <a:pt x="778" y="4537"/>
                  </a:lnTo>
                  <a:lnTo>
                    <a:pt x="853" y="4537"/>
                  </a:lnTo>
                  <a:cubicBezTo>
                    <a:pt x="1605" y="4712"/>
                    <a:pt x="2257" y="5264"/>
                    <a:pt x="2582" y="5940"/>
                  </a:cubicBezTo>
                  <a:cubicBezTo>
                    <a:pt x="2908" y="6617"/>
                    <a:pt x="2908" y="7469"/>
                    <a:pt x="2582" y="8171"/>
                  </a:cubicBezTo>
                  <a:lnTo>
                    <a:pt x="2708" y="8221"/>
                  </a:lnTo>
                  <a:cubicBezTo>
                    <a:pt x="3084" y="7494"/>
                    <a:pt x="3084" y="6617"/>
                    <a:pt x="2733" y="5865"/>
                  </a:cubicBezTo>
                  <a:cubicBezTo>
                    <a:pt x="2382" y="5163"/>
                    <a:pt x="1730" y="4612"/>
                    <a:pt x="978" y="4411"/>
                  </a:cubicBezTo>
                  <a:cubicBezTo>
                    <a:pt x="1254" y="3559"/>
                    <a:pt x="1354" y="2782"/>
                    <a:pt x="1254" y="2106"/>
                  </a:cubicBezTo>
                  <a:cubicBezTo>
                    <a:pt x="1154" y="1203"/>
                    <a:pt x="728" y="451"/>
                    <a:pt x="1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5" name="Google Shape;16565;p18"/>
            <p:cNvSpPr/>
            <p:nvPr/>
          </p:nvSpPr>
          <p:spPr>
            <a:xfrm>
              <a:off x="8010321" y="979088"/>
              <a:ext cx="164097" cy="92944"/>
            </a:xfrm>
            <a:custGeom>
              <a:rect b="b" l="l" r="r" t="t"/>
              <a:pathLst>
                <a:path extrusionOk="0" h="4231" w="7470">
                  <a:moveTo>
                    <a:pt x="1952" y="0"/>
                  </a:moveTo>
                  <a:cubicBezTo>
                    <a:pt x="1306" y="0"/>
                    <a:pt x="621" y="237"/>
                    <a:pt x="1" y="697"/>
                  </a:cubicBezTo>
                  <a:lnTo>
                    <a:pt x="76" y="822"/>
                  </a:lnTo>
                  <a:cubicBezTo>
                    <a:pt x="675" y="383"/>
                    <a:pt x="1323" y="150"/>
                    <a:pt x="1929" y="150"/>
                  </a:cubicBezTo>
                  <a:cubicBezTo>
                    <a:pt x="2083" y="150"/>
                    <a:pt x="2234" y="165"/>
                    <a:pt x="2382" y="196"/>
                  </a:cubicBezTo>
                  <a:cubicBezTo>
                    <a:pt x="3234" y="396"/>
                    <a:pt x="3860" y="1148"/>
                    <a:pt x="3810" y="1900"/>
                  </a:cubicBezTo>
                  <a:lnTo>
                    <a:pt x="3785" y="2025"/>
                  </a:lnTo>
                  <a:lnTo>
                    <a:pt x="3910" y="1975"/>
                  </a:lnTo>
                  <a:cubicBezTo>
                    <a:pt x="4173" y="1885"/>
                    <a:pt x="4456" y="1840"/>
                    <a:pt x="4741" y="1840"/>
                  </a:cubicBezTo>
                  <a:cubicBezTo>
                    <a:pt x="5243" y="1840"/>
                    <a:pt x="5750" y="1979"/>
                    <a:pt x="6166" y="2251"/>
                  </a:cubicBezTo>
                  <a:cubicBezTo>
                    <a:pt x="6843" y="2677"/>
                    <a:pt x="7269" y="3454"/>
                    <a:pt x="7319" y="4231"/>
                  </a:cubicBezTo>
                  <a:lnTo>
                    <a:pt x="7469" y="4231"/>
                  </a:lnTo>
                  <a:cubicBezTo>
                    <a:pt x="7419" y="3379"/>
                    <a:pt x="6968" y="2577"/>
                    <a:pt x="6266" y="2126"/>
                  </a:cubicBezTo>
                  <a:cubicBezTo>
                    <a:pt x="5812" y="1840"/>
                    <a:pt x="5280" y="1689"/>
                    <a:pt x="4743" y="1689"/>
                  </a:cubicBezTo>
                  <a:cubicBezTo>
                    <a:pt x="4480" y="1689"/>
                    <a:pt x="4216" y="1726"/>
                    <a:pt x="3961" y="1800"/>
                  </a:cubicBezTo>
                  <a:cubicBezTo>
                    <a:pt x="3961" y="1023"/>
                    <a:pt x="3284" y="246"/>
                    <a:pt x="2432" y="45"/>
                  </a:cubicBezTo>
                  <a:cubicBezTo>
                    <a:pt x="2275" y="15"/>
                    <a:pt x="2115" y="0"/>
                    <a:pt x="19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6" name="Google Shape;16566;p18"/>
            <p:cNvSpPr/>
            <p:nvPr/>
          </p:nvSpPr>
          <p:spPr>
            <a:xfrm>
              <a:off x="8028488" y="942095"/>
              <a:ext cx="221916" cy="69945"/>
            </a:xfrm>
            <a:custGeom>
              <a:rect b="b" l="l" r="r" t="t"/>
              <a:pathLst>
                <a:path extrusionOk="0" h="3184" w="10102">
                  <a:moveTo>
                    <a:pt x="3058" y="0"/>
                  </a:moveTo>
                  <a:cubicBezTo>
                    <a:pt x="1805" y="75"/>
                    <a:pt x="627" y="802"/>
                    <a:pt x="1" y="1905"/>
                  </a:cubicBezTo>
                  <a:cubicBezTo>
                    <a:pt x="1" y="1930"/>
                    <a:pt x="1" y="1930"/>
                    <a:pt x="1" y="1930"/>
                  </a:cubicBezTo>
                  <a:lnTo>
                    <a:pt x="126" y="2030"/>
                  </a:lnTo>
                  <a:cubicBezTo>
                    <a:pt x="176" y="1955"/>
                    <a:pt x="201" y="1880"/>
                    <a:pt x="251" y="1830"/>
                  </a:cubicBezTo>
                  <a:cubicBezTo>
                    <a:pt x="853" y="852"/>
                    <a:pt x="1931" y="226"/>
                    <a:pt x="3058" y="176"/>
                  </a:cubicBezTo>
                  <a:cubicBezTo>
                    <a:pt x="3125" y="171"/>
                    <a:pt x="3192" y="169"/>
                    <a:pt x="3258" y="169"/>
                  </a:cubicBezTo>
                  <a:cubicBezTo>
                    <a:pt x="4415" y="169"/>
                    <a:pt x="5526" y="781"/>
                    <a:pt x="6166" y="1729"/>
                  </a:cubicBezTo>
                  <a:lnTo>
                    <a:pt x="6216" y="1805"/>
                  </a:lnTo>
                  <a:lnTo>
                    <a:pt x="6266" y="1754"/>
                  </a:lnTo>
                  <a:cubicBezTo>
                    <a:pt x="6672" y="1484"/>
                    <a:pt x="7151" y="1348"/>
                    <a:pt x="7631" y="1348"/>
                  </a:cubicBezTo>
                  <a:cubicBezTo>
                    <a:pt x="7951" y="1348"/>
                    <a:pt x="8271" y="1409"/>
                    <a:pt x="8572" y="1529"/>
                  </a:cubicBezTo>
                  <a:cubicBezTo>
                    <a:pt x="9299" y="1805"/>
                    <a:pt x="9875" y="2431"/>
                    <a:pt x="10101" y="3183"/>
                  </a:cubicBezTo>
                  <a:cubicBezTo>
                    <a:pt x="10051" y="2907"/>
                    <a:pt x="9976" y="2657"/>
                    <a:pt x="9901" y="2381"/>
                  </a:cubicBezTo>
                  <a:cubicBezTo>
                    <a:pt x="9575" y="1930"/>
                    <a:pt x="9149" y="1579"/>
                    <a:pt x="8647" y="1379"/>
                  </a:cubicBezTo>
                  <a:cubicBezTo>
                    <a:pt x="8332" y="1257"/>
                    <a:pt x="7997" y="1196"/>
                    <a:pt x="7661" y="1196"/>
                  </a:cubicBezTo>
                  <a:cubicBezTo>
                    <a:pt x="7168" y="1196"/>
                    <a:pt x="6673" y="1326"/>
                    <a:pt x="6241" y="1579"/>
                  </a:cubicBezTo>
                  <a:cubicBezTo>
                    <a:pt x="5840" y="978"/>
                    <a:pt x="5239" y="526"/>
                    <a:pt x="4562" y="276"/>
                  </a:cubicBezTo>
                  <a:cubicBezTo>
                    <a:pt x="4537" y="251"/>
                    <a:pt x="4487" y="251"/>
                    <a:pt x="4462" y="226"/>
                  </a:cubicBezTo>
                  <a:cubicBezTo>
                    <a:pt x="4011" y="75"/>
                    <a:pt x="3535" y="0"/>
                    <a:pt x="3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7" name="Google Shape;16567;p18"/>
            <p:cNvSpPr/>
            <p:nvPr/>
          </p:nvSpPr>
          <p:spPr>
            <a:xfrm>
              <a:off x="8086855" y="882079"/>
              <a:ext cx="43518" cy="66078"/>
            </a:xfrm>
            <a:custGeom>
              <a:rect b="b" l="l" r="r" t="t"/>
              <a:pathLst>
                <a:path extrusionOk="0" h="3008" w="1981">
                  <a:moveTo>
                    <a:pt x="25" y="0"/>
                  </a:moveTo>
                  <a:lnTo>
                    <a:pt x="0" y="151"/>
                  </a:lnTo>
                  <a:cubicBezTo>
                    <a:pt x="577" y="251"/>
                    <a:pt x="1103" y="652"/>
                    <a:pt x="1404" y="1203"/>
                  </a:cubicBezTo>
                  <a:cubicBezTo>
                    <a:pt x="1705" y="1705"/>
                    <a:pt x="1830" y="2306"/>
                    <a:pt x="1805" y="3008"/>
                  </a:cubicBezTo>
                  <a:lnTo>
                    <a:pt x="1955" y="3008"/>
                  </a:lnTo>
                  <a:cubicBezTo>
                    <a:pt x="1980" y="2281"/>
                    <a:pt x="1855" y="1654"/>
                    <a:pt x="1554" y="1128"/>
                  </a:cubicBezTo>
                  <a:cubicBezTo>
                    <a:pt x="1203" y="527"/>
                    <a:pt x="627" y="10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8" name="Google Shape;16568;p18"/>
            <p:cNvSpPr/>
            <p:nvPr/>
          </p:nvSpPr>
          <p:spPr>
            <a:xfrm>
              <a:off x="8232764" y="699178"/>
              <a:ext cx="177300" cy="126423"/>
            </a:xfrm>
            <a:custGeom>
              <a:rect b="b" l="l" r="r" t="t"/>
              <a:pathLst>
                <a:path extrusionOk="0" h="5755" w="8071">
                  <a:moveTo>
                    <a:pt x="5874" y="0"/>
                  </a:moveTo>
                  <a:cubicBezTo>
                    <a:pt x="4740" y="0"/>
                    <a:pt x="3587" y="414"/>
                    <a:pt x="2657" y="1083"/>
                  </a:cubicBezTo>
                  <a:cubicBezTo>
                    <a:pt x="1253" y="2136"/>
                    <a:pt x="476" y="3690"/>
                    <a:pt x="0" y="5394"/>
                  </a:cubicBezTo>
                  <a:cubicBezTo>
                    <a:pt x="687" y="5634"/>
                    <a:pt x="1415" y="5754"/>
                    <a:pt x="2144" y="5754"/>
                  </a:cubicBezTo>
                  <a:cubicBezTo>
                    <a:pt x="3013" y="5754"/>
                    <a:pt x="3883" y="5584"/>
                    <a:pt x="4687" y="5244"/>
                  </a:cubicBezTo>
                  <a:cubicBezTo>
                    <a:pt x="6165" y="4642"/>
                    <a:pt x="7394" y="3464"/>
                    <a:pt x="8070" y="2010"/>
                  </a:cubicBezTo>
                  <a:lnTo>
                    <a:pt x="8070" y="2010"/>
                  </a:lnTo>
                  <a:cubicBezTo>
                    <a:pt x="7979" y="2015"/>
                    <a:pt x="7890" y="2017"/>
                    <a:pt x="7802" y="2017"/>
                  </a:cubicBezTo>
                  <a:cubicBezTo>
                    <a:pt x="7429" y="2017"/>
                    <a:pt x="7077" y="1981"/>
                    <a:pt x="6692" y="1960"/>
                  </a:cubicBezTo>
                  <a:cubicBezTo>
                    <a:pt x="7068" y="1459"/>
                    <a:pt x="7343" y="933"/>
                    <a:pt x="7644" y="381"/>
                  </a:cubicBezTo>
                  <a:cubicBezTo>
                    <a:pt x="7084" y="119"/>
                    <a:pt x="6482" y="0"/>
                    <a:pt x="5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9" name="Google Shape;16569;p18"/>
            <p:cNvSpPr/>
            <p:nvPr/>
          </p:nvSpPr>
          <p:spPr>
            <a:xfrm>
              <a:off x="8462880" y="58355"/>
              <a:ext cx="121151" cy="193270"/>
            </a:xfrm>
            <a:custGeom>
              <a:rect b="b" l="l" r="r" t="t"/>
              <a:pathLst>
                <a:path extrusionOk="0" h="8798" w="5515">
                  <a:moveTo>
                    <a:pt x="3685" y="0"/>
                  </a:moveTo>
                  <a:cubicBezTo>
                    <a:pt x="2006" y="477"/>
                    <a:pt x="778" y="2081"/>
                    <a:pt x="377" y="3785"/>
                  </a:cubicBezTo>
                  <a:cubicBezTo>
                    <a:pt x="1" y="5514"/>
                    <a:pt x="427" y="7193"/>
                    <a:pt x="1179" y="8797"/>
                  </a:cubicBezTo>
                  <a:cubicBezTo>
                    <a:pt x="2658" y="8196"/>
                    <a:pt x="3936" y="7068"/>
                    <a:pt x="4638" y="5614"/>
                  </a:cubicBezTo>
                  <a:cubicBezTo>
                    <a:pt x="5364" y="4186"/>
                    <a:pt x="5515" y="2482"/>
                    <a:pt x="5089" y="953"/>
                  </a:cubicBezTo>
                  <a:lnTo>
                    <a:pt x="5089" y="953"/>
                  </a:lnTo>
                  <a:cubicBezTo>
                    <a:pt x="4738" y="1304"/>
                    <a:pt x="4387" y="1529"/>
                    <a:pt x="4011" y="1830"/>
                  </a:cubicBezTo>
                  <a:cubicBezTo>
                    <a:pt x="3961" y="1203"/>
                    <a:pt x="3810" y="627"/>
                    <a:pt x="3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0" name="Google Shape;16570;p18"/>
            <p:cNvSpPr/>
            <p:nvPr/>
          </p:nvSpPr>
          <p:spPr>
            <a:xfrm>
              <a:off x="8055752" y="2544891"/>
              <a:ext cx="199882" cy="103774"/>
            </a:xfrm>
            <a:custGeom>
              <a:rect b="b" l="l" r="r" t="t"/>
              <a:pathLst>
                <a:path extrusionOk="0" h="4724" w="9099">
                  <a:moveTo>
                    <a:pt x="5189" y="1"/>
                  </a:moveTo>
                  <a:cubicBezTo>
                    <a:pt x="4911" y="1"/>
                    <a:pt x="4634" y="20"/>
                    <a:pt x="4362" y="59"/>
                  </a:cubicBezTo>
                  <a:cubicBezTo>
                    <a:pt x="2632" y="335"/>
                    <a:pt x="1229" y="1363"/>
                    <a:pt x="1" y="2641"/>
                  </a:cubicBezTo>
                  <a:cubicBezTo>
                    <a:pt x="1078" y="3794"/>
                    <a:pt x="2632" y="4546"/>
                    <a:pt x="4211" y="4696"/>
                  </a:cubicBezTo>
                  <a:cubicBezTo>
                    <a:pt x="4406" y="4714"/>
                    <a:pt x="4601" y="4723"/>
                    <a:pt x="4796" y="4723"/>
                  </a:cubicBezTo>
                  <a:cubicBezTo>
                    <a:pt x="6206" y="4723"/>
                    <a:pt x="7600" y="4251"/>
                    <a:pt x="8723" y="3393"/>
                  </a:cubicBezTo>
                  <a:cubicBezTo>
                    <a:pt x="8271" y="3192"/>
                    <a:pt x="7946" y="2967"/>
                    <a:pt x="7520" y="2716"/>
                  </a:cubicBezTo>
                  <a:cubicBezTo>
                    <a:pt x="8071" y="2440"/>
                    <a:pt x="8572" y="2089"/>
                    <a:pt x="9098" y="1764"/>
                  </a:cubicBezTo>
                  <a:cubicBezTo>
                    <a:pt x="8210" y="578"/>
                    <a:pt x="6695" y="1"/>
                    <a:pt x="5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1" name="Google Shape;16571;p18"/>
            <p:cNvSpPr/>
            <p:nvPr/>
          </p:nvSpPr>
          <p:spPr>
            <a:xfrm>
              <a:off x="7083460" y="1138657"/>
              <a:ext cx="149774" cy="153729"/>
            </a:xfrm>
            <a:custGeom>
              <a:rect b="b" l="l" r="r" t="t"/>
              <a:pathLst>
                <a:path extrusionOk="0" h="6998" w="6818">
                  <a:moveTo>
                    <a:pt x="5335" y="1"/>
                  </a:moveTo>
                  <a:cubicBezTo>
                    <a:pt x="3811" y="1"/>
                    <a:pt x="2331" y="886"/>
                    <a:pt x="1379" y="2103"/>
                  </a:cubicBezTo>
                  <a:cubicBezTo>
                    <a:pt x="302" y="3507"/>
                    <a:pt x="1" y="5236"/>
                    <a:pt x="1" y="6991"/>
                  </a:cubicBezTo>
                  <a:cubicBezTo>
                    <a:pt x="106" y="6996"/>
                    <a:pt x="211" y="6998"/>
                    <a:pt x="316" y="6998"/>
                  </a:cubicBezTo>
                  <a:cubicBezTo>
                    <a:pt x="1816" y="6998"/>
                    <a:pt x="3316" y="6497"/>
                    <a:pt x="4487" y="5537"/>
                  </a:cubicBezTo>
                  <a:cubicBezTo>
                    <a:pt x="5715" y="4534"/>
                    <a:pt x="6567" y="3056"/>
                    <a:pt x="6818" y="1477"/>
                  </a:cubicBezTo>
                  <a:lnTo>
                    <a:pt x="6818" y="1477"/>
                  </a:lnTo>
                  <a:cubicBezTo>
                    <a:pt x="6367" y="1652"/>
                    <a:pt x="5966" y="1727"/>
                    <a:pt x="5490" y="1828"/>
                  </a:cubicBezTo>
                  <a:cubicBezTo>
                    <a:pt x="5690" y="1251"/>
                    <a:pt x="5815" y="650"/>
                    <a:pt x="5941" y="48"/>
                  </a:cubicBezTo>
                  <a:cubicBezTo>
                    <a:pt x="5739" y="16"/>
                    <a:pt x="5537" y="1"/>
                    <a:pt x="5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72" name="Google Shape;16572;p18"/>
          <p:cNvGrpSpPr/>
          <p:nvPr/>
        </p:nvGrpSpPr>
        <p:grpSpPr>
          <a:xfrm>
            <a:off x="-3325" y="574506"/>
            <a:ext cx="1801781" cy="2484535"/>
            <a:chOff x="2204" y="-152164"/>
            <a:chExt cx="2402695" cy="3313155"/>
          </a:xfrm>
        </p:grpSpPr>
        <p:sp>
          <p:nvSpPr>
            <p:cNvPr id="16573" name="Google Shape;16573;p18"/>
            <p:cNvSpPr/>
            <p:nvPr/>
          </p:nvSpPr>
          <p:spPr>
            <a:xfrm>
              <a:off x="2204" y="840012"/>
              <a:ext cx="2402695" cy="1606351"/>
            </a:xfrm>
            <a:custGeom>
              <a:rect b="b" l="l" r="r" t="t"/>
              <a:pathLst>
                <a:path extrusionOk="0" h="73124" w="109375">
                  <a:moveTo>
                    <a:pt x="54521" y="1"/>
                  </a:moveTo>
                  <a:cubicBezTo>
                    <a:pt x="54318" y="1"/>
                    <a:pt x="54138" y="119"/>
                    <a:pt x="54061" y="311"/>
                  </a:cubicBezTo>
                  <a:cubicBezTo>
                    <a:pt x="52908" y="3093"/>
                    <a:pt x="51430" y="5650"/>
                    <a:pt x="49675" y="7980"/>
                  </a:cubicBezTo>
                  <a:cubicBezTo>
                    <a:pt x="47896" y="10261"/>
                    <a:pt x="45841" y="12316"/>
                    <a:pt x="43585" y="13996"/>
                  </a:cubicBezTo>
                  <a:cubicBezTo>
                    <a:pt x="41329" y="15700"/>
                    <a:pt x="38823" y="16978"/>
                    <a:pt x="36116" y="18306"/>
                  </a:cubicBezTo>
                  <a:cubicBezTo>
                    <a:pt x="34387" y="19133"/>
                    <a:pt x="32608" y="19986"/>
                    <a:pt x="30828" y="20988"/>
                  </a:cubicBezTo>
                  <a:cubicBezTo>
                    <a:pt x="31455" y="17128"/>
                    <a:pt x="31555" y="13244"/>
                    <a:pt x="31179" y="9484"/>
                  </a:cubicBezTo>
                  <a:cubicBezTo>
                    <a:pt x="31179" y="9359"/>
                    <a:pt x="31079" y="9259"/>
                    <a:pt x="30953" y="9234"/>
                  </a:cubicBezTo>
                  <a:cubicBezTo>
                    <a:pt x="30803" y="9234"/>
                    <a:pt x="30653" y="9334"/>
                    <a:pt x="30628" y="9484"/>
                  </a:cubicBezTo>
                  <a:cubicBezTo>
                    <a:pt x="30302" y="11740"/>
                    <a:pt x="29776" y="13970"/>
                    <a:pt x="29074" y="16151"/>
                  </a:cubicBezTo>
                  <a:cubicBezTo>
                    <a:pt x="28497" y="17955"/>
                    <a:pt x="27821" y="19760"/>
                    <a:pt x="27019" y="21489"/>
                  </a:cubicBezTo>
                  <a:cubicBezTo>
                    <a:pt x="26593" y="22392"/>
                    <a:pt x="26141" y="23244"/>
                    <a:pt x="25640" y="24096"/>
                  </a:cubicBezTo>
                  <a:cubicBezTo>
                    <a:pt x="25415" y="24447"/>
                    <a:pt x="25189" y="24848"/>
                    <a:pt x="24938" y="25174"/>
                  </a:cubicBezTo>
                  <a:cubicBezTo>
                    <a:pt x="24663" y="25549"/>
                    <a:pt x="24262" y="25800"/>
                    <a:pt x="23936" y="26126"/>
                  </a:cubicBezTo>
                  <a:cubicBezTo>
                    <a:pt x="22758" y="27329"/>
                    <a:pt x="21705" y="28607"/>
                    <a:pt x="20728" y="29885"/>
                  </a:cubicBezTo>
                  <a:cubicBezTo>
                    <a:pt x="18773" y="32467"/>
                    <a:pt x="17169" y="35148"/>
                    <a:pt x="15565" y="37655"/>
                  </a:cubicBezTo>
                  <a:cubicBezTo>
                    <a:pt x="13986" y="40136"/>
                    <a:pt x="12407" y="42492"/>
                    <a:pt x="10602" y="44522"/>
                  </a:cubicBezTo>
                  <a:cubicBezTo>
                    <a:pt x="9725" y="45524"/>
                    <a:pt x="8773" y="46452"/>
                    <a:pt x="7795" y="47229"/>
                  </a:cubicBezTo>
                  <a:cubicBezTo>
                    <a:pt x="7470" y="47479"/>
                    <a:pt x="7144" y="47705"/>
                    <a:pt x="6818" y="47931"/>
                  </a:cubicBezTo>
                  <a:cubicBezTo>
                    <a:pt x="4587" y="48332"/>
                    <a:pt x="2307" y="48682"/>
                    <a:pt x="1" y="49033"/>
                  </a:cubicBezTo>
                  <a:lnTo>
                    <a:pt x="1" y="61540"/>
                  </a:lnTo>
                  <a:cubicBezTo>
                    <a:pt x="2482" y="61765"/>
                    <a:pt x="4963" y="62066"/>
                    <a:pt x="7445" y="62367"/>
                  </a:cubicBezTo>
                  <a:cubicBezTo>
                    <a:pt x="13961" y="63194"/>
                    <a:pt x="20452" y="64146"/>
                    <a:pt x="26943" y="65224"/>
                  </a:cubicBezTo>
                  <a:cubicBezTo>
                    <a:pt x="30177" y="65775"/>
                    <a:pt x="33410" y="66352"/>
                    <a:pt x="36643" y="66953"/>
                  </a:cubicBezTo>
                  <a:cubicBezTo>
                    <a:pt x="39876" y="67530"/>
                    <a:pt x="43084" y="68231"/>
                    <a:pt x="46417" y="68733"/>
                  </a:cubicBezTo>
                  <a:cubicBezTo>
                    <a:pt x="47921" y="68958"/>
                    <a:pt x="49475" y="69134"/>
                    <a:pt x="51029" y="69209"/>
                  </a:cubicBezTo>
                  <a:cubicBezTo>
                    <a:pt x="54563" y="70963"/>
                    <a:pt x="58272" y="72266"/>
                    <a:pt x="62081" y="73119"/>
                  </a:cubicBezTo>
                  <a:cubicBezTo>
                    <a:pt x="62098" y="73122"/>
                    <a:pt x="62114" y="73123"/>
                    <a:pt x="62131" y="73123"/>
                  </a:cubicBezTo>
                  <a:cubicBezTo>
                    <a:pt x="62243" y="73123"/>
                    <a:pt x="62360" y="73052"/>
                    <a:pt x="62382" y="72943"/>
                  </a:cubicBezTo>
                  <a:cubicBezTo>
                    <a:pt x="62432" y="72793"/>
                    <a:pt x="62357" y="72642"/>
                    <a:pt x="62232" y="72592"/>
                  </a:cubicBezTo>
                  <a:cubicBezTo>
                    <a:pt x="59525" y="71690"/>
                    <a:pt x="56944" y="70537"/>
                    <a:pt x="54462" y="69159"/>
                  </a:cubicBezTo>
                  <a:cubicBezTo>
                    <a:pt x="55164" y="69109"/>
                    <a:pt x="55866" y="69033"/>
                    <a:pt x="56568" y="68933"/>
                  </a:cubicBezTo>
                  <a:cubicBezTo>
                    <a:pt x="59951" y="68407"/>
                    <a:pt x="63084" y="67179"/>
                    <a:pt x="66167" y="66001"/>
                  </a:cubicBezTo>
                  <a:cubicBezTo>
                    <a:pt x="66467" y="65875"/>
                    <a:pt x="66618" y="65550"/>
                    <a:pt x="66518" y="65224"/>
                  </a:cubicBezTo>
                  <a:cubicBezTo>
                    <a:pt x="66436" y="64960"/>
                    <a:pt x="66191" y="64795"/>
                    <a:pt x="65927" y="64795"/>
                  </a:cubicBezTo>
                  <a:cubicBezTo>
                    <a:pt x="65865" y="64795"/>
                    <a:pt x="65803" y="64804"/>
                    <a:pt x="65741" y="64823"/>
                  </a:cubicBezTo>
                  <a:cubicBezTo>
                    <a:pt x="62608" y="65850"/>
                    <a:pt x="59500" y="66853"/>
                    <a:pt x="56342" y="67154"/>
                  </a:cubicBezTo>
                  <a:cubicBezTo>
                    <a:pt x="55587" y="67226"/>
                    <a:pt x="54829" y="67259"/>
                    <a:pt x="54069" y="67259"/>
                  </a:cubicBezTo>
                  <a:cubicBezTo>
                    <a:pt x="51652" y="67259"/>
                    <a:pt x="49221" y="66923"/>
                    <a:pt x="46818" y="66427"/>
                  </a:cubicBezTo>
                  <a:cubicBezTo>
                    <a:pt x="43660" y="65775"/>
                    <a:pt x="40477" y="64873"/>
                    <a:pt x="37269" y="64096"/>
                  </a:cubicBezTo>
                  <a:cubicBezTo>
                    <a:pt x="34061" y="63294"/>
                    <a:pt x="30828" y="62542"/>
                    <a:pt x="27595" y="61815"/>
                  </a:cubicBezTo>
                  <a:cubicBezTo>
                    <a:pt x="21154" y="60362"/>
                    <a:pt x="14663" y="59033"/>
                    <a:pt x="8171" y="57830"/>
                  </a:cubicBezTo>
                  <a:cubicBezTo>
                    <a:pt x="7545" y="57730"/>
                    <a:pt x="6943" y="57605"/>
                    <a:pt x="6317" y="57505"/>
                  </a:cubicBezTo>
                  <a:cubicBezTo>
                    <a:pt x="7695" y="57179"/>
                    <a:pt x="9049" y="56853"/>
                    <a:pt x="10427" y="56527"/>
                  </a:cubicBezTo>
                  <a:cubicBezTo>
                    <a:pt x="16693" y="54948"/>
                    <a:pt x="22808" y="52968"/>
                    <a:pt x="28798" y="50888"/>
                  </a:cubicBezTo>
                  <a:cubicBezTo>
                    <a:pt x="31781" y="49835"/>
                    <a:pt x="34738" y="48758"/>
                    <a:pt x="37720" y="47655"/>
                  </a:cubicBezTo>
                  <a:cubicBezTo>
                    <a:pt x="40678" y="46552"/>
                    <a:pt x="43761" y="45374"/>
                    <a:pt x="46768" y="43820"/>
                  </a:cubicBezTo>
                  <a:cubicBezTo>
                    <a:pt x="48272" y="43043"/>
                    <a:pt x="49751" y="42141"/>
                    <a:pt x="51129" y="41139"/>
                  </a:cubicBezTo>
                  <a:cubicBezTo>
                    <a:pt x="51480" y="40913"/>
                    <a:pt x="51831" y="40662"/>
                    <a:pt x="52182" y="40412"/>
                  </a:cubicBezTo>
                  <a:lnTo>
                    <a:pt x="53159" y="39635"/>
                  </a:lnTo>
                  <a:lnTo>
                    <a:pt x="54162" y="38858"/>
                  </a:lnTo>
                  <a:cubicBezTo>
                    <a:pt x="54462" y="38582"/>
                    <a:pt x="54763" y="38306"/>
                    <a:pt x="55089" y="38031"/>
                  </a:cubicBezTo>
                  <a:cubicBezTo>
                    <a:pt x="57570" y="35825"/>
                    <a:pt x="59801" y="33469"/>
                    <a:pt x="61931" y="31138"/>
                  </a:cubicBezTo>
                  <a:cubicBezTo>
                    <a:pt x="66167" y="26452"/>
                    <a:pt x="70152" y="21715"/>
                    <a:pt x="74989" y="18256"/>
                  </a:cubicBezTo>
                  <a:cubicBezTo>
                    <a:pt x="77420" y="16527"/>
                    <a:pt x="80001" y="15148"/>
                    <a:pt x="82884" y="14321"/>
                  </a:cubicBezTo>
                  <a:cubicBezTo>
                    <a:pt x="85741" y="13444"/>
                    <a:pt x="88848" y="12918"/>
                    <a:pt x="91956" y="12116"/>
                  </a:cubicBezTo>
                  <a:cubicBezTo>
                    <a:pt x="98222" y="10512"/>
                    <a:pt x="104087" y="7579"/>
                    <a:pt x="109049" y="3620"/>
                  </a:cubicBezTo>
                  <a:cubicBezTo>
                    <a:pt x="109300" y="3419"/>
                    <a:pt x="109375" y="3043"/>
                    <a:pt x="109174" y="2767"/>
                  </a:cubicBezTo>
                  <a:cubicBezTo>
                    <a:pt x="109051" y="2597"/>
                    <a:pt x="108861" y="2504"/>
                    <a:pt x="108662" y="2504"/>
                  </a:cubicBezTo>
                  <a:cubicBezTo>
                    <a:pt x="108539" y="2504"/>
                    <a:pt x="108413" y="2540"/>
                    <a:pt x="108297" y="2617"/>
                  </a:cubicBezTo>
                  <a:cubicBezTo>
                    <a:pt x="103209" y="6126"/>
                    <a:pt x="97420" y="8532"/>
                    <a:pt x="91405" y="9635"/>
                  </a:cubicBezTo>
                  <a:cubicBezTo>
                    <a:pt x="88397" y="10186"/>
                    <a:pt x="85264" y="10487"/>
                    <a:pt x="82056" y="11214"/>
                  </a:cubicBezTo>
                  <a:cubicBezTo>
                    <a:pt x="78823" y="11940"/>
                    <a:pt x="75691" y="13294"/>
                    <a:pt x="72883" y="15023"/>
                  </a:cubicBezTo>
                  <a:cubicBezTo>
                    <a:pt x="70051" y="16777"/>
                    <a:pt x="67495" y="18833"/>
                    <a:pt x="65114" y="20988"/>
                  </a:cubicBezTo>
                  <a:cubicBezTo>
                    <a:pt x="62733" y="23143"/>
                    <a:pt x="60477" y="25374"/>
                    <a:pt x="58247" y="27529"/>
                  </a:cubicBezTo>
                  <a:cubicBezTo>
                    <a:pt x="55991" y="29685"/>
                    <a:pt x="53736" y="31740"/>
                    <a:pt x="51405" y="33544"/>
                  </a:cubicBezTo>
                  <a:cubicBezTo>
                    <a:pt x="51104" y="33770"/>
                    <a:pt x="50803" y="33996"/>
                    <a:pt x="50502" y="34221"/>
                  </a:cubicBezTo>
                  <a:lnTo>
                    <a:pt x="49600" y="34848"/>
                  </a:lnTo>
                  <a:lnTo>
                    <a:pt x="48698" y="35449"/>
                  </a:lnTo>
                  <a:cubicBezTo>
                    <a:pt x="48397" y="35650"/>
                    <a:pt x="48096" y="35825"/>
                    <a:pt x="47796" y="36001"/>
                  </a:cubicBezTo>
                  <a:cubicBezTo>
                    <a:pt x="46568" y="36778"/>
                    <a:pt x="45314" y="37404"/>
                    <a:pt x="43961" y="37981"/>
                  </a:cubicBezTo>
                  <a:cubicBezTo>
                    <a:pt x="41304" y="39159"/>
                    <a:pt x="38447" y="40036"/>
                    <a:pt x="35465" y="40913"/>
                  </a:cubicBezTo>
                  <a:cubicBezTo>
                    <a:pt x="32482" y="41790"/>
                    <a:pt x="29475" y="42642"/>
                    <a:pt x="26467" y="43469"/>
                  </a:cubicBezTo>
                  <a:cubicBezTo>
                    <a:pt x="23886" y="44196"/>
                    <a:pt x="21279" y="44873"/>
                    <a:pt x="18673" y="45499"/>
                  </a:cubicBezTo>
                  <a:cubicBezTo>
                    <a:pt x="19675" y="44071"/>
                    <a:pt x="20552" y="42642"/>
                    <a:pt x="21405" y="41214"/>
                  </a:cubicBezTo>
                  <a:cubicBezTo>
                    <a:pt x="22958" y="38557"/>
                    <a:pt x="24412" y="36001"/>
                    <a:pt x="25966" y="33645"/>
                  </a:cubicBezTo>
                  <a:cubicBezTo>
                    <a:pt x="26768" y="32492"/>
                    <a:pt x="27595" y="31389"/>
                    <a:pt x="28472" y="30362"/>
                  </a:cubicBezTo>
                  <a:cubicBezTo>
                    <a:pt x="29349" y="29334"/>
                    <a:pt x="30302" y="28432"/>
                    <a:pt x="31354" y="27580"/>
                  </a:cubicBezTo>
                  <a:cubicBezTo>
                    <a:pt x="33460" y="25875"/>
                    <a:pt x="35966" y="24371"/>
                    <a:pt x="38573" y="22767"/>
                  </a:cubicBezTo>
                  <a:cubicBezTo>
                    <a:pt x="39876" y="21965"/>
                    <a:pt x="41204" y="21138"/>
                    <a:pt x="42507" y="20186"/>
                  </a:cubicBezTo>
                  <a:cubicBezTo>
                    <a:pt x="43811" y="19259"/>
                    <a:pt x="45089" y="18231"/>
                    <a:pt x="46242" y="17103"/>
                  </a:cubicBezTo>
                  <a:cubicBezTo>
                    <a:pt x="48548" y="14823"/>
                    <a:pt x="50502" y="12241"/>
                    <a:pt x="51981" y="9459"/>
                  </a:cubicBezTo>
                  <a:cubicBezTo>
                    <a:pt x="53485" y="6652"/>
                    <a:pt x="54512" y="3645"/>
                    <a:pt x="55014" y="587"/>
                  </a:cubicBezTo>
                  <a:cubicBezTo>
                    <a:pt x="55039" y="361"/>
                    <a:pt x="54913" y="136"/>
                    <a:pt x="54713" y="36"/>
                  </a:cubicBezTo>
                  <a:cubicBezTo>
                    <a:pt x="54648" y="12"/>
                    <a:pt x="54584" y="1"/>
                    <a:pt x="545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4" name="Google Shape;16574;p18"/>
            <p:cNvSpPr/>
            <p:nvPr/>
          </p:nvSpPr>
          <p:spPr>
            <a:xfrm>
              <a:off x="1174370" y="1642157"/>
              <a:ext cx="324855" cy="185955"/>
            </a:xfrm>
            <a:custGeom>
              <a:rect b="b" l="l" r="r" t="t"/>
              <a:pathLst>
                <a:path extrusionOk="0" h="8465" w="14788">
                  <a:moveTo>
                    <a:pt x="6364" y="0"/>
                  </a:moveTo>
                  <a:cubicBezTo>
                    <a:pt x="4103" y="0"/>
                    <a:pt x="1853" y="703"/>
                    <a:pt x="0" y="1994"/>
                  </a:cubicBezTo>
                  <a:cubicBezTo>
                    <a:pt x="1554" y="4550"/>
                    <a:pt x="3509" y="6756"/>
                    <a:pt x="6316" y="7833"/>
                  </a:cubicBezTo>
                  <a:cubicBezTo>
                    <a:pt x="7404" y="8245"/>
                    <a:pt x="8587" y="8465"/>
                    <a:pt x="9761" y="8465"/>
                  </a:cubicBezTo>
                  <a:cubicBezTo>
                    <a:pt x="11591" y="8465"/>
                    <a:pt x="13398" y="7931"/>
                    <a:pt x="14787" y="6756"/>
                  </a:cubicBezTo>
                  <a:cubicBezTo>
                    <a:pt x="14035" y="5979"/>
                    <a:pt x="13334" y="5227"/>
                    <a:pt x="12507" y="4575"/>
                  </a:cubicBezTo>
                  <a:cubicBezTo>
                    <a:pt x="13284" y="4324"/>
                    <a:pt x="13935" y="4049"/>
                    <a:pt x="14762" y="3898"/>
                  </a:cubicBezTo>
                  <a:cubicBezTo>
                    <a:pt x="13008" y="1818"/>
                    <a:pt x="10451" y="440"/>
                    <a:pt x="7745" y="89"/>
                  </a:cubicBezTo>
                  <a:cubicBezTo>
                    <a:pt x="7286" y="29"/>
                    <a:pt x="6825" y="0"/>
                    <a:pt x="6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5" name="Google Shape;16575;p18"/>
            <p:cNvSpPr/>
            <p:nvPr/>
          </p:nvSpPr>
          <p:spPr>
            <a:xfrm>
              <a:off x="1859271" y="803348"/>
              <a:ext cx="264840" cy="295111"/>
            </a:xfrm>
            <a:custGeom>
              <a:rect b="b" l="l" r="r" t="t"/>
              <a:pathLst>
                <a:path extrusionOk="0" h="13434" w="12056">
                  <a:moveTo>
                    <a:pt x="8347" y="0"/>
                  </a:moveTo>
                  <a:lnTo>
                    <a:pt x="8347" y="0"/>
                  </a:lnTo>
                  <a:cubicBezTo>
                    <a:pt x="5665" y="852"/>
                    <a:pt x="3309" y="2757"/>
                    <a:pt x="1880" y="5213"/>
                  </a:cubicBezTo>
                  <a:cubicBezTo>
                    <a:pt x="477" y="7669"/>
                    <a:pt x="1" y="10652"/>
                    <a:pt x="602" y="13434"/>
                  </a:cubicBezTo>
                  <a:cubicBezTo>
                    <a:pt x="3685" y="12958"/>
                    <a:pt x="6617" y="11955"/>
                    <a:pt x="8748" y="9700"/>
                  </a:cubicBezTo>
                  <a:cubicBezTo>
                    <a:pt x="10903" y="7444"/>
                    <a:pt x="12056" y="4085"/>
                    <a:pt x="11103" y="1103"/>
                  </a:cubicBezTo>
                  <a:lnTo>
                    <a:pt x="11103" y="1103"/>
                  </a:lnTo>
                  <a:cubicBezTo>
                    <a:pt x="10076" y="1529"/>
                    <a:pt x="9073" y="1880"/>
                    <a:pt x="8096" y="2431"/>
                  </a:cubicBezTo>
                  <a:cubicBezTo>
                    <a:pt x="8171" y="1579"/>
                    <a:pt x="8171" y="827"/>
                    <a:pt x="8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6" name="Google Shape;16576;p18"/>
            <p:cNvSpPr/>
            <p:nvPr/>
          </p:nvSpPr>
          <p:spPr>
            <a:xfrm>
              <a:off x="166280" y="1325823"/>
              <a:ext cx="218599" cy="368900"/>
            </a:xfrm>
            <a:custGeom>
              <a:rect b="b" l="l" r="r" t="t"/>
              <a:pathLst>
                <a:path extrusionOk="0" h="16793" w="9951">
                  <a:moveTo>
                    <a:pt x="3760" y="1"/>
                  </a:moveTo>
                  <a:cubicBezTo>
                    <a:pt x="3434" y="1129"/>
                    <a:pt x="3083" y="2206"/>
                    <a:pt x="2908" y="3384"/>
                  </a:cubicBezTo>
                  <a:cubicBezTo>
                    <a:pt x="2231" y="2758"/>
                    <a:pt x="1630" y="2282"/>
                    <a:pt x="1028" y="1580"/>
                  </a:cubicBezTo>
                  <a:lnTo>
                    <a:pt x="1028" y="1580"/>
                  </a:lnTo>
                  <a:cubicBezTo>
                    <a:pt x="1" y="4412"/>
                    <a:pt x="76" y="7620"/>
                    <a:pt x="1229" y="10402"/>
                  </a:cubicBezTo>
                  <a:cubicBezTo>
                    <a:pt x="2357" y="13184"/>
                    <a:pt x="4562" y="15515"/>
                    <a:pt x="7294" y="16793"/>
                  </a:cubicBezTo>
                  <a:cubicBezTo>
                    <a:pt x="8873" y="13911"/>
                    <a:pt x="9951" y="10803"/>
                    <a:pt x="9424" y="7545"/>
                  </a:cubicBezTo>
                  <a:cubicBezTo>
                    <a:pt x="8923" y="4262"/>
                    <a:pt x="6868" y="1129"/>
                    <a:pt x="3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7" name="Google Shape;16577;p18"/>
            <p:cNvSpPr/>
            <p:nvPr/>
          </p:nvSpPr>
          <p:spPr>
            <a:xfrm>
              <a:off x="2204" y="2178755"/>
              <a:ext cx="256602" cy="228330"/>
            </a:xfrm>
            <a:custGeom>
              <a:rect b="b" l="l" r="r" t="t"/>
              <a:pathLst>
                <a:path extrusionOk="0" h="10394" w="11681">
                  <a:moveTo>
                    <a:pt x="1054" y="0"/>
                  </a:moveTo>
                  <a:cubicBezTo>
                    <a:pt x="702" y="0"/>
                    <a:pt x="350" y="16"/>
                    <a:pt x="1" y="46"/>
                  </a:cubicBezTo>
                  <a:lnTo>
                    <a:pt x="1" y="6061"/>
                  </a:lnTo>
                  <a:cubicBezTo>
                    <a:pt x="577" y="6863"/>
                    <a:pt x="1279" y="7615"/>
                    <a:pt x="2081" y="8267"/>
                  </a:cubicBezTo>
                  <a:cubicBezTo>
                    <a:pt x="3752" y="9579"/>
                    <a:pt x="5875" y="10393"/>
                    <a:pt x="7961" y="10393"/>
                  </a:cubicBezTo>
                  <a:cubicBezTo>
                    <a:pt x="8941" y="10393"/>
                    <a:pt x="9914" y="10214"/>
                    <a:pt x="10828" y="9821"/>
                  </a:cubicBezTo>
                  <a:cubicBezTo>
                    <a:pt x="10327" y="8843"/>
                    <a:pt x="9876" y="7866"/>
                    <a:pt x="9249" y="6964"/>
                  </a:cubicBezTo>
                  <a:cubicBezTo>
                    <a:pt x="9715" y="6950"/>
                    <a:pt x="10144" y="6929"/>
                    <a:pt x="10576" y="6929"/>
                  </a:cubicBezTo>
                  <a:cubicBezTo>
                    <a:pt x="10934" y="6929"/>
                    <a:pt x="11294" y="6943"/>
                    <a:pt x="11680" y="6989"/>
                  </a:cubicBezTo>
                  <a:cubicBezTo>
                    <a:pt x="10577" y="4382"/>
                    <a:pt x="8472" y="2227"/>
                    <a:pt x="5916" y="1049"/>
                  </a:cubicBezTo>
                  <a:cubicBezTo>
                    <a:pt x="4405" y="345"/>
                    <a:pt x="2723" y="0"/>
                    <a:pt x="10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8" name="Google Shape;16578;p18"/>
            <p:cNvSpPr/>
            <p:nvPr/>
          </p:nvSpPr>
          <p:spPr>
            <a:xfrm>
              <a:off x="728955" y="1979356"/>
              <a:ext cx="294035" cy="245069"/>
            </a:xfrm>
            <a:custGeom>
              <a:rect b="b" l="l" r="r" t="t"/>
              <a:pathLst>
                <a:path extrusionOk="0" h="11156" w="13385">
                  <a:moveTo>
                    <a:pt x="10828" y="0"/>
                  </a:moveTo>
                  <a:lnTo>
                    <a:pt x="10828" y="0"/>
                  </a:lnTo>
                  <a:cubicBezTo>
                    <a:pt x="8021" y="176"/>
                    <a:pt x="5264" y="1404"/>
                    <a:pt x="3284" y="3434"/>
                  </a:cubicBezTo>
                  <a:cubicBezTo>
                    <a:pt x="1304" y="5439"/>
                    <a:pt x="101" y="8221"/>
                    <a:pt x="1" y="11028"/>
                  </a:cubicBezTo>
                  <a:cubicBezTo>
                    <a:pt x="762" y="11108"/>
                    <a:pt x="1523" y="11155"/>
                    <a:pt x="2278" y="11155"/>
                  </a:cubicBezTo>
                  <a:cubicBezTo>
                    <a:pt x="4579" y="11155"/>
                    <a:pt x="6816" y="10720"/>
                    <a:pt x="8798" y="9474"/>
                  </a:cubicBezTo>
                  <a:cubicBezTo>
                    <a:pt x="11429" y="7820"/>
                    <a:pt x="13384" y="4888"/>
                    <a:pt x="13209" y="1780"/>
                  </a:cubicBezTo>
                  <a:lnTo>
                    <a:pt x="13209" y="1780"/>
                  </a:lnTo>
                  <a:cubicBezTo>
                    <a:pt x="12106" y="1905"/>
                    <a:pt x="11053" y="2005"/>
                    <a:pt x="9976" y="2306"/>
                  </a:cubicBezTo>
                  <a:cubicBezTo>
                    <a:pt x="10251" y="1479"/>
                    <a:pt x="10452" y="777"/>
                    <a:pt x="10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9" name="Google Shape;16579;p18"/>
            <p:cNvSpPr/>
            <p:nvPr/>
          </p:nvSpPr>
          <p:spPr>
            <a:xfrm>
              <a:off x="1383038" y="929968"/>
              <a:ext cx="315497" cy="315497"/>
            </a:xfrm>
            <a:custGeom>
              <a:rect b="b" l="l" r="r" t="t"/>
              <a:pathLst>
                <a:path extrusionOk="0" h="14362" w="14362">
                  <a:moveTo>
                    <a:pt x="7168" y="1"/>
                  </a:moveTo>
                  <a:cubicBezTo>
                    <a:pt x="4136" y="1"/>
                    <a:pt x="1529" y="1880"/>
                    <a:pt x="502" y="4562"/>
                  </a:cubicBezTo>
                  <a:cubicBezTo>
                    <a:pt x="401" y="4813"/>
                    <a:pt x="301" y="5063"/>
                    <a:pt x="251" y="5339"/>
                  </a:cubicBezTo>
                  <a:cubicBezTo>
                    <a:pt x="76" y="5916"/>
                    <a:pt x="0" y="6542"/>
                    <a:pt x="0" y="7194"/>
                  </a:cubicBezTo>
                  <a:cubicBezTo>
                    <a:pt x="0" y="8121"/>
                    <a:pt x="176" y="9023"/>
                    <a:pt x="502" y="9825"/>
                  </a:cubicBezTo>
                  <a:cubicBezTo>
                    <a:pt x="527" y="9901"/>
                    <a:pt x="552" y="9951"/>
                    <a:pt x="577" y="10026"/>
                  </a:cubicBezTo>
                  <a:cubicBezTo>
                    <a:pt x="1680" y="12582"/>
                    <a:pt x="4211" y="14362"/>
                    <a:pt x="7168" y="14362"/>
                  </a:cubicBezTo>
                  <a:cubicBezTo>
                    <a:pt x="11153" y="14362"/>
                    <a:pt x="14361" y="11154"/>
                    <a:pt x="14361" y="7194"/>
                  </a:cubicBezTo>
                  <a:cubicBezTo>
                    <a:pt x="14361" y="5164"/>
                    <a:pt x="13534" y="3334"/>
                    <a:pt x="12181" y="2031"/>
                  </a:cubicBezTo>
                  <a:cubicBezTo>
                    <a:pt x="12156" y="2006"/>
                    <a:pt x="12106" y="1981"/>
                    <a:pt x="12081" y="1931"/>
                  </a:cubicBezTo>
                  <a:cubicBezTo>
                    <a:pt x="10928" y="878"/>
                    <a:pt x="9449" y="176"/>
                    <a:pt x="7820" y="26"/>
                  </a:cubicBezTo>
                  <a:lnTo>
                    <a:pt x="7770" y="26"/>
                  </a:lnTo>
                  <a:cubicBezTo>
                    <a:pt x="7569" y="26"/>
                    <a:pt x="7369" y="1"/>
                    <a:pt x="7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0" name="Google Shape;16580;p18"/>
            <p:cNvSpPr/>
            <p:nvPr/>
          </p:nvSpPr>
          <p:spPr>
            <a:xfrm>
              <a:off x="1394043" y="1107334"/>
              <a:ext cx="267059" cy="80335"/>
            </a:xfrm>
            <a:custGeom>
              <a:rect b="b" l="l" r="r" t="t"/>
              <a:pathLst>
                <a:path extrusionOk="0" h="3657" w="12157">
                  <a:moveTo>
                    <a:pt x="2583" y="1"/>
                  </a:moveTo>
                  <a:cubicBezTo>
                    <a:pt x="2069" y="1"/>
                    <a:pt x="1557" y="137"/>
                    <a:pt x="1128" y="423"/>
                  </a:cubicBezTo>
                  <a:cubicBezTo>
                    <a:pt x="627" y="749"/>
                    <a:pt x="276" y="1250"/>
                    <a:pt x="1" y="1751"/>
                  </a:cubicBezTo>
                  <a:cubicBezTo>
                    <a:pt x="26" y="1827"/>
                    <a:pt x="51" y="1877"/>
                    <a:pt x="76" y="1952"/>
                  </a:cubicBezTo>
                  <a:cubicBezTo>
                    <a:pt x="352" y="1400"/>
                    <a:pt x="702" y="874"/>
                    <a:pt x="1204" y="548"/>
                  </a:cubicBezTo>
                  <a:cubicBezTo>
                    <a:pt x="1602" y="291"/>
                    <a:pt x="2086" y="160"/>
                    <a:pt x="2581" y="160"/>
                  </a:cubicBezTo>
                  <a:cubicBezTo>
                    <a:pt x="3052" y="160"/>
                    <a:pt x="3533" y="279"/>
                    <a:pt x="3961" y="523"/>
                  </a:cubicBezTo>
                  <a:cubicBezTo>
                    <a:pt x="4763" y="949"/>
                    <a:pt x="5389" y="1751"/>
                    <a:pt x="5715" y="2754"/>
                  </a:cubicBezTo>
                  <a:lnTo>
                    <a:pt x="5765" y="2854"/>
                  </a:lnTo>
                  <a:lnTo>
                    <a:pt x="5840" y="2779"/>
                  </a:lnTo>
                  <a:cubicBezTo>
                    <a:pt x="6596" y="2128"/>
                    <a:pt x="7580" y="1759"/>
                    <a:pt x="8571" y="1759"/>
                  </a:cubicBezTo>
                  <a:cubicBezTo>
                    <a:pt x="8764" y="1759"/>
                    <a:pt x="8957" y="1773"/>
                    <a:pt x="9149" y="1801"/>
                  </a:cubicBezTo>
                  <a:cubicBezTo>
                    <a:pt x="10301" y="1952"/>
                    <a:pt x="11379" y="2654"/>
                    <a:pt x="12031" y="3656"/>
                  </a:cubicBezTo>
                  <a:lnTo>
                    <a:pt x="12156" y="3581"/>
                  </a:lnTo>
                  <a:cubicBezTo>
                    <a:pt x="11504" y="2528"/>
                    <a:pt x="10377" y="1827"/>
                    <a:pt x="9149" y="1651"/>
                  </a:cubicBezTo>
                  <a:cubicBezTo>
                    <a:pt x="8998" y="1626"/>
                    <a:pt x="8873" y="1601"/>
                    <a:pt x="8722" y="1601"/>
                  </a:cubicBezTo>
                  <a:lnTo>
                    <a:pt x="8572" y="1601"/>
                  </a:lnTo>
                  <a:cubicBezTo>
                    <a:pt x="7570" y="1601"/>
                    <a:pt x="6592" y="1952"/>
                    <a:pt x="5815" y="2578"/>
                  </a:cubicBezTo>
                  <a:cubicBezTo>
                    <a:pt x="5489" y="1601"/>
                    <a:pt x="4838" y="799"/>
                    <a:pt x="4036" y="373"/>
                  </a:cubicBezTo>
                  <a:cubicBezTo>
                    <a:pt x="3735" y="222"/>
                    <a:pt x="3409" y="97"/>
                    <a:pt x="3083" y="47"/>
                  </a:cubicBezTo>
                  <a:cubicBezTo>
                    <a:pt x="3033" y="47"/>
                    <a:pt x="2983" y="22"/>
                    <a:pt x="2933" y="22"/>
                  </a:cubicBezTo>
                  <a:cubicBezTo>
                    <a:pt x="2817" y="8"/>
                    <a:pt x="2700" y="1"/>
                    <a:pt x="2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1" name="Google Shape;16581;p18"/>
            <p:cNvSpPr/>
            <p:nvPr/>
          </p:nvSpPr>
          <p:spPr>
            <a:xfrm>
              <a:off x="1575736" y="971267"/>
              <a:ext cx="75986" cy="172357"/>
            </a:xfrm>
            <a:custGeom>
              <a:rect b="b" l="l" r="r" t="t"/>
              <a:pathLst>
                <a:path extrusionOk="0" h="7846" w="3459">
                  <a:moveTo>
                    <a:pt x="3384" y="0"/>
                  </a:moveTo>
                  <a:cubicBezTo>
                    <a:pt x="2732" y="401"/>
                    <a:pt x="2281" y="1128"/>
                    <a:pt x="2106" y="1980"/>
                  </a:cubicBezTo>
                  <a:cubicBezTo>
                    <a:pt x="1980" y="2657"/>
                    <a:pt x="2005" y="3384"/>
                    <a:pt x="2231" y="4261"/>
                  </a:cubicBezTo>
                  <a:cubicBezTo>
                    <a:pt x="1479" y="4411"/>
                    <a:pt x="827" y="4888"/>
                    <a:pt x="451" y="5564"/>
                  </a:cubicBezTo>
                  <a:cubicBezTo>
                    <a:pt x="50" y="6266"/>
                    <a:pt x="0" y="7118"/>
                    <a:pt x="301" y="7845"/>
                  </a:cubicBezTo>
                  <a:lnTo>
                    <a:pt x="451" y="7795"/>
                  </a:lnTo>
                  <a:cubicBezTo>
                    <a:pt x="176" y="7118"/>
                    <a:pt x="226" y="6291"/>
                    <a:pt x="577" y="5640"/>
                  </a:cubicBezTo>
                  <a:cubicBezTo>
                    <a:pt x="928" y="4988"/>
                    <a:pt x="1604" y="4512"/>
                    <a:pt x="2356" y="4386"/>
                  </a:cubicBezTo>
                  <a:lnTo>
                    <a:pt x="2431" y="4361"/>
                  </a:lnTo>
                  <a:lnTo>
                    <a:pt x="2406" y="4286"/>
                  </a:lnTo>
                  <a:cubicBezTo>
                    <a:pt x="2181" y="3434"/>
                    <a:pt x="2131" y="2682"/>
                    <a:pt x="2256" y="2005"/>
                  </a:cubicBezTo>
                  <a:cubicBezTo>
                    <a:pt x="2406" y="1203"/>
                    <a:pt x="2857" y="502"/>
                    <a:pt x="3459" y="126"/>
                  </a:cubicBezTo>
                  <a:lnTo>
                    <a:pt x="33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2" name="Google Shape;16582;p18"/>
            <p:cNvSpPr/>
            <p:nvPr/>
          </p:nvSpPr>
          <p:spPr>
            <a:xfrm>
              <a:off x="1458452" y="1026801"/>
              <a:ext cx="164646" cy="83235"/>
            </a:xfrm>
            <a:custGeom>
              <a:rect b="b" l="l" r="r" t="t"/>
              <a:pathLst>
                <a:path extrusionOk="0" h="3789" w="7495">
                  <a:moveTo>
                    <a:pt x="5517" y="1"/>
                  </a:moveTo>
                  <a:cubicBezTo>
                    <a:pt x="5399" y="1"/>
                    <a:pt x="5281" y="10"/>
                    <a:pt x="5164" y="29"/>
                  </a:cubicBezTo>
                  <a:cubicBezTo>
                    <a:pt x="4312" y="154"/>
                    <a:pt x="3610" y="881"/>
                    <a:pt x="3560" y="1633"/>
                  </a:cubicBezTo>
                  <a:cubicBezTo>
                    <a:pt x="3266" y="1521"/>
                    <a:pt x="2951" y="1467"/>
                    <a:pt x="2636" y="1467"/>
                  </a:cubicBezTo>
                  <a:cubicBezTo>
                    <a:pt x="2172" y="1467"/>
                    <a:pt x="1707" y="1584"/>
                    <a:pt x="1304" y="1808"/>
                  </a:cubicBezTo>
                  <a:cubicBezTo>
                    <a:pt x="602" y="2209"/>
                    <a:pt x="101" y="2961"/>
                    <a:pt x="1" y="3763"/>
                  </a:cubicBezTo>
                  <a:lnTo>
                    <a:pt x="151" y="3788"/>
                  </a:lnTo>
                  <a:cubicBezTo>
                    <a:pt x="252" y="3036"/>
                    <a:pt x="728" y="2335"/>
                    <a:pt x="1379" y="1934"/>
                  </a:cubicBezTo>
                  <a:cubicBezTo>
                    <a:pt x="1762" y="1721"/>
                    <a:pt x="2200" y="1613"/>
                    <a:pt x="2635" y="1613"/>
                  </a:cubicBezTo>
                  <a:cubicBezTo>
                    <a:pt x="2971" y="1613"/>
                    <a:pt x="3305" y="1677"/>
                    <a:pt x="3610" y="1808"/>
                  </a:cubicBezTo>
                  <a:lnTo>
                    <a:pt x="3710" y="1858"/>
                  </a:lnTo>
                  <a:lnTo>
                    <a:pt x="3710" y="1758"/>
                  </a:lnTo>
                  <a:cubicBezTo>
                    <a:pt x="3710" y="1006"/>
                    <a:pt x="4362" y="305"/>
                    <a:pt x="5189" y="179"/>
                  </a:cubicBezTo>
                  <a:cubicBezTo>
                    <a:pt x="5293" y="165"/>
                    <a:pt x="5398" y="158"/>
                    <a:pt x="5504" y="158"/>
                  </a:cubicBezTo>
                  <a:cubicBezTo>
                    <a:pt x="6142" y="158"/>
                    <a:pt x="6814" y="415"/>
                    <a:pt x="7394" y="931"/>
                  </a:cubicBezTo>
                  <a:lnTo>
                    <a:pt x="7495" y="806"/>
                  </a:lnTo>
                  <a:cubicBezTo>
                    <a:pt x="6877" y="295"/>
                    <a:pt x="6187" y="1"/>
                    <a:pt x="5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3" name="Google Shape;16583;p18"/>
            <p:cNvSpPr/>
            <p:nvPr/>
          </p:nvSpPr>
          <p:spPr>
            <a:xfrm>
              <a:off x="1388529" y="988138"/>
              <a:ext cx="217500" cy="59137"/>
            </a:xfrm>
            <a:custGeom>
              <a:rect b="b" l="l" r="r" t="t"/>
              <a:pathLst>
                <a:path extrusionOk="0" h="2692" w="9901">
                  <a:moveTo>
                    <a:pt x="6736" y="1"/>
                  </a:moveTo>
                  <a:cubicBezTo>
                    <a:pt x="6364" y="1"/>
                    <a:pt x="5994" y="42"/>
                    <a:pt x="5640" y="160"/>
                  </a:cubicBezTo>
                  <a:cubicBezTo>
                    <a:pt x="5615" y="160"/>
                    <a:pt x="5590" y="160"/>
                    <a:pt x="5565" y="185"/>
                  </a:cubicBezTo>
                  <a:cubicBezTo>
                    <a:pt x="4888" y="385"/>
                    <a:pt x="4287" y="786"/>
                    <a:pt x="3836" y="1363"/>
                  </a:cubicBezTo>
                  <a:cubicBezTo>
                    <a:pt x="3387" y="1047"/>
                    <a:pt x="2850" y="886"/>
                    <a:pt x="2320" y="886"/>
                  </a:cubicBezTo>
                  <a:cubicBezTo>
                    <a:pt x="2051" y="886"/>
                    <a:pt x="1783" y="927"/>
                    <a:pt x="1530" y="1012"/>
                  </a:cubicBezTo>
                  <a:cubicBezTo>
                    <a:pt x="1004" y="1162"/>
                    <a:pt x="552" y="1488"/>
                    <a:pt x="252" y="1914"/>
                  </a:cubicBezTo>
                  <a:cubicBezTo>
                    <a:pt x="151" y="2165"/>
                    <a:pt x="51" y="2415"/>
                    <a:pt x="1" y="2691"/>
                  </a:cubicBezTo>
                  <a:cubicBezTo>
                    <a:pt x="252" y="1964"/>
                    <a:pt x="853" y="1388"/>
                    <a:pt x="1555" y="1137"/>
                  </a:cubicBezTo>
                  <a:cubicBezTo>
                    <a:pt x="1788" y="1067"/>
                    <a:pt x="2030" y="1034"/>
                    <a:pt x="2273" y="1034"/>
                  </a:cubicBezTo>
                  <a:cubicBezTo>
                    <a:pt x="2815" y="1034"/>
                    <a:pt x="3361" y="1202"/>
                    <a:pt x="3811" y="1513"/>
                  </a:cubicBezTo>
                  <a:lnTo>
                    <a:pt x="3861" y="1563"/>
                  </a:lnTo>
                  <a:lnTo>
                    <a:pt x="3911" y="1513"/>
                  </a:lnTo>
                  <a:cubicBezTo>
                    <a:pt x="4567" y="654"/>
                    <a:pt x="5610" y="141"/>
                    <a:pt x="6673" y="141"/>
                  </a:cubicBezTo>
                  <a:cubicBezTo>
                    <a:pt x="6788" y="141"/>
                    <a:pt x="6903" y="147"/>
                    <a:pt x="7019" y="160"/>
                  </a:cubicBezTo>
                  <a:cubicBezTo>
                    <a:pt x="8121" y="285"/>
                    <a:pt x="9124" y="987"/>
                    <a:pt x="9675" y="1964"/>
                  </a:cubicBezTo>
                  <a:cubicBezTo>
                    <a:pt x="9700" y="2014"/>
                    <a:pt x="9725" y="2090"/>
                    <a:pt x="9750" y="2165"/>
                  </a:cubicBezTo>
                  <a:lnTo>
                    <a:pt x="9901" y="2090"/>
                  </a:lnTo>
                  <a:cubicBezTo>
                    <a:pt x="9901" y="2065"/>
                    <a:pt x="9901" y="2065"/>
                    <a:pt x="9876" y="2039"/>
                  </a:cubicBezTo>
                  <a:cubicBezTo>
                    <a:pt x="9349" y="962"/>
                    <a:pt x="8247" y="160"/>
                    <a:pt x="7044" y="9"/>
                  </a:cubicBezTo>
                  <a:cubicBezTo>
                    <a:pt x="6941" y="4"/>
                    <a:pt x="6839" y="1"/>
                    <a:pt x="67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4" name="Google Shape;16584;p18"/>
            <p:cNvSpPr/>
            <p:nvPr/>
          </p:nvSpPr>
          <p:spPr>
            <a:xfrm>
              <a:off x="1509109" y="930518"/>
              <a:ext cx="46286" cy="61685"/>
            </a:xfrm>
            <a:custGeom>
              <a:rect b="b" l="l" r="r" t="t"/>
              <a:pathLst>
                <a:path extrusionOk="0" h="2808" w="2107">
                  <a:moveTo>
                    <a:pt x="2081" y="1"/>
                  </a:moveTo>
                  <a:cubicBezTo>
                    <a:pt x="1479" y="51"/>
                    <a:pt x="903" y="427"/>
                    <a:pt x="527" y="1003"/>
                  </a:cubicBezTo>
                  <a:cubicBezTo>
                    <a:pt x="201" y="1479"/>
                    <a:pt x="26" y="2081"/>
                    <a:pt x="1" y="2808"/>
                  </a:cubicBezTo>
                  <a:lnTo>
                    <a:pt x="151" y="2808"/>
                  </a:lnTo>
                  <a:cubicBezTo>
                    <a:pt x="176" y="2131"/>
                    <a:pt x="352" y="1555"/>
                    <a:pt x="652" y="1078"/>
                  </a:cubicBezTo>
                  <a:cubicBezTo>
                    <a:pt x="1003" y="552"/>
                    <a:pt x="1530" y="201"/>
                    <a:pt x="2106" y="151"/>
                  </a:cubicBezTo>
                  <a:lnTo>
                    <a:pt x="208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5" name="Google Shape;16585;p18"/>
            <p:cNvSpPr/>
            <p:nvPr/>
          </p:nvSpPr>
          <p:spPr>
            <a:xfrm>
              <a:off x="575881" y="-152164"/>
              <a:ext cx="188305" cy="112803"/>
            </a:xfrm>
            <a:custGeom>
              <a:rect b="b" l="l" r="r" t="t"/>
              <a:pathLst>
                <a:path extrusionOk="0" h="5135" w="8572">
                  <a:moveTo>
                    <a:pt x="5835" y="0"/>
                  </a:moveTo>
                  <a:cubicBezTo>
                    <a:pt x="5023" y="0"/>
                    <a:pt x="4198" y="187"/>
                    <a:pt x="3459" y="534"/>
                  </a:cubicBezTo>
                  <a:cubicBezTo>
                    <a:pt x="1855" y="1261"/>
                    <a:pt x="802" y="2639"/>
                    <a:pt x="0" y="4218"/>
                  </a:cubicBezTo>
                  <a:cubicBezTo>
                    <a:pt x="1008" y="4815"/>
                    <a:pt x="2196" y="5134"/>
                    <a:pt x="3389" y="5134"/>
                  </a:cubicBezTo>
                  <a:cubicBezTo>
                    <a:pt x="3799" y="5134"/>
                    <a:pt x="4208" y="5097"/>
                    <a:pt x="4612" y="5020"/>
                  </a:cubicBezTo>
                  <a:cubicBezTo>
                    <a:pt x="6191" y="4694"/>
                    <a:pt x="7619" y="3792"/>
                    <a:pt x="8572" y="2514"/>
                  </a:cubicBezTo>
                  <a:cubicBezTo>
                    <a:pt x="8095" y="2438"/>
                    <a:pt x="7694" y="2313"/>
                    <a:pt x="7218" y="2188"/>
                  </a:cubicBezTo>
                  <a:cubicBezTo>
                    <a:pt x="7694" y="1762"/>
                    <a:pt x="8070" y="1311"/>
                    <a:pt x="8471" y="809"/>
                  </a:cubicBezTo>
                  <a:cubicBezTo>
                    <a:pt x="7715" y="256"/>
                    <a:pt x="6784" y="0"/>
                    <a:pt x="58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6" name="Google Shape;16586;p18"/>
            <p:cNvSpPr/>
            <p:nvPr/>
          </p:nvSpPr>
          <p:spPr>
            <a:xfrm>
              <a:off x="470588" y="3034590"/>
              <a:ext cx="177322" cy="126401"/>
            </a:xfrm>
            <a:custGeom>
              <a:rect b="b" l="l" r="r" t="t"/>
              <a:pathLst>
                <a:path extrusionOk="0" h="5754" w="8072">
                  <a:moveTo>
                    <a:pt x="5881" y="0"/>
                  </a:moveTo>
                  <a:cubicBezTo>
                    <a:pt x="4745" y="0"/>
                    <a:pt x="3589" y="410"/>
                    <a:pt x="2658" y="1096"/>
                  </a:cubicBezTo>
                  <a:cubicBezTo>
                    <a:pt x="1254" y="2124"/>
                    <a:pt x="477" y="3703"/>
                    <a:pt x="1" y="5382"/>
                  </a:cubicBezTo>
                  <a:cubicBezTo>
                    <a:pt x="704" y="5628"/>
                    <a:pt x="1450" y="5753"/>
                    <a:pt x="2197" y="5753"/>
                  </a:cubicBezTo>
                  <a:cubicBezTo>
                    <a:pt x="3048" y="5753"/>
                    <a:pt x="3900" y="5590"/>
                    <a:pt x="4688" y="5257"/>
                  </a:cubicBezTo>
                  <a:cubicBezTo>
                    <a:pt x="6166" y="4630"/>
                    <a:pt x="7394" y="3452"/>
                    <a:pt x="8071" y="1998"/>
                  </a:cubicBezTo>
                  <a:lnTo>
                    <a:pt x="8071" y="1998"/>
                  </a:lnTo>
                  <a:cubicBezTo>
                    <a:pt x="7923" y="2014"/>
                    <a:pt x="7781" y="2020"/>
                    <a:pt x="7640" y="2020"/>
                  </a:cubicBezTo>
                  <a:cubicBezTo>
                    <a:pt x="7326" y="2020"/>
                    <a:pt x="7021" y="1991"/>
                    <a:pt x="6693" y="1973"/>
                  </a:cubicBezTo>
                  <a:cubicBezTo>
                    <a:pt x="7069" y="1472"/>
                    <a:pt x="7344" y="921"/>
                    <a:pt x="7645" y="369"/>
                  </a:cubicBezTo>
                  <a:cubicBezTo>
                    <a:pt x="7087" y="117"/>
                    <a:pt x="6487" y="0"/>
                    <a:pt x="58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7" name="Google Shape;16587;p18"/>
            <p:cNvSpPr/>
            <p:nvPr/>
          </p:nvSpPr>
          <p:spPr>
            <a:xfrm>
              <a:off x="1511306" y="643007"/>
              <a:ext cx="177322" cy="126489"/>
            </a:xfrm>
            <a:custGeom>
              <a:rect b="b" l="l" r="r" t="t"/>
              <a:pathLst>
                <a:path extrusionOk="0" h="5758" w="8072">
                  <a:moveTo>
                    <a:pt x="5875" y="1"/>
                  </a:moveTo>
                  <a:cubicBezTo>
                    <a:pt x="4741" y="1"/>
                    <a:pt x="3588" y="415"/>
                    <a:pt x="2658" y="1084"/>
                  </a:cubicBezTo>
                  <a:cubicBezTo>
                    <a:pt x="1254" y="2136"/>
                    <a:pt x="477" y="3690"/>
                    <a:pt x="1" y="5394"/>
                  </a:cubicBezTo>
                  <a:cubicBezTo>
                    <a:pt x="694" y="5637"/>
                    <a:pt x="1431" y="5757"/>
                    <a:pt x="2167" y="5757"/>
                  </a:cubicBezTo>
                  <a:cubicBezTo>
                    <a:pt x="3029" y="5757"/>
                    <a:pt x="3891" y="5593"/>
                    <a:pt x="4688" y="5269"/>
                  </a:cubicBezTo>
                  <a:cubicBezTo>
                    <a:pt x="6166" y="4643"/>
                    <a:pt x="7395" y="3465"/>
                    <a:pt x="8071" y="2011"/>
                  </a:cubicBezTo>
                  <a:lnTo>
                    <a:pt x="8071" y="2011"/>
                  </a:lnTo>
                  <a:cubicBezTo>
                    <a:pt x="7976" y="2016"/>
                    <a:pt x="7883" y="2018"/>
                    <a:pt x="7791" y="2018"/>
                  </a:cubicBezTo>
                  <a:cubicBezTo>
                    <a:pt x="7423" y="2018"/>
                    <a:pt x="7074" y="1986"/>
                    <a:pt x="6693" y="1986"/>
                  </a:cubicBezTo>
                  <a:cubicBezTo>
                    <a:pt x="7069" y="1460"/>
                    <a:pt x="7344" y="933"/>
                    <a:pt x="7645" y="382"/>
                  </a:cubicBezTo>
                  <a:cubicBezTo>
                    <a:pt x="7085" y="120"/>
                    <a:pt x="6483" y="1"/>
                    <a:pt x="58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8" name="Google Shape;16588;p18"/>
            <p:cNvSpPr/>
            <p:nvPr/>
          </p:nvSpPr>
          <p:spPr>
            <a:xfrm>
              <a:off x="1820740" y="1314268"/>
              <a:ext cx="135452" cy="178947"/>
            </a:xfrm>
            <a:custGeom>
              <a:rect b="b" l="l" r="r" t="t"/>
              <a:pathLst>
                <a:path extrusionOk="0" h="8146" w="6166">
                  <a:moveTo>
                    <a:pt x="577" y="1"/>
                  </a:moveTo>
                  <a:lnTo>
                    <a:pt x="577" y="1"/>
                  </a:lnTo>
                  <a:cubicBezTo>
                    <a:pt x="0" y="1504"/>
                    <a:pt x="0" y="3209"/>
                    <a:pt x="602" y="4687"/>
                  </a:cubicBezTo>
                  <a:cubicBezTo>
                    <a:pt x="1178" y="6191"/>
                    <a:pt x="2331" y="7444"/>
                    <a:pt x="3760" y="8146"/>
                  </a:cubicBezTo>
                  <a:cubicBezTo>
                    <a:pt x="3735" y="7670"/>
                    <a:pt x="3785" y="7244"/>
                    <a:pt x="3835" y="6767"/>
                  </a:cubicBezTo>
                  <a:cubicBezTo>
                    <a:pt x="4311" y="7143"/>
                    <a:pt x="4862" y="7444"/>
                    <a:pt x="5389" y="7770"/>
                  </a:cubicBezTo>
                  <a:cubicBezTo>
                    <a:pt x="6166" y="6191"/>
                    <a:pt x="5815" y="4211"/>
                    <a:pt x="4812" y="2757"/>
                  </a:cubicBezTo>
                  <a:cubicBezTo>
                    <a:pt x="3810" y="1329"/>
                    <a:pt x="2256" y="52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9" name="Google Shape;16589;p18"/>
            <p:cNvSpPr/>
            <p:nvPr/>
          </p:nvSpPr>
          <p:spPr>
            <a:xfrm>
              <a:off x="147014" y="740016"/>
              <a:ext cx="147028" cy="157507"/>
            </a:xfrm>
            <a:custGeom>
              <a:rect b="b" l="l" r="r" t="t"/>
              <a:pathLst>
                <a:path extrusionOk="0" h="7170" w="6693">
                  <a:moveTo>
                    <a:pt x="6542" y="0"/>
                  </a:moveTo>
                  <a:cubicBezTo>
                    <a:pt x="4971" y="0"/>
                    <a:pt x="3408" y="574"/>
                    <a:pt x="2206" y="1580"/>
                  </a:cubicBezTo>
                  <a:cubicBezTo>
                    <a:pt x="1003" y="2633"/>
                    <a:pt x="201" y="4136"/>
                    <a:pt x="0" y="5715"/>
                  </a:cubicBezTo>
                  <a:cubicBezTo>
                    <a:pt x="452" y="5540"/>
                    <a:pt x="853" y="5465"/>
                    <a:pt x="1329" y="5339"/>
                  </a:cubicBezTo>
                  <a:lnTo>
                    <a:pt x="1329" y="5339"/>
                  </a:lnTo>
                  <a:cubicBezTo>
                    <a:pt x="1128" y="5916"/>
                    <a:pt x="1028" y="6517"/>
                    <a:pt x="928" y="7144"/>
                  </a:cubicBezTo>
                  <a:cubicBezTo>
                    <a:pt x="1076" y="7161"/>
                    <a:pt x="1224" y="7169"/>
                    <a:pt x="1372" y="7169"/>
                  </a:cubicBezTo>
                  <a:cubicBezTo>
                    <a:pt x="2949" y="7169"/>
                    <a:pt x="4477" y="6219"/>
                    <a:pt x="5439" y="4913"/>
                  </a:cubicBezTo>
                  <a:cubicBezTo>
                    <a:pt x="6467" y="3510"/>
                    <a:pt x="6692" y="1780"/>
                    <a:pt x="6642" y="1"/>
                  </a:cubicBezTo>
                  <a:cubicBezTo>
                    <a:pt x="6609" y="1"/>
                    <a:pt x="6575" y="0"/>
                    <a:pt x="65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0" name="Google Shape;16590;p18"/>
            <p:cNvSpPr/>
            <p:nvPr/>
          </p:nvSpPr>
          <p:spPr>
            <a:xfrm>
              <a:off x="1711713" y="2324972"/>
              <a:ext cx="135452" cy="178969"/>
            </a:xfrm>
            <a:custGeom>
              <a:rect b="b" l="l" r="r" t="t"/>
              <a:pathLst>
                <a:path extrusionOk="0" h="8147" w="6166">
                  <a:moveTo>
                    <a:pt x="551" y="1"/>
                  </a:moveTo>
                  <a:lnTo>
                    <a:pt x="551" y="1"/>
                  </a:lnTo>
                  <a:cubicBezTo>
                    <a:pt x="0" y="1479"/>
                    <a:pt x="0" y="3184"/>
                    <a:pt x="577" y="4687"/>
                  </a:cubicBezTo>
                  <a:cubicBezTo>
                    <a:pt x="1153" y="6166"/>
                    <a:pt x="2306" y="7444"/>
                    <a:pt x="3759" y="8146"/>
                  </a:cubicBezTo>
                  <a:cubicBezTo>
                    <a:pt x="3734" y="7670"/>
                    <a:pt x="3785" y="7244"/>
                    <a:pt x="3810" y="6768"/>
                  </a:cubicBezTo>
                  <a:cubicBezTo>
                    <a:pt x="4311" y="7144"/>
                    <a:pt x="4837" y="7444"/>
                    <a:pt x="5389" y="7745"/>
                  </a:cubicBezTo>
                  <a:cubicBezTo>
                    <a:pt x="6166" y="6166"/>
                    <a:pt x="5790" y="4211"/>
                    <a:pt x="4787" y="2758"/>
                  </a:cubicBezTo>
                  <a:cubicBezTo>
                    <a:pt x="3785" y="1329"/>
                    <a:pt x="2231" y="527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numbers">
  <p:cSld name="CUSTOM_8">
    <p:spTree>
      <p:nvGrpSpPr>
        <p:cNvPr id="16591" name="Shape 16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92" name="Google Shape;16592;p19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6593" name="Google Shape;16593;p19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4" name="Google Shape;16594;p19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5" name="Google Shape;16595;p19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6" name="Google Shape;16596;p19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7" name="Google Shape;16597;p19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8" name="Google Shape;16598;p19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9" name="Google Shape;16599;p19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0" name="Google Shape;16600;p19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1" name="Google Shape;16601;p19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2" name="Google Shape;16602;p19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3" name="Google Shape;16603;p19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4" name="Google Shape;16604;p19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5" name="Google Shape;16605;p19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6" name="Google Shape;16606;p19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7" name="Google Shape;16607;p19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8" name="Google Shape;16608;p19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9" name="Google Shape;16609;p19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0" name="Google Shape;16610;p19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1" name="Google Shape;16611;p19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2" name="Google Shape;16612;p19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3" name="Google Shape;16613;p19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4" name="Google Shape;16614;p19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5" name="Google Shape;16615;p19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6" name="Google Shape;16616;p19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7" name="Google Shape;16617;p19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8" name="Google Shape;16618;p19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9" name="Google Shape;16619;p19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0" name="Google Shape;16620;p19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1" name="Google Shape;16621;p19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2" name="Google Shape;16622;p19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3" name="Google Shape;16623;p19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4" name="Google Shape;16624;p19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5" name="Google Shape;16625;p19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6" name="Google Shape;16626;p19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7" name="Google Shape;16627;p19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8" name="Google Shape;16628;p19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9" name="Google Shape;16629;p19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0" name="Google Shape;16630;p19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1" name="Google Shape;16631;p19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2" name="Google Shape;16632;p19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3" name="Google Shape;16633;p19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4" name="Google Shape;16634;p19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5" name="Google Shape;16635;p19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6" name="Google Shape;16636;p19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7" name="Google Shape;16637;p19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8" name="Google Shape;16638;p19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9" name="Google Shape;16639;p19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0" name="Google Shape;16640;p19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1" name="Google Shape;16641;p19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2" name="Google Shape;16642;p19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3" name="Google Shape;16643;p19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4" name="Google Shape;16644;p19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5" name="Google Shape;16645;p19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6" name="Google Shape;16646;p19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7" name="Google Shape;16647;p19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8" name="Google Shape;16648;p19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9" name="Google Shape;16649;p19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0" name="Google Shape;16650;p19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1" name="Google Shape;16651;p19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2" name="Google Shape;16652;p19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3" name="Google Shape;16653;p19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4" name="Google Shape;16654;p19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5" name="Google Shape;16655;p19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6" name="Google Shape;16656;p19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7" name="Google Shape;16657;p19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8" name="Google Shape;16658;p19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9" name="Google Shape;16659;p19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0" name="Google Shape;16660;p19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1" name="Google Shape;16661;p19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2" name="Google Shape;16662;p19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3" name="Google Shape;16663;p19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4" name="Google Shape;16664;p19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5" name="Google Shape;16665;p19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6" name="Google Shape;16666;p19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7" name="Google Shape;16667;p19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8" name="Google Shape;16668;p19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9" name="Google Shape;16669;p19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0" name="Google Shape;16670;p19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1" name="Google Shape;16671;p19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2" name="Google Shape;16672;p19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3" name="Google Shape;16673;p19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4" name="Google Shape;16674;p19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5" name="Google Shape;16675;p19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6" name="Google Shape;16676;p19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7" name="Google Shape;16677;p19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8" name="Google Shape;16678;p19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9" name="Google Shape;16679;p19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0" name="Google Shape;16680;p19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1" name="Google Shape;16681;p19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2" name="Google Shape;16682;p19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3" name="Google Shape;16683;p19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4" name="Google Shape;16684;p19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5" name="Google Shape;16685;p19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6" name="Google Shape;16686;p19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7" name="Google Shape;16687;p19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8" name="Google Shape;16688;p19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9" name="Google Shape;16689;p19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0" name="Google Shape;16690;p19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1" name="Google Shape;16691;p19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2" name="Google Shape;16692;p19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3" name="Google Shape;16693;p19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4" name="Google Shape;16694;p19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5" name="Google Shape;16695;p19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6" name="Google Shape;16696;p19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7" name="Google Shape;16697;p19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8" name="Google Shape;16698;p19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9" name="Google Shape;16699;p19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0" name="Google Shape;16700;p19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1" name="Google Shape;16701;p19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2" name="Google Shape;16702;p19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3" name="Google Shape;16703;p19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4" name="Google Shape;16704;p19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5" name="Google Shape;16705;p19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6" name="Google Shape;16706;p19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7" name="Google Shape;16707;p19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8" name="Google Shape;16708;p19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9" name="Google Shape;16709;p19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0" name="Google Shape;16710;p19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1" name="Google Shape;16711;p19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2" name="Google Shape;16712;p19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3" name="Google Shape;16713;p19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4" name="Google Shape;16714;p19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5" name="Google Shape;16715;p19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6" name="Google Shape;16716;p19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7" name="Google Shape;16717;p19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8" name="Google Shape;16718;p19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9" name="Google Shape;16719;p19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0" name="Google Shape;16720;p19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1" name="Google Shape;16721;p19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2" name="Google Shape;16722;p19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3" name="Google Shape;16723;p19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4" name="Google Shape;16724;p19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5" name="Google Shape;16725;p19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6" name="Google Shape;16726;p19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7" name="Google Shape;16727;p19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8" name="Google Shape;16728;p19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9" name="Google Shape;16729;p19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0" name="Google Shape;16730;p19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1" name="Google Shape;16731;p19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2" name="Google Shape;16732;p19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3" name="Google Shape;16733;p19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4" name="Google Shape;16734;p19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5" name="Google Shape;16735;p19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6" name="Google Shape;16736;p19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7" name="Google Shape;16737;p19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8" name="Google Shape;16738;p19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9" name="Google Shape;16739;p19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0" name="Google Shape;16740;p19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1" name="Google Shape;16741;p19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2" name="Google Shape;16742;p19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3" name="Google Shape;16743;p19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4" name="Google Shape;16744;p19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5" name="Google Shape;16745;p19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6" name="Google Shape;16746;p19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7" name="Google Shape;16747;p19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8" name="Google Shape;16748;p19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9" name="Google Shape;16749;p19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0" name="Google Shape;16750;p19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1" name="Google Shape;16751;p19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2" name="Google Shape;16752;p19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3" name="Google Shape;16753;p19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4" name="Google Shape;16754;p19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5" name="Google Shape;16755;p19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6" name="Google Shape;16756;p19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7" name="Google Shape;16757;p19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8" name="Google Shape;16758;p19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9" name="Google Shape;16759;p19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0" name="Google Shape;16760;p19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1" name="Google Shape;16761;p19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2" name="Google Shape;16762;p19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3" name="Google Shape;16763;p19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4" name="Google Shape;16764;p19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5" name="Google Shape;16765;p19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6" name="Google Shape;16766;p19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7" name="Google Shape;16767;p19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8" name="Google Shape;16768;p19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9" name="Google Shape;16769;p19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0" name="Google Shape;16770;p19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1" name="Google Shape;16771;p19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2" name="Google Shape;16772;p19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3" name="Google Shape;16773;p19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4" name="Google Shape;16774;p19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5" name="Google Shape;16775;p19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6" name="Google Shape;16776;p19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7" name="Google Shape;16777;p19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8" name="Google Shape;16778;p19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9" name="Google Shape;16779;p19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0" name="Google Shape;16780;p19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1" name="Google Shape;16781;p19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2" name="Google Shape;16782;p19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3" name="Google Shape;16783;p19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4" name="Google Shape;16784;p19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5" name="Google Shape;16785;p19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6" name="Google Shape;16786;p19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7" name="Google Shape;16787;p19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8" name="Google Shape;16788;p19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9" name="Google Shape;16789;p19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0" name="Google Shape;16790;p19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1" name="Google Shape;16791;p19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2" name="Google Shape;16792;p19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3" name="Google Shape;16793;p19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4" name="Google Shape;16794;p19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5" name="Google Shape;16795;p19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6" name="Google Shape;16796;p19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7" name="Google Shape;16797;p19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8" name="Google Shape;16798;p19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9" name="Google Shape;16799;p19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0" name="Google Shape;16800;p19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1" name="Google Shape;16801;p19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2" name="Google Shape;16802;p19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3" name="Google Shape;16803;p19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4" name="Google Shape;16804;p19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5" name="Google Shape;16805;p19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6" name="Google Shape;16806;p19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7" name="Google Shape;16807;p19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8" name="Google Shape;16808;p19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9" name="Google Shape;16809;p19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0" name="Google Shape;16810;p19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1" name="Google Shape;16811;p19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2" name="Google Shape;16812;p19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3" name="Google Shape;16813;p19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4" name="Google Shape;16814;p19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5" name="Google Shape;16815;p19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6" name="Google Shape;16816;p19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7" name="Google Shape;16817;p19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8" name="Google Shape;16818;p19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9" name="Google Shape;16819;p19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0" name="Google Shape;16820;p19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1" name="Google Shape;16821;p19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2" name="Google Shape;16822;p19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3" name="Google Shape;16823;p19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4" name="Google Shape;16824;p19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5" name="Google Shape;16825;p19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6" name="Google Shape;16826;p19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7" name="Google Shape;16827;p19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8" name="Google Shape;16828;p19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9" name="Google Shape;16829;p19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0" name="Google Shape;16830;p19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1" name="Google Shape;16831;p19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2" name="Google Shape;16832;p19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3" name="Google Shape;16833;p19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4" name="Google Shape;16834;p19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5" name="Google Shape;16835;p19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6" name="Google Shape;16836;p19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7" name="Google Shape;16837;p19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8" name="Google Shape;16838;p19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9" name="Google Shape;16839;p19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0" name="Google Shape;16840;p19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1" name="Google Shape;16841;p19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2" name="Google Shape;16842;p19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3" name="Google Shape;16843;p19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4" name="Google Shape;16844;p19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5" name="Google Shape;16845;p19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6" name="Google Shape;16846;p19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7" name="Google Shape;16847;p19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8" name="Google Shape;16848;p19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9" name="Google Shape;16849;p19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0" name="Google Shape;16850;p19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1" name="Google Shape;16851;p19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2" name="Google Shape;16852;p19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3" name="Google Shape;16853;p19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4" name="Google Shape;16854;p19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5" name="Google Shape;16855;p19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6" name="Google Shape;16856;p19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7" name="Google Shape;16857;p19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8" name="Google Shape;16858;p19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9" name="Google Shape;16859;p19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0" name="Google Shape;16860;p19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1" name="Google Shape;16861;p19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2" name="Google Shape;16862;p19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3" name="Google Shape;16863;p19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4" name="Google Shape;16864;p19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5" name="Google Shape;16865;p19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6" name="Google Shape;16866;p19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7" name="Google Shape;16867;p19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8" name="Google Shape;16868;p19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9" name="Google Shape;16869;p19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0" name="Google Shape;16870;p19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1" name="Google Shape;16871;p19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2" name="Google Shape;16872;p19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3" name="Google Shape;16873;p19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4" name="Google Shape;16874;p19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5" name="Google Shape;16875;p19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6" name="Google Shape;16876;p19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7" name="Google Shape;16877;p19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8" name="Google Shape;16878;p19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9" name="Google Shape;16879;p19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0" name="Google Shape;16880;p19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1" name="Google Shape;16881;p19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2" name="Google Shape;16882;p19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3" name="Google Shape;16883;p19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4" name="Google Shape;16884;p19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5" name="Google Shape;16885;p19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6" name="Google Shape;16886;p19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7" name="Google Shape;16887;p19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8" name="Google Shape;16888;p19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9" name="Google Shape;16889;p19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0" name="Google Shape;16890;p19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1" name="Google Shape;16891;p19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2" name="Google Shape;16892;p19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3" name="Google Shape;16893;p19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4" name="Google Shape;16894;p19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5" name="Google Shape;16895;p19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6" name="Google Shape;16896;p19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7" name="Google Shape;16897;p19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8" name="Google Shape;16898;p19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9" name="Google Shape;16899;p19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0" name="Google Shape;16900;p19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1" name="Google Shape;16901;p19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2" name="Google Shape;16902;p19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3" name="Google Shape;16903;p19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4" name="Google Shape;16904;p19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5" name="Google Shape;16905;p19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6" name="Google Shape;16906;p19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7" name="Google Shape;16907;p19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8" name="Google Shape;16908;p19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9" name="Google Shape;16909;p19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0" name="Google Shape;16910;p19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1" name="Google Shape;16911;p19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2" name="Google Shape;16912;p19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3" name="Google Shape;16913;p19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4" name="Google Shape;16914;p19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5" name="Google Shape;16915;p19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6" name="Google Shape;16916;p19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7" name="Google Shape;16917;p19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8" name="Google Shape;16918;p19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9" name="Google Shape;16919;p19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0" name="Google Shape;16920;p19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1" name="Google Shape;16921;p19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2" name="Google Shape;16922;p19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3" name="Google Shape;16923;p19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4" name="Google Shape;16924;p19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5" name="Google Shape;16925;p19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6" name="Google Shape;16926;p19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7" name="Google Shape;16927;p19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8" name="Google Shape;16928;p19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9" name="Google Shape;16929;p19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0" name="Google Shape;16930;p19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1" name="Google Shape;16931;p19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2" name="Google Shape;16932;p19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3" name="Google Shape;16933;p19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4" name="Google Shape;16934;p19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5" name="Google Shape;16935;p19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6" name="Google Shape;16936;p19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7" name="Google Shape;16937;p19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8" name="Google Shape;16938;p19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9" name="Google Shape;16939;p19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0" name="Google Shape;16940;p19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1" name="Google Shape;16941;p19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2" name="Google Shape;16942;p19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3" name="Google Shape;16943;p19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4" name="Google Shape;16944;p19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5" name="Google Shape;16945;p19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6" name="Google Shape;16946;p19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7" name="Google Shape;16947;p19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8" name="Google Shape;16948;p19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9" name="Google Shape;16949;p19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0" name="Google Shape;16950;p19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1" name="Google Shape;16951;p19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2" name="Google Shape;16952;p19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3" name="Google Shape;16953;p19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4" name="Google Shape;16954;p19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5" name="Google Shape;16955;p19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6" name="Google Shape;16956;p19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7" name="Google Shape;16957;p19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8" name="Google Shape;16958;p19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9" name="Google Shape;16959;p19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0" name="Google Shape;16960;p19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1" name="Google Shape;16961;p19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2" name="Google Shape;16962;p19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3" name="Google Shape;16963;p19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4" name="Google Shape;16964;p19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5" name="Google Shape;16965;p19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6" name="Google Shape;16966;p19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7" name="Google Shape;16967;p19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8" name="Google Shape;16968;p19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9" name="Google Shape;16969;p19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0" name="Google Shape;16970;p19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1" name="Google Shape;16971;p19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2" name="Google Shape;16972;p19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3" name="Google Shape;16973;p19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4" name="Google Shape;16974;p19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5" name="Google Shape;16975;p19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6" name="Google Shape;16976;p19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7" name="Google Shape;16977;p19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8" name="Google Shape;16978;p19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9" name="Google Shape;16979;p19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0" name="Google Shape;16980;p19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1" name="Google Shape;16981;p19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2" name="Google Shape;16982;p19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3" name="Google Shape;16983;p19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4" name="Google Shape;16984;p19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5" name="Google Shape;16985;p19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6" name="Google Shape;16986;p19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7" name="Google Shape;16987;p19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8" name="Google Shape;16988;p19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9" name="Google Shape;16989;p19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0" name="Google Shape;16990;p19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1" name="Google Shape;16991;p19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2" name="Google Shape;16992;p19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3" name="Google Shape;16993;p19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4" name="Google Shape;16994;p19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5" name="Google Shape;16995;p19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6" name="Google Shape;16996;p19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7" name="Google Shape;16997;p19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8" name="Google Shape;16998;p19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9" name="Google Shape;16999;p19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0" name="Google Shape;17000;p19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1" name="Google Shape;17001;p19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2" name="Google Shape;17002;p19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3" name="Google Shape;17003;p19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4" name="Google Shape;17004;p19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5" name="Google Shape;17005;p19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6" name="Google Shape;17006;p19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7" name="Google Shape;17007;p19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8" name="Google Shape;17008;p19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9" name="Google Shape;17009;p19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0" name="Google Shape;17010;p19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1" name="Google Shape;17011;p19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2" name="Google Shape;17012;p19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3" name="Google Shape;17013;p19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4" name="Google Shape;17014;p19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5" name="Google Shape;17015;p19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6" name="Google Shape;17016;p19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7" name="Google Shape;17017;p19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8" name="Google Shape;17018;p19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9" name="Google Shape;17019;p19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0" name="Google Shape;17020;p19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1" name="Google Shape;17021;p19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2" name="Google Shape;17022;p19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3" name="Google Shape;17023;p19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4" name="Google Shape;17024;p19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5" name="Google Shape;17025;p19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6" name="Google Shape;17026;p19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7" name="Google Shape;17027;p19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8" name="Google Shape;17028;p19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9" name="Google Shape;17029;p19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0" name="Google Shape;17030;p19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1" name="Google Shape;17031;p19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2" name="Google Shape;17032;p19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3" name="Google Shape;17033;p19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4" name="Google Shape;17034;p19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5" name="Google Shape;17035;p19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6" name="Google Shape;17036;p19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7" name="Google Shape;17037;p19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8" name="Google Shape;17038;p19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9" name="Google Shape;17039;p19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0" name="Google Shape;17040;p19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1" name="Google Shape;17041;p19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2" name="Google Shape;17042;p19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3" name="Google Shape;17043;p19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4" name="Google Shape;17044;p19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5" name="Google Shape;17045;p19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6" name="Google Shape;17046;p19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7" name="Google Shape;17047;p19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8" name="Google Shape;17048;p19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9" name="Google Shape;17049;p19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0" name="Google Shape;17050;p19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1" name="Google Shape;17051;p19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2" name="Google Shape;17052;p19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3" name="Google Shape;17053;p19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4" name="Google Shape;17054;p19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5" name="Google Shape;17055;p19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6" name="Google Shape;17056;p19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7" name="Google Shape;17057;p19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8" name="Google Shape;17058;p19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9" name="Google Shape;17059;p19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0" name="Google Shape;17060;p19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1" name="Google Shape;17061;p19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2" name="Google Shape;17062;p19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3" name="Google Shape;17063;p19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4" name="Google Shape;17064;p19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5" name="Google Shape;17065;p19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6" name="Google Shape;17066;p19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7" name="Google Shape;17067;p19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8" name="Google Shape;17068;p19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9" name="Google Shape;17069;p19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0" name="Google Shape;17070;p19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1" name="Google Shape;17071;p19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2" name="Google Shape;17072;p19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3" name="Google Shape;17073;p19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4" name="Google Shape;17074;p19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5" name="Google Shape;17075;p19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6" name="Google Shape;17076;p19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7" name="Google Shape;17077;p19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8" name="Google Shape;17078;p19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9" name="Google Shape;17079;p19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0" name="Google Shape;17080;p19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1" name="Google Shape;17081;p19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2" name="Google Shape;17082;p19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3" name="Google Shape;17083;p19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4" name="Google Shape;17084;p19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5" name="Google Shape;17085;p19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6" name="Google Shape;17086;p19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7" name="Google Shape;17087;p19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8" name="Google Shape;17088;p19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9" name="Google Shape;17089;p19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0" name="Google Shape;17090;p19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1" name="Google Shape;17091;p19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2" name="Google Shape;17092;p19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3" name="Google Shape;17093;p19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4" name="Google Shape;17094;p19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5" name="Google Shape;17095;p19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6" name="Google Shape;17096;p19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7" name="Google Shape;17097;p19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8" name="Google Shape;17098;p19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9" name="Google Shape;17099;p19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0" name="Google Shape;17100;p19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1" name="Google Shape;17101;p19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2" name="Google Shape;17102;p19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3" name="Google Shape;17103;p19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4" name="Google Shape;17104;p19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5" name="Google Shape;17105;p19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6" name="Google Shape;17106;p19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7" name="Google Shape;17107;p19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8" name="Google Shape;17108;p19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9" name="Google Shape;17109;p19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0" name="Google Shape;17110;p19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1" name="Google Shape;17111;p19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2" name="Google Shape;17112;p19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3" name="Google Shape;17113;p19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4" name="Google Shape;17114;p19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5" name="Google Shape;17115;p19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6" name="Google Shape;17116;p19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7" name="Google Shape;17117;p19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8" name="Google Shape;17118;p19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9" name="Google Shape;17119;p19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0" name="Google Shape;17120;p19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1" name="Google Shape;17121;p19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2" name="Google Shape;17122;p19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3" name="Google Shape;17123;p19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4" name="Google Shape;17124;p19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5" name="Google Shape;17125;p19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6" name="Google Shape;17126;p19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7" name="Google Shape;17127;p19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8" name="Google Shape;17128;p19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9" name="Google Shape;17129;p19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0" name="Google Shape;17130;p19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1" name="Google Shape;17131;p19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2" name="Google Shape;17132;p19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3" name="Google Shape;17133;p19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4" name="Google Shape;17134;p19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5" name="Google Shape;17135;p19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6" name="Google Shape;17136;p19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7" name="Google Shape;17137;p19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8" name="Google Shape;17138;p19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9" name="Google Shape;17139;p19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0" name="Google Shape;17140;p19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1" name="Google Shape;17141;p19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2" name="Google Shape;17142;p19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3" name="Google Shape;17143;p19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4" name="Google Shape;17144;p19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5" name="Google Shape;17145;p19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6" name="Google Shape;17146;p19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7" name="Google Shape;17147;p19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8" name="Google Shape;17148;p19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9" name="Google Shape;17149;p19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0" name="Google Shape;17150;p19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1" name="Google Shape;17151;p19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2" name="Google Shape;17152;p19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3" name="Google Shape;17153;p19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4" name="Google Shape;17154;p19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5" name="Google Shape;17155;p19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6" name="Google Shape;17156;p19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7" name="Google Shape;17157;p19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8" name="Google Shape;17158;p19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9" name="Google Shape;17159;p19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0" name="Google Shape;17160;p19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1" name="Google Shape;17161;p19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2" name="Google Shape;17162;p19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3" name="Google Shape;17163;p19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4" name="Google Shape;17164;p19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5" name="Google Shape;17165;p19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6" name="Google Shape;17166;p19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7" name="Google Shape;17167;p19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8" name="Google Shape;17168;p19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9" name="Google Shape;17169;p19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0" name="Google Shape;17170;p19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1" name="Google Shape;17171;p19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2" name="Google Shape;17172;p19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3" name="Google Shape;17173;p19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4" name="Google Shape;17174;p19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5" name="Google Shape;17175;p19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6" name="Google Shape;17176;p19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7" name="Google Shape;17177;p19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8" name="Google Shape;17178;p19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9" name="Google Shape;17179;p19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0" name="Google Shape;17180;p19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1" name="Google Shape;17181;p19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2" name="Google Shape;17182;p19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3" name="Google Shape;17183;p19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4" name="Google Shape;17184;p19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5" name="Google Shape;17185;p19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6" name="Google Shape;17186;p19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7" name="Google Shape;17187;p19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8" name="Google Shape;17188;p19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9" name="Google Shape;17189;p19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0" name="Google Shape;17190;p19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1" name="Google Shape;17191;p19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2" name="Google Shape;17192;p19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3" name="Google Shape;17193;p19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4" name="Google Shape;17194;p19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5" name="Google Shape;17195;p19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6" name="Google Shape;17196;p19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7" name="Google Shape;17197;p19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8" name="Google Shape;17198;p19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9" name="Google Shape;17199;p19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0" name="Google Shape;17200;p19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1" name="Google Shape;17201;p19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2" name="Google Shape;17202;p19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3" name="Google Shape;17203;p19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4" name="Google Shape;17204;p19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5" name="Google Shape;17205;p19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6" name="Google Shape;17206;p19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7" name="Google Shape;17207;p19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8" name="Google Shape;17208;p19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9" name="Google Shape;17209;p19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0" name="Google Shape;17210;p19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1" name="Google Shape;17211;p19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2" name="Google Shape;17212;p19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3" name="Google Shape;17213;p19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4" name="Google Shape;17214;p19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5" name="Google Shape;17215;p19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6" name="Google Shape;17216;p19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7" name="Google Shape;17217;p19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8" name="Google Shape;17218;p19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9" name="Google Shape;17219;p19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0" name="Google Shape;17220;p19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1" name="Google Shape;17221;p19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2" name="Google Shape;17222;p19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3" name="Google Shape;17223;p19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4" name="Google Shape;17224;p19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5" name="Google Shape;17225;p19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6" name="Google Shape;17226;p19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7" name="Google Shape;17227;p19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8" name="Google Shape;17228;p19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9" name="Google Shape;17229;p19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0" name="Google Shape;17230;p19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1" name="Google Shape;17231;p19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2" name="Google Shape;17232;p19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3" name="Google Shape;17233;p19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4" name="Google Shape;17234;p19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5" name="Google Shape;17235;p19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6" name="Google Shape;17236;p19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7" name="Google Shape;17237;p19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8" name="Google Shape;17238;p19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9" name="Google Shape;17239;p19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0" name="Google Shape;17240;p19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1" name="Google Shape;17241;p19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2" name="Google Shape;17242;p19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3" name="Google Shape;17243;p19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4" name="Google Shape;17244;p19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5" name="Google Shape;17245;p19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6" name="Google Shape;17246;p19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7" name="Google Shape;17247;p19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8" name="Google Shape;17248;p19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9" name="Google Shape;17249;p19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0" name="Google Shape;17250;p19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1" name="Google Shape;17251;p19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2" name="Google Shape;17252;p19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3" name="Google Shape;17253;p19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4" name="Google Shape;17254;p19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5" name="Google Shape;17255;p19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6" name="Google Shape;17256;p19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7" name="Google Shape;17257;p19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8" name="Google Shape;17258;p19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9" name="Google Shape;17259;p19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0" name="Google Shape;17260;p19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1" name="Google Shape;17261;p19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2" name="Google Shape;17262;p19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3" name="Google Shape;17263;p19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4" name="Google Shape;17264;p19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5" name="Google Shape;17265;p19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6" name="Google Shape;17266;p19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7" name="Google Shape;17267;p19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8" name="Google Shape;17268;p19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9" name="Google Shape;17269;p19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0" name="Google Shape;17270;p19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1" name="Google Shape;17271;p19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2" name="Google Shape;17272;p19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3" name="Google Shape;17273;p19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4" name="Google Shape;17274;p19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5" name="Google Shape;17275;p19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6" name="Google Shape;17276;p19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7" name="Google Shape;17277;p19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8" name="Google Shape;17278;p19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9" name="Google Shape;17279;p19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0" name="Google Shape;17280;p19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1" name="Google Shape;17281;p19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2" name="Google Shape;17282;p19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3" name="Google Shape;17283;p19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4" name="Google Shape;17284;p19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5" name="Google Shape;17285;p19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6" name="Google Shape;17286;p19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7" name="Google Shape;17287;p19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8" name="Google Shape;17288;p19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9" name="Google Shape;17289;p19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0" name="Google Shape;17290;p19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1" name="Google Shape;17291;p19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2" name="Google Shape;17292;p19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3" name="Google Shape;17293;p19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4" name="Google Shape;17294;p19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5" name="Google Shape;17295;p19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6" name="Google Shape;17296;p19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7" name="Google Shape;17297;p19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8" name="Google Shape;17298;p19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9" name="Google Shape;17299;p19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0" name="Google Shape;17300;p19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1" name="Google Shape;17301;p19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2" name="Google Shape;17302;p19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3" name="Google Shape;17303;p19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4" name="Google Shape;17304;p19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5" name="Google Shape;17305;p19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6" name="Google Shape;17306;p19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7" name="Google Shape;17307;p19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8" name="Google Shape;17308;p19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9" name="Google Shape;17309;p19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0" name="Google Shape;17310;p19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1" name="Google Shape;17311;p19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2" name="Google Shape;17312;p19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3" name="Google Shape;17313;p19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4" name="Google Shape;17314;p19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5" name="Google Shape;17315;p19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6" name="Google Shape;17316;p19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7" name="Google Shape;17317;p19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8" name="Google Shape;17318;p19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9" name="Google Shape;17319;p19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0" name="Google Shape;17320;p19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1" name="Google Shape;17321;p19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2" name="Google Shape;17322;p19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3" name="Google Shape;17323;p19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4" name="Google Shape;17324;p19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5" name="Google Shape;17325;p19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6" name="Google Shape;17326;p19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7" name="Google Shape;17327;p19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8" name="Google Shape;17328;p19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9" name="Google Shape;17329;p19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0" name="Google Shape;17330;p19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1" name="Google Shape;17331;p19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2" name="Google Shape;17332;p19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3" name="Google Shape;17333;p19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4" name="Google Shape;17334;p19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5" name="Google Shape;17335;p19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6" name="Google Shape;17336;p19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7" name="Google Shape;17337;p19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8" name="Google Shape;17338;p19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9" name="Google Shape;17339;p19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0" name="Google Shape;17340;p19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1" name="Google Shape;17341;p19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2" name="Google Shape;17342;p19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3" name="Google Shape;17343;p19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4" name="Google Shape;17344;p19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5" name="Google Shape;17345;p19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6" name="Google Shape;17346;p19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7" name="Google Shape;17347;p19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8" name="Google Shape;17348;p19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9" name="Google Shape;17349;p19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0" name="Google Shape;17350;p19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1" name="Google Shape;17351;p19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2" name="Google Shape;17352;p19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3" name="Google Shape;17353;p19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4" name="Google Shape;17354;p19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5" name="Google Shape;17355;p19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6" name="Google Shape;17356;p19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7" name="Google Shape;17357;p19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8" name="Google Shape;17358;p19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9" name="Google Shape;17359;p19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0" name="Google Shape;17360;p19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1" name="Google Shape;17361;p19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2" name="Google Shape;17362;p19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3" name="Google Shape;17363;p19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4" name="Google Shape;17364;p19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5" name="Google Shape;17365;p19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6" name="Google Shape;17366;p19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7" name="Google Shape;17367;p19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8" name="Google Shape;17368;p19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9" name="Google Shape;17369;p19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0" name="Google Shape;17370;p19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1" name="Google Shape;17371;p19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2" name="Google Shape;17372;p19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3" name="Google Shape;17373;p19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4" name="Google Shape;17374;p19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5" name="Google Shape;17375;p19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6" name="Google Shape;17376;p19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7" name="Google Shape;17377;p19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8" name="Google Shape;17378;p19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9" name="Google Shape;17379;p19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0" name="Google Shape;17380;p19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1" name="Google Shape;17381;p19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2" name="Google Shape;17382;p19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3" name="Google Shape;17383;p19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4" name="Google Shape;17384;p19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5" name="Google Shape;17385;p19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6" name="Google Shape;17386;p19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7" name="Google Shape;17387;p19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8" name="Google Shape;17388;p19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9" name="Google Shape;17389;p19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0" name="Google Shape;17390;p19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1" name="Google Shape;17391;p19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2" name="Google Shape;17392;p19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3" name="Google Shape;17393;p19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4" name="Google Shape;17394;p19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5" name="Google Shape;17395;p19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6" name="Google Shape;17396;p19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7" name="Google Shape;17397;p19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8" name="Google Shape;17398;p19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9" name="Google Shape;17399;p19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0" name="Google Shape;17400;p19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1" name="Google Shape;17401;p19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2" name="Google Shape;17402;p19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3" name="Google Shape;17403;p19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4" name="Google Shape;17404;p19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5" name="Google Shape;17405;p19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6" name="Google Shape;17406;p19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7" name="Google Shape;17407;p19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8" name="Google Shape;17408;p19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9" name="Google Shape;17409;p19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0" name="Google Shape;17410;p19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1" name="Google Shape;17411;p19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2" name="Google Shape;17412;p19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3" name="Google Shape;17413;p19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4" name="Google Shape;17414;p19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5" name="Google Shape;17415;p19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6" name="Google Shape;17416;p19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7" name="Google Shape;17417;p19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8" name="Google Shape;17418;p19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9" name="Google Shape;17419;p19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0" name="Google Shape;17420;p19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1" name="Google Shape;17421;p19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2" name="Google Shape;17422;p19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3" name="Google Shape;17423;p19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4" name="Google Shape;17424;p19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5" name="Google Shape;17425;p19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6" name="Google Shape;17426;p19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7" name="Google Shape;17427;p19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8" name="Google Shape;17428;p19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9" name="Google Shape;17429;p19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0" name="Google Shape;17430;p19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1" name="Google Shape;17431;p19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2" name="Google Shape;17432;p19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3" name="Google Shape;17433;p19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4" name="Google Shape;17434;p19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5" name="Google Shape;17435;p19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6" name="Google Shape;17436;p19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7" name="Google Shape;17437;p19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8" name="Google Shape;17438;p19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9" name="Google Shape;17439;p19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0" name="Google Shape;17440;p19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1" name="Google Shape;17441;p19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2" name="Google Shape;17442;p19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3" name="Google Shape;17443;p19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4" name="Google Shape;17444;p19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5" name="Google Shape;17445;p19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6" name="Google Shape;17446;p19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7" name="Google Shape;17447;p19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8" name="Google Shape;17448;p19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9" name="Google Shape;17449;p19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0" name="Google Shape;17450;p19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1" name="Google Shape;17451;p19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2" name="Google Shape;17452;p19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3" name="Google Shape;17453;p19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4" name="Google Shape;17454;p19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5" name="Google Shape;17455;p19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6" name="Google Shape;17456;p19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7" name="Google Shape;17457;p19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8" name="Google Shape;17458;p19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9" name="Google Shape;17459;p19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0" name="Google Shape;17460;p19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1" name="Google Shape;17461;p19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2" name="Google Shape;17462;p19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3" name="Google Shape;17463;p19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4" name="Google Shape;17464;p19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5" name="Google Shape;17465;p19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6" name="Google Shape;17466;p19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7" name="Google Shape;17467;p19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8" name="Google Shape;17468;p19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9" name="Google Shape;17469;p19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0" name="Google Shape;17470;p19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1" name="Google Shape;17471;p19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2" name="Google Shape;17472;p19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3" name="Google Shape;17473;p19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4" name="Google Shape;17474;p19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5" name="Google Shape;17475;p19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6" name="Google Shape;17476;p19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7" name="Google Shape;17477;p19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8" name="Google Shape;17478;p19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9" name="Google Shape;17479;p19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0" name="Google Shape;17480;p19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1" name="Google Shape;17481;p19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2" name="Google Shape;17482;p19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3" name="Google Shape;17483;p19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4" name="Google Shape;17484;p19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5" name="Google Shape;17485;p19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6" name="Google Shape;17486;p19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7" name="Google Shape;17487;p19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8" name="Google Shape;17488;p19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9" name="Google Shape;17489;p19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0" name="Google Shape;17490;p19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1" name="Google Shape;17491;p19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2" name="Google Shape;17492;p19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3" name="Google Shape;17493;p19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4" name="Google Shape;17494;p19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5" name="Google Shape;17495;p19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6" name="Google Shape;17496;p19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7" name="Google Shape;17497;p19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8" name="Google Shape;17498;p19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9" name="Google Shape;17499;p19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0" name="Google Shape;17500;p19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1" name="Google Shape;17501;p19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2" name="Google Shape;17502;p19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3" name="Google Shape;17503;p19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4" name="Google Shape;17504;p19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5" name="Google Shape;17505;p19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6" name="Google Shape;17506;p19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7" name="Google Shape;17507;p19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8" name="Google Shape;17508;p19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9" name="Google Shape;17509;p19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0" name="Google Shape;17510;p19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1" name="Google Shape;17511;p19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2" name="Google Shape;17512;p19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3" name="Google Shape;17513;p19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4" name="Google Shape;17514;p19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5" name="Google Shape;17515;p19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6" name="Google Shape;17516;p19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7" name="Google Shape;17517;p19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8" name="Google Shape;17518;p19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9" name="Google Shape;17519;p19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0" name="Google Shape;17520;p19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1" name="Google Shape;17521;p19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2" name="Google Shape;17522;p19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3" name="Google Shape;17523;p19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4" name="Google Shape;17524;p19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5" name="Google Shape;17525;p19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6" name="Google Shape;17526;p19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7" name="Google Shape;17527;p19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8" name="Google Shape;17528;p19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9" name="Google Shape;17529;p19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0" name="Google Shape;17530;p19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1" name="Google Shape;17531;p19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2" name="Google Shape;17532;p19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3" name="Google Shape;17533;p19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4" name="Google Shape;17534;p19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5" name="Google Shape;17535;p19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6" name="Google Shape;17536;p19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7" name="Google Shape;17537;p19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8" name="Google Shape;17538;p19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9" name="Google Shape;17539;p19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0" name="Google Shape;17540;p19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1" name="Google Shape;17541;p19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2" name="Google Shape;17542;p19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3" name="Google Shape;17543;p19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4" name="Google Shape;17544;p19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5" name="Google Shape;17545;p19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6" name="Google Shape;17546;p19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7" name="Google Shape;17547;p19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8" name="Google Shape;17548;p19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9" name="Google Shape;17549;p19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0" name="Google Shape;17550;p19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1" name="Google Shape;17551;p19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2" name="Google Shape;17552;p19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3" name="Google Shape;17553;p19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4" name="Google Shape;17554;p19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5" name="Google Shape;17555;p19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6" name="Google Shape;17556;p19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7" name="Google Shape;17557;p19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8" name="Google Shape;17558;p19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9" name="Google Shape;17559;p19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0" name="Google Shape;17560;p19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1" name="Google Shape;17561;p19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2" name="Google Shape;17562;p19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3" name="Google Shape;17563;p19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4" name="Google Shape;17564;p19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5" name="Google Shape;17565;p19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6" name="Google Shape;17566;p19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7" name="Google Shape;17567;p19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8" name="Google Shape;17568;p19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9" name="Google Shape;17569;p19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0" name="Google Shape;17570;p19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1" name="Google Shape;17571;p19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2" name="Google Shape;17572;p19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3" name="Google Shape;17573;p19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4" name="Google Shape;17574;p19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5" name="Google Shape;17575;p19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6" name="Google Shape;17576;p19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7" name="Google Shape;17577;p19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8" name="Google Shape;17578;p19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9" name="Google Shape;17579;p19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0" name="Google Shape;17580;p19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1" name="Google Shape;17581;p19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2" name="Google Shape;17582;p19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3" name="Google Shape;17583;p19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4" name="Google Shape;17584;p19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5" name="Google Shape;17585;p19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6" name="Google Shape;17586;p19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7" name="Google Shape;17587;p19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8" name="Google Shape;17588;p19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9" name="Google Shape;17589;p19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0" name="Google Shape;17590;p19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1" name="Google Shape;17591;p19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2" name="Google Shape;17592;p19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3" name="Google Shape;17593;p19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4" name="Google Shape;17594;p19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5" name="Google Shape;17595;p19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6" name="Google Shape;17596;p19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7" name="Google Shape;17597;p19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8" name="Google Shape;17598;p19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9" name="Google Shape;17599;p19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0" name="Google Shape;17600;p19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1" name="Google Shape;17601;p19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2" name="Google Shape;17602;p19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3" name="Google Shape;17603;p19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4" name="Google Shape;17604;p19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5" name="Google Shape;17605;p19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6" name="Google Shape;17606;p19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7" name="Google Shape;17607;p19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8" name="Google Shape;17608;p19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9" name="Google Shape;17609;p19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0" name="Google Shape;17610;p19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1" name="Google Shape;17611;p19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2" name="Google Shape;17612;p19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3" name="Google Shape;17613;p19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4" name="Google Shape;17614;p19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615" name="Google Shape;17615;p19"/>
          <p:cNvSpPr txBox="1"/>
          <p:nvPr>
            <p:ph type="title"/>
          </p:nvPr>
        </p:nvSpPr>
        <p:spPr>
          <a:xfrm>
            <a:off x="3663876" y="1663140"/>
            <a:ext cx="1821600" cy="586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4100">
                <a:solidFill>
                  <a:schemeClr val="l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7616" name="Google Shape;17616;p19"/>
          <p:cNvSpPr txBox="1"/>
          <p:nvPr>
            <p:ph idx="1" type="subTitle"/>
          </p:nvPr>
        </p:nvSpPr>
        <p:spPr>
          <a:xfrm>
            <a:off x="3666475" y="2111447"/>
            <a:ext cx="1821600" cy="58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7617" name="Google Shape;17617;p19"/>
          <p:cNvSpPr txBox="1"/>
          <p:nvPr>
            <p:ph idx="2" type="title"/>
          </p:nvPr>
        </p:nvSpPr>
        <p:spPr>
          <a:xfrm>
            <a:off x="1140200" y="2675340"/>
            <a:ext cx="2029500" cy="586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4100">
                <a:solidFill>
                  <a:schemeClr val="accen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7618" name="Google Shape;17618;p19"/>
          <p:cNvSpPr txBox="1"/>
          <p:nvPr>
            <p:ph idx="3" type="subTitle"/>
          </p:nvPr>
        </p:nvSpPr>
        <p:spPr>
          <a:xfrm>
            <a:off x="1143100" y="3131394"/>
            <a:ext cx="2029500" cy="8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7619" name="Google Shape;17619;p19"/>
          <p:cNvSpPr txBox="1"/>
          <p:nvPr>
            <p:ph idx="4" type="title"/>
          </p:nvPr>
        </p:nvSpPr>
        <p:spPr>
          <a:xfrm>
            <a:off x="5951188" y="2643840"/>
            <a:ext cx="2026500" cy="838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4100">
                <a:solidFill>
                  <a:schemeClr val="accen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b="1" sz="36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7620" name="Google Shape;17620;p19"/>
          <p:cNvSpPr txBox="1"/>
          <p:nvPr>
            <p:ph idx="5" type="subTitle"/>
          </p:nvPr>
        </p:nvSpPr>
        <p:spPr>
          <a:xfrm>
            <a:off x="5954075" y="3352200"/>
            <a:ext cx="2026500" cy="58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7621" name="Google Shape;17621;p19"/>
          <p:cNvSpPr/>
          <p:nvPr/>
        </p:nvSpPr>
        <p:spPr>
          <a:xfrm>
            <a:off x="253538" y="766767"/>
            <a:ext cx="2145672" cy="940573"/>
          </a:xfrm>
          <a:custGeom>
            <a:rect b="b" l="l" r="r" t="t"/>
            <a:pathLst>
              <a:path extrusionOk="0" h="21935" w="50039">
                <a:moveTo>
                  <a:pt x="26088" y="1"/>
                </a:moveTo>
                <a:cubicBezTo>
                  <a:pt x="24536" y="1"/>
                  <a:pt x="22754" y="409"/>
                  <a:pt x="20677" y="1296"/>
                </a:cubicBezTo>
                <a:cubicBezTo>
                  <a:pt x="14550" y="3927"/>
                  <a:pt x="17858" y="11221"/>
                  <a:pt x="20038" y="11973"/>
                </a:cubicBezTo>
                <a:cubicBezTo>
                  <a:pt x="20329" y="12073"/>
                  <a:pt x="20648" y="12116"/>
                  <a:pt x="20982" y="12116"/>
                </a:cubicBezTo>
                <a:cubicBezTo>
                  <a:pt x="23154" y="12116"/>
                  <a:pt x="25978" y="10281"/>
                  <a:pt x="25978" y="10281"/>
                </a:cubicBezTo>
                <a:lnTo>
                  <a:pt x="25978" y="10281"/>
                </a:lnTo>
                <a:cubicBezTo>
                  <a:pt x="25978" y="10281"/>
                  <a:pt x="24549" y="12236"/>
                  <a:pt x="21580" y="12837"/>
                </a:cubicBezTo>
                <a:cubicBezTo>
                  <a:pt x="21074" y="12947"/>
                  <a:pt x="20599" y="12996"/>
                  <a:pt x="20129" y="12996"/>
                </a:cubicBezTo>
                <a:cubicBezTo>
                  <a:pt x="17875" y="12996"/>
                  <a:pt x="15752" y="11873"/>
                  <a:pt x="11053" y="11033"/>
                </a:cubicBezTo>
                <a:cubicBezTo>
                  <a:pt x="10527" y="10934"/>
                  <a:pt x="10003" y="10890"/>
                  <a:pt x="9485" y="10890"/>
                </a:cubicBezTo>
                <a:cubicBezTo>
                  <a:pt x="4451" y="10890"/>
                  <a:pt x="1" y="15093"/>
                  <a:pt x="1" y="15093"/>
                </a:cubicBezTo>
                <a:lnTo>
                  <a:pt x="1" y="15093"/>
                </a:lnTo>
                <a:cubicBezTo>
                  <a:pt x="3171" y="13239"/>
                  <a:pt x="5861" y="12590"/>
                  <a:pt x="8143" y="12590"/>
                </a:cubicBezTo>
                <a:cubicBezTo>
                  <a:pt x="12248" y="12590"/>
                  <a:pt x="15033" y="14690"/>
                  <a:pt x="16918" y="15657"/>
                </a:cubicBezTo>
                <a:cubicBezTo>
                  <a:pt x="19850" y="17161"/>
                  <a:pt x="19550" y="20168"/>
                  <a:pt x="22971" y="21521"/>
                </a:cubicBezTo>
                <a:cubicBezTo>
                  <a:pt x="23713" y="21819"/>
                  <a:pt x="24616" y="21934"/>
                  <a:pt x="25571" y="21934"/>
                </a:cubicBezTo>
                <a:cubicBezTo>
                  <a:pt x="28970" y="21934"/>
                  <a:pt x="33046" y="20469"/>
                  <a:pt x="33046" y="20469"/>
                </a:cubicBezTo>
                <a:cubicBezTo>
                  <a:pt x="33046" y="20469"/>
                  <a:pt x="31166" y="19040"/>
                  <a:pt x="29738" y="17161"/>
                </a:cubicBezTo>
                <a:cubicBezTo>
                  <a:pt x="28347" y="15281"/>
                  <a:pt x="25001" y="14905"/>
                  <a:pt x="25001" y="14905"/>
                </a:cubicBezTo>
                <a:cubicBezTo>
                  <a:pt x="25001" y="14905"/>
                  <a:pt x="25514" y="14796"/>
                  <a:pt x="26269" y="14796"/>
                </a:cubicBezTo>
                <a:cubicBezTo>
                  <a:pt x="27497" y="14796"/>
                  <a:pt x="29365" y="15084"/>
                  <a:pt x="30715" y="16597"/>
                </a:cubicBezTo>
                <a:cubicBezTo>
                  <a:pt x="32727" y="18891"/>
                  <a:pt x="37094" y="21518"/>
                  <a:pt x="41230" y="21518"/>
                </a:cubicBezTo>
                <a:cubicBezTo>
                  <a:pt x="41498" y="21518"/>
                  <a:pt x="41765" y="21507"/>
                  <a:pt x="42031" y="21484"/>
                </a:cubicBezTo>
                <a:cubicBezTo>
                  <a:pt x="46354" y="21108"/>
                  <a:pt x="50038" y="15544"/>
                  <a:pt x="49963" y="12988"/>
                </a:cubicBezTo>
                <a:cubicBezTo>
                  <a:pt x="49850" y="10469"/>
                  <a:pt x="48835" y="8364"/>
                  <a:pt x="44587" y="6409"/>
                </a:cubicBezTo>
                <a:cubicBezTo>
                  <a:pt x="43706" y="5995"/>
                  <a:pt x="42860" y="5818"/>
                  <a:pt x="42083" y="5818"/>
                </a:cubicBezTo>
                <a:cubicBezTo>
                  <a:pt x="39112" y="5818"/>
                  <a:pt x="37136" y="8404"/>
                  <a:pt x="37971" y="10281"/>
                </a:cubicBezTo>
                <a:cubicBezTo>
                  <a:pt x="38986" y="12612"/>
                  <a:pt x="43723" y="13176"/>
                  <a:pt x="43723" y="13176"/>
                </a:cubicBezTo>
                <a:cubicBezTo>
                  <a:pt x="43723" y="13176"/>
                  <a:pt x="43034" y="13417"/>
                  <a:pt x="41903" y="13417"/>
                </a:cubicBezTo>
                <a:cubicBezTo>
                  <a:pt x="40988" y="13417"/>
                  <a:pt x="39784" y="13259"/>
                  <a:pt x="38422" y="12687"/>
                </a:cubicBezTo>
                <a:cubicBezTo>
                  <a:pt x="35414" y="11409"/>
                  <a:pt x="35715" y="8176"/>
                  <a:pt x="33046" y="4228"/>
                </a:cubicBezTo>
                <a:cubicBezTo>
                  <a:pt x="31301" y="1585"/>
                  <a:pt x="29142" y="1"/>
                  <a:pt x="2608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622" name="Google Shape;17622;p19"/>
          <p:cNvSpPr/>
          <p:nvPr/>
        </p:nvSpPr>
        <p:spPr>
          <a:xfrm>
            <a:off x="3172600" y="3686765"/>
            <a:ext cx="3167674" cy="1013126"/>
          </a:xfrm>
          <a:custGeom>
            <a:rect b="b" l="l" r="r" t="t"/>
            <a:pathLst>
              <a:path extrusionOk="0" h="23627" w="73873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623" name="Google Shape;17623;p19"/>
          <p:cNvSpPr/>
          <p:nvPr/>
        </p:nvSpPr>
        <p:spPr>
          <a:xfrm flipH="1">
            <a:off x="6593600" y="812402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624" name="Google Shape;17624;p19"/>
          <p:cNvGrpSpPr/>
          <p:nvPr/>
        </p:nvGrpSpPr>
        <p:grpSpPr>
          <a:xfrm>
            <a:off x="327832" y="4450350"/>
            <a:ext cx="443090" cy="415211"/>
            <a:chOff x="2987700" y="3560325"/>
            <a:chExt cx="386708" cy="362377"/>
          </a:xfrm>
        </p:grpSpPr>
        <p:sp>
          <p:nvSpPr>
            <p:cNvPr id="17625" name="Google Shape;17625;p19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6" name="Google Shape;17626;p19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7" name="Google Shape;17627;p19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8" name="Google Shape;17628;p19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9" name="Google Shape;17629;p19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0" name="Google Shape;17630;p19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1" name="Google Shape;17631;p19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2" name="Google Shape;17632;p19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3" name="Google Shape;17633;p19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4" name="Google Shape;17634;p19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5" name="Google Shape;17635;p19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6" name="Google Shape;17636;p19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7" name="Google Shape;17637;p19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8" name="Google Shape;17638;p19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9" name="Google Shape;17639;p19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0" name="Google Shape;17640;p19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1" name="Google Shape;17641;p19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2" name="Google Shape;17642;p19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3" name="Google Shape;17643;p19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4" name="Google Shape;17644;p19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5" name="Google Shape;17645;p19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6" name="Google Shape;17646;p19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7" name="Google Shape;17647;p19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648" name="Google Shape;17648;p19"/>
          <p:cNvGrpSpPr/>
          <p:nvPr/>
        </p:nvGrpSpPr>
        <p:grpSpPr>
          <a:xfrm>
            <a:off x="638987" y="2643851"/>
            <a:ext cx="295252" cy="276675"/>
            <a:chOff x="2987700" y="3560325"/>
            <a:chExt cx="386708" cy="362377"/>
          </a:xfrm>
        </p:grpSpPr>
        <p:sp>
          <p:nvSpPr>
            <p:cNvPr id="17649" name="Google Shape;17649;p19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0" name="Google Shape;17650;p19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1" name="Google Shape;17651;p19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2" name="Google Shape;17652;p19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3" name="Google Shape;17653;p19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4" name="Google Shape;17654;p19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5" name="Google Shape;17655;p19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6" name="Google Shape;17656;p19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7" name="Google Shape;17657;p19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8" name="Google Shape;17658;p19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9" name="Google Shape;17659;p19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0" name="Google Shape;17660;p19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1" name="Google Shape;17661;p19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2" name="Google Shape;17662;p19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3" name="Google Shape;17663;p19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4" name="Google Shape;17664;p19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5" name="Google Shape;17665;p19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6" name="Google Shape;17666;p19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7" name="Google Shape;17667;p19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8" name="Google Shape;17668;p19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9" name="Google Shape;17669;p19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0" name="Google Shape;17670;p19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1" name="Google Shape;17671;p19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672" name="Google Shape;17672;p19"/>
          <p:cNvGrpSpPr/>
          <p:nvPr/>
        </p:nvGrpSpPr>
        <p:grpSpPr>
          <a:xfrm>
            <a:off x="8292457" y="2920525"/>
            <a:ext cx="443090" cy="415211"/>
            <a:chOff x="2987700" y="3560325"/>
            <a:chExt cx="386708" cy="362377"/>
          </a:xfrm>
        </p:grpSpPr>
        <p:sp>
          <p:nvSpPr>
            <p:cNvPr id="17673" name="Google Shape;17673;p19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4" name="Google Shape;17674;p19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5" name="Google Shape;17675;p19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6" name="Google Shape;17676;p19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7" name="Google Shape;17677;p19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8" name="Google Shape;17678;p19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9" name="Google Shape;17679;p19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0" name="Google Shape;17680;p19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1" name="Google Shape;17681;p19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2" name="Google Shape;17682;p19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3" name="Google Shape;17683;p19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4" name="Google Shape;17684;p19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5" name="Google Shape;17685;p19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6" name="Google Shape;17686;p19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7" name="Google Shape;17687;p19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8" name="Google Shape;17688;p19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9" name="Google Shape;17689;p19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0" name="Google Shape;17690;p19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1" name="Google Shape;17691;p19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2" name="Google Shape;17692;p19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3" name="Google Shape;17693;p19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4" name="Google Shape;17694;p19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5" name="Google Shape;17695;p19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696" name="Google Shape;17696;p19"/>
          <p:cNvSpPr txBox="1"/>
          <p:nvPr>
            <p:ph idx="6"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9">
    <p:spTree>
      <p:nvGrpSpPr>
        <p:cNvPr id="17697" name="Shape 17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98" name="Google Shape;17698;p20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7699" name="Google Shape;17699;p20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0" name="Google Shape;17700;p20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1" name="Google Shape;17701;p20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2" name="Google Shape;17702;p20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3" name="Google Shape;17703;p20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4" name="Google Shape;17704;p20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5" name="Google Shape;17705;p20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6" name="Google Shape;17706;p20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7" name="Google Shape;17707;p20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8" name="Google Shape;17708;p20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9" name="Google Shape;17709;p20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0" name="Google Shape;17710;p20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1" name="Google Shape;17711;p20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2" name="Google Shape;17712;p20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3" name="Google Shape;17713;p20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4" name="Google Shape;17714;p20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5" name="Google Shape;17715;p20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6" name="Google Shape;17716;p20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7" name="Google Shape;17717;p20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8" name="Google Shape;17718;p20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9" name="Google Shape;17719;p20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0" name="Google Shape;17720;p20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1" name="Google Shape;17721;p20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2" name="Google Shape;17722;p20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3" name="Google Shape;17723;p20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4" name="Google Shape;17724;p20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5" name="Google Shape;17725;p20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6" name="Google Shape;17726;p20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7" name="Google Shape;17727;p20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8" name="Google Shape;17728;p20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9" name="Google Shape;17729;p20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0" name="Google Shape;17730;p20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1" name="Google Shape;17731;p20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2" name="Google Shape;17732;p20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3" name="Google Shape;17733;p20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4" name="Google Shape;17734;p20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5" name="Google Shape;17735;p20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6" name="Google Shape;17736;p20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7" name="Google Shape;17737;p20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8" name="Google Shape;17738;p20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9" name="Google Shape;17739;p20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0" name="Google Shape;17740;p20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1" name="Google Shape;17741;p20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2" name="Google Shape;17742;p20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3" name="Google Shape;17743;p20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4" name="Google Shape;17744;p20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5" name="Google Shape;17745;p20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6" name="Google Shape;17746;p20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7" name="Google Shape;17747;p20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8" name="Google Shape;17748;p20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9" name="Google Shape;17749;p20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0" name="Google Shape;17750;p20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1" name="Google Shape;17751;p20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2" name="Google Shape;17752;p20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3" name="Google Shape;17753;p20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4" name="Google Shape;17754;p20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5" name="Google Shape;17755;p20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6" name="Google Shape;17756;p20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7" name="Google Shape;17757;p20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8" name="Google Shape;17758;p20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9" name="Google Shape;17759;p20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0" name="Google Shape;17760;p20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1" name="Google Shape;17761;p20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2" name="Google Shape;17762;p20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3" name="Google Shape;17763;p20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4" name="Google Shape;17764;p20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5" name="Google Shape;17765;p20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6" name="Google Shape;17766;p20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7" name="Google Shape;17767;p20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8" name="Google Shape;17768;p20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9" name="Google Shape;17769;p20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0" name="Google Shape;17770;p20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1" name="Google Shape;17771;p20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2" name="Google Shape;17772;p20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3" name="Google Shape;17773;p20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4" name="Google Shape;17774;p20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5" name="Google Shape;17775;p20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6" name="Google Shape;17776;p20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7" name="Google Shape;17777;p20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8" name="Google Shape;17778;p20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9" name="Google Shape;17779;p20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0" name="Google Shape;17780;p20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1" name="Google Shape;17781;p20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2" name="Google Shape;17782;p20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3" name="Google Shape;17783;p20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4" name="Google Shape;17784;p20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5" name="Google Shape;17785;p20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6" name="Google Shape;17786;p20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7" name="Google Shape;17787;p20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8" name="Google Shape;17788;p20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9" name="Google Shape;17789;p20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0" name="Google Shape;17790;p20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1" name="Google Shape;17791;p20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2" name="Google Shape;17792;p20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3" name="Google Shape;17793;p20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4" name="Google Shape;17794;p20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5" name="Google Shape;17795;p20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6" name="Google Shape;17796;p20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7" name="Google Shape;17797;p20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8" name="Google Shape;17798;p20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9" name="Google Shape;17799;p20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0" name="Google Shape;17800;p20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1" name="Google Shape;17801;p20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2" name="Google Shape;17802;p20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3" name="Google Shape;17803;p20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4" name="Google Shape;17804;p20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5" name="Google Shape;17805;p20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6" name="Google Shape;17806;p20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7" name="Google Shape;17807;p20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8" name="Google Shape;17808;p20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9" name="Google Shape;17809;p20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0" name="Google Shape;17810;p20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1" name="Google Shape;17811;p20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2" name="Google Shape;17812;p20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3" name="Google Shape;17813;p20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4" name="Google Shape;17814;p20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5" name="Google Shape;17815;p20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6" name="Google Shape;17816;p20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7" name="Google Shape;17817;p20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8" name="Google Shape;17818;p20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9" name="Google Shape;17819;p20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0" name="Google Shape;17820;p20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1" name="Google Shape;17821;p20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2" name="Google Shape;17822;p20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3" name="Google Shape;17823;p20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4" name="Google Shape;17824;p20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5" name="Google Shape;17825;p20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6" name="Google Shape;17826;p20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7" name="Google Shape;17827;p20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8" name="Google Shape;17828;p20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9" name="Google Shape;17829;p20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0" name="Google Shape;17830;p20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1" name="Google Shape;17831;p20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2" name="Google Shape;17832;p20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3" name="Google Shape;17833;p20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4" name="Google Shape;17834;p20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5" name="Google Shape;17835;p20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6" name="Google Shape;17836;p20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7" name="Google Shape;17837;p20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8" name="Google Shape;17838;p20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9" name="Google Shape;17839;p20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0" name="Google Shape;17840;p20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1" name="Google Shape;17841;p20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2" name="Google Shape;17842;p20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3" name="Google Shape;17843;p20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4" name="Google Shape;17844;p20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5" name="Google Shape;17845;p20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6" name="Google Shape;17846;p20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7" name="Google Shape;17847;p20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8" name="Google Shape;17848;p20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9" name="Google Shape;17849;p20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0" name="Google Shape;17850;p20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1" name="Google Shape;17851;p20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2" name="Google Shape;17852;p20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3" name="Google Shape;17853;p20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4" name="Google Shape;17854;p20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5" name="Google Shape;17855;p20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6" name="Google Shape;17856;p20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7" name="Google Shape;17857;p20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8" name="Google Shape;17858;p20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9" name="Google Shape;17859;p20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0" name="Google Shape;17860;p20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1" name="Google Shape;17861;p20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2" name="Google Shape;17862;p20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3" name="Google Shape;17863;p20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4" name="Google Shape;17864;p20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5" name="Google Shape;17865;p20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6" name="Google Shape;17866;p20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7" name="Google Shape;17867;p20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8" name="Google Shape;17868;p20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9" name="Google Shape;17869;p20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0" name="Google Shape;17870;p20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1" name="Google Shape;17871;p20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2" name="Google Shape;17872;p20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3" name="Google Shape;17873;p20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4" name="Google Shape;17874;p20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5" name="Google Shape;17875;p20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6" name="Google Shape;17876;p20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7" name="Google Shape;17877;p20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8" name="Google Shape;17878;p20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9" name="Google Shape;17879;p20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0" name="Google Shape;17880;p20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1" name="Google Shape;17881;p20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2" name="Google Shape;17882;p20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3" name="Google Shape;17883;p20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4" name="Google Shape;17884;p20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5" name="Google Shape;17885;p20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6" name="Google Shape;17886;p20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7" name="Google Shape;17887;p20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8" name="Google Shape;17888;p20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9" name="Google Shape;17889;p20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0" name="Google Shape;17890;p20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1" name="Google Shape;17891;p20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2" name="Google Shape;17892;p20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3" name="Google Shape;17893;p20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4" name="Google Shape;17894;p20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5" name="Google Shape;17895;p20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6" name="Google Shape;17896;p20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7" name="Google Shape;17897;p20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8" name="Google Shape;17898;p20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9" name="Google Shape;17899;p20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0" name="Google Shape;17900;p20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1" name="Google Shape;17901;p20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2" name="Google Shape;17902;p20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3" name="Google Shape;17903;p20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4" name="Google Shape;17904;p20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5" name="Google Shape;17905;p20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6" name="Google Shape;17906;p20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7" name="Google Shape;17907;p20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8" name="Google Shape;17908;p20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9" name="Google Shape;17909;p20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0" name="Google Shape;17910;p20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1" name="Google Shape;17911;p20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2" name="Google Shape;17912;p20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3" name="Google Shape;17913;p20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4" name="Google Shape;17914;p20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5" name="Google Shape;17915;p20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6" name="Google Shape;17916;p20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7" name="Google Shape;17917;p20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8" name="Google Shape;17918;p20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9" name="Google Shape;17919;p20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0" name="Google Shape;17920;p20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1" name="Google Shape;17921;p20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2" name="Google Shape;17922;p20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3" name="Google Shape;17923;p20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4" name="Google Shape;17924;p20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5" name="Google Shape;17925;p20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6" name="Google Shape;17926;p20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7" name="Google Shape;17927;p20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8" name="Google Shape;17928;p20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9" name="Google Shape;17929;p20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0" name="Google Shape;17930;p20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1" name="Google Shape;17931;p20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2" name="Google Shape;17932;p20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3" name="Google Shape;17933;p20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4" name="Google Shape;17934;p20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5" name="Google Shape;17935;p20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6" name="Google Shape;17936;p20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7" name="Google Shape;17937;p20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8" name="Google Shape;17938;p20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9" name="Google Shape;17939;p20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0" name="Google Shape;17940;p20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1" name="Google Shape;17941;p20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2" name="Google Shape;17942;p20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3" name="Google Shape;17943;p20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4" name="Google Shape;17944;p20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5" name="Google Shape;17945;p20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6" name="Google Shape;17946;p20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7" name="Google Shape;17947;p20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8" name="Google Shape;17948;p20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9" name="Google Shape;17949;p20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0" name="Google Shape;17950;p20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1" name="Google Shape;17951;p20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2" name="Google Shape;17952;p20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3" name="Google Shape;17953;p20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4" name="Google Shape;17954;p20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5" name="Google Shape;17955;p20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6" name="Google Shape;17956;p20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7" name="Google Shape;17957;p20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8" name="Google Shape;17958;p20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9" name="Google Shape;17959;p20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0" name="Google Shape;17960;p20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1" name="Google Shape;17961;p20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2" name="Google Shape;17962;p20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3" name="Google Shape;17963;p20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4" name="Google Shape;17964;p20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5" name="Google Shape;17965;p20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6" name="Google Shape;17966;p20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7" name="Google Shape;17967;p20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8" name="Google Shape;17968;p20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9" name="Google Shape;17969;p20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0" name="Google Shape;17970;p20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1" name="Google Shape;17971;p20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2" name="Google Shape;17972;p20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3" name="Google Shape;17973;p20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4" name="Google Shape;17974;p20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5" name="Google Shape;17975;p20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6" name="Google Shape;17976;p20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7" name="Google Shape;17977;p20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8" name="Google Shape;17978;p20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9" name="Google Shape;17979;p20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0" name="Google Shape;17980;p20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1" name="Google Shape;17981;p20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2" name="Google Shape;17982;p20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3" name="Google Shape;17983;p20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4" name="Google Shape;17984;p20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5" name="Google Shape;17985;p20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6" name="Google Shape;17986;p20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7" name="Google Shape;17987;p20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8" name="Google Shape;17988;p20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9" name="Google Shape;17989;p20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0" name="Google Shape;17990;p20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1" name="Google Shape;17991;p20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2" name="Google Shape;17992;p20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3" name="Google Shape;17993;p20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4" name="Google Shape;17994;p20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5" name="Google Shape;17995;p20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6" name="Google Shape;17996;p20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7" name="Google Shape;17997;p20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8" name="Google Shape;17998;p20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9" name="Google Shape;17999;p20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0" name="Google Shape;18000;p20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1" name="Google Shape;18001;p20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2" name="Google Shape;18002;p20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3" name="Google Shape;18003;p20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4" name="Google Shape;18004;p20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5" name="Google Shape;18005;p20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6" name="Google Shape;18006;p20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7" name="Google Shape;18007;p20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8" name="Google Shape;18008;p20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9" name="Google Shape;18009;p20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0" name="Google Shape;18010;p20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1" name="Google Shape;18011;p20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2" name="Google Shape;18012;p20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3" name="Google Shape;18013;p20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4" name="Google Shape;18014;p20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5" name="Google Shape;18015;p20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6" name="Google Shape;18016;p20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7" name="Google Shape;18017;p20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8" name="Google Shape;18018;p20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9" name="Google Shape;18019;p20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0" name="Google Shape;18020;p20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1" name="Google Shape;18021;p20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2" name="Google Shape;18022;p20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3" name="Google Shape;18023;p20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4" name="Google Shape;18024;p20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5" name="Google Shape;18025;p20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6" name="Google Shape;18026;p20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7" name="Google Shape;18027;p20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8" name="Google Shape;18028;p20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9" name="Google Shape;18029;p20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0" name="Google Shape;18030;p20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1" name="Google Shape;18031;p20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2" name="Google Shape;18032;p20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3" name="Google Shape;18033;p20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4" name="Google Shape;18034;p20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5" name="Google Shape;18035;p20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6" name="Google Shape;18036;p20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7" name="Google Shape;18037;p20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8" name="Google Shape;18038;p20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9" name="Google Shape;18039;p20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0" name="Google Shape;18040;p20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1" name="Google Shape;18041;p20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2" name="Google Shape;18042;p20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3" name="Google Shape;18043;p20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4" name="Google Shape;18044;p20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5" name="Google Shape;18045;p20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6" name="Google Shape;18046;p20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7" name="Google Shape;18047;p20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8" name="Google Shape;18048;p20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9" name="Google Shape;18049;p20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0" name="Google Shape;18050;p20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1" name="Google Shape;18051;p20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2" name="Google Shape;18052;p20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3" name="Google Shape;18053;p20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4" name="Google Shape;18054;p20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5" name="Google Shape;18055;p20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6" name="Google Shape;18056;p20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7" name="Google Shape;18057;p20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8" name="Google Shape;18058;p20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9" name="Google Shape;18059;p20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0" name="Google Shape;18060;p20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1" name="Google Shape;18061;p20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2" name="Google Shape;18062;p20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3" name="Google Shape;18063;p20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4" name="Google Shape;18064;p20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5" name="Google Shape;18065;p20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6" name="Google Shape;18066;p20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7" name="Google Shape;18067;p20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8" name="Google Shape;18068;p20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9" name="Google Shape;18069;p20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0" name="Google Shape;18070;p20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1" name="Google Shape;18071;p20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2" name="Google Shape;18072;p20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3" name="Google Shape;18073;p20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4" name="Google Shape;18074;p20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5" name="Google Shape;18075;p20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6" name="Google Shape;18076;p20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7" name="Google Shape;18077;p20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8" name="Google Shape;18078;p20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9" name="Google Shape;18079;p20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0" name="Google Shape;18080;p20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1" name="Google Shape;18081;p20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2" name="Google Shape;18082;p20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3" name="Google Shape;18083;p20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4" name="Google Shape;18084;p20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5" name="Google Shape;18085;p20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6" name="Google Shape;18086;p20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7" name="Google Shape;18087;p20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8" name="Google Shape;18088;p20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9" name="Google Shape;18089;p20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0" name="Google Shape;18090;p20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1" name="Google Shape;18091;p20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2" name="Google Shape;18092;p20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3" name="Google Shape;18093;p20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4" name="Google Shape;18094;p20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5" name="Google Shape;18095;p20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6" name="Google Shape;18096;p20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7" name="Google Shape;18097;p20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8" name="Google Shape;18098;p20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9" name="Google Shape;18099;p20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0" name="Google Shape;18100;p20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1" name="Google Shape;18101;p20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2" name="Google Shape;18102;p20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3" name="Google Shape;18103;p20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4" name="Google Shape;18104;p20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5" name="Google Shape;18105;p20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6" name="Google Shape;18106;p20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7" name="Google Shape;18107;p20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8" name="Google Shape;18108;p20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9" name="Google Shape;18109;p20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0" name="Google Shape;18110;p20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1" name="Google Shape;18111;p20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2" name="Google Shape;18112;p20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3" name="Google Shape;18113;p20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4" name="Google Shape;18114;p20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5" name="Google Shape;18115;p20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6" name="Google Shape;18116;p20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7" name="Google Shape;18117;p20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8" name="Google Shape;18118;p20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9" name="Google Shape;18119;p20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0" name="Google Shape;18120;p20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1" name="Google Shape;18121;p20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2" name="Google Shape;18122;p20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3" name="Google Shape;18123;p20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4" name="Google Shape;18124;p20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5" name="Google Shape;18125;p20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6" name="Google Shape;18126;p20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7" name="Google Shape;18127;p20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8" name="Google Shape;18128;p20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9" name="Google Shape;18129;p20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0" name="Google Shape;18130;p20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1" name="Google Shape;18131;p20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2" name="Google Shape;18132;p20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3" name="Google Shape;18133;p20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4" name="Google Shape;18134;p20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5" name="Google Shape;18135;p20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6" name="Google Shape;18136;p20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7" name="Google Shape;18137;p20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8" name="Google Shape;18138;p20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9" name="Google Shape;18139;p20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0" name="Google Shape;18140;p20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1" name="Google Shape;18141;p20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2" name="Google Shape;18142;p20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3" name="Google Shape;18143;p20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4" name="Google Shape;18144;p20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5" name="Google Shape;18145;p20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6" name="Google Shape;18146;p20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7" name="Google Shape;18147;p20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8" name="Google Shape;18148;p20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9" name="Google Shape;18149;p20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0" name="Google Shape;18150;p20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1" name="Google Shape;18151;p20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2" name="Google Shape;18152;p20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3" name="Google Shape;18153;p20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4" name="Google Shape;18154;p20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5" name="Google Shape;18155;p20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6" name="Google Shape;18156;p20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7" name="Google Shape;18157;p20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8" name="Google Shape;18158;p20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9" name="Google Shape;18159;p20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0" name="Google Shape;18160;p20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1" name="Google Shape;18161;p20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2" name="Google Shape;18162;p20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3" name="Google Shape;18163;p20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4" name="Google Shape;18164;p20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5" name="Google Shape;18165;p20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6" name="Google Shape;18166;p20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7" name="Google Shape;18167;p20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8" name="Google Shape;18168;p20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9" name="Google Shape;18169;p20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0" name="Google Shape;18170;p20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1" name="Google Shape;18171;p20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2" name="Google Shape;18172;p20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3" name="Google Shape;18173;p20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4" name="Google Shape;18174;p20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5" name="Google Shape;18175;p20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6" name="Google Shape;18176;p20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7" name="Google Shape;18177;p20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8" name="Google Shape;18178;p20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9" name="Google Shape;18179;p20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0" name="Google Shape;18180;p20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1" name="Google Shape;18181;p20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2" name="Google Shape;18182;p20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3" name="Google Shape;18183;p20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4" name="Google Shape;18184;p20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5" name="Google Shape;18185;p20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6" name="Google Shape;18186;p20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7" name="Google Shape;18187;p20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8" name="Google Shape;18188;p20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9" name="Google Shape;18189;p20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0" name="Google Shape;18190;p20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1" name="Google Shape;18191;p20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2" name="Google Shape;18192;p20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3" name="Google Shape;18193;p20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4" name="Google Shape;18194;p20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5" name="Google Shape;18195;p20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6" name="Google Shape;18196;p20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7" name="Google Shape;18197;p20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8" name="Google Shape;18198;p20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9" name="Google Shape;18199;p20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0" name="Google Shape;18200;p20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1" name="Google Shape;18201;p20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2" name="Google Shape;18202;p20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3" name="Google Shape;18203;p20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4" name="Google Shape;18204;p20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5" name="Google Shape;18205;p20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6" name="Google Shape;18206;p20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7" name="Google Shape;18207;p20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8" name="Google Shape;18208;p20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9" name="Google Shape;18209;p20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0" name="Google Shape;18210;p20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1" name="Google Shape;18211;p20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2" name="Google Shape;18212;p20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3" name="Google Shape;18213;p20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4" name="Google Shape;18214;p20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5" name="Google Shape;18215;p20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6" name="Google Shape;18216;p20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7" name="Google Shape;18217;p20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8" name="Google Shape;18218;p20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9" name="Google Shape;18219;p20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0" name="Google Shape;18220;p20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1" name="Google Shape;18221;p20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2" name="Google Shape;18222;p20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3" name="Google Shape;18223;p20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4" name="Google Shape;18224;p20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5" name="Google Shape;18225;p20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6" name="Google Shape;18226;p20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7" name="Google Shape;18227;p20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8" name="Google Shape;18228;p20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9" name="Google Shape;18229;p20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0" name="Google Shape;18230;p20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1" name="Google Shape;18231;p20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2" name="Google Shape;18232;p20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3" name="Google Shape;18233;p20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4" name="Google Shape;18234;p20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5" name="Google Shape;18235;p20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6" name="Google Shape;18236;p20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7" name="Google Shape;18237;p20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8" name="Google Shape;18238;p20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9" name="Google Shape;18239;p20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0" name="Google Shape;18240;p20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1" name="Google Shape;18241;p20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2" name="Google Shape;18242;p20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3" name="Google Shape;18243;p20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4" name="Google Shape;18244;p20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5" name="Google Shape;18245;p20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6" name="Google Shape;18246;p20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7" name="Google Shape;18247;p20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8" name="Google Shape;18248;p20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9" name="Google Shape;18249;p20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0" name="Google Shape;18250;p20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1" name="Google Shape;18251;p20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2" name="Google Shape;18252;p20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3" name="Google Shape;18253;p20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4" name="Google Shape;18254;p20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5" name="Google Shape;18255;p20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6" name="Google Shape;18256;p20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7" name="Google Shape;18257;p20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8" name="Google Shape;18258;p20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9" name="Google Shape;18259;p20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0" name="Google Shape;18260;p20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1" name="Google Shape;18261;p20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2" name="Google Shape;18262;p20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3" name="Google Shape;18263;p20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4" name="Google Shape;18264;p20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5" name="Google Shape;18265;p20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6" name="Google Shape;18266;p20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7" name="Google Shape;18267;p20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8" name="Google Shape;18268;p20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9" name="Google Shape;18269;p20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0" name="Google Shape;18270;p20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1" name="Google Shape;18271;p20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2" name="Google Shape;18272;p20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3" name="Google Shape;18273;p20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4" name="Google Shape;18274;p20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5" name="Google Shape;18275;p20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6" name="Google Shape;18276;p20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7" name="Google Shape;18277;p20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8" name="Google Shape;18278;p20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9" name="Google Shape;18279;p20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0" name="Google Shape;18280;p20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1" name="Google Shape;18281;p20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2" name="Google Shape;18282;p20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3" name="Google Shape;18283;p20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4" name="Google Shape;18284;p20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5" name="Google Shape;18285;p20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6" name="Google Shape;18286;p20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7" name="Google Shape;18287;p20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8" name="Google Shape;18288;p20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9" name="Google Shape;18289;p20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0" name="Google Shape;18290;p20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1" name="Google Shape;18291;p20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2" name="Google Shape;18292;p20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3" name="Google Shape;18293;p20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4" name="Google Shape;18294;p20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5" name="Google Shape;18295;p20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6" name="Google Shape;18296;p20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7" name="Google Shape;18297;p20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8" name="Google Shape;18298;p20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9" name="Google Shape;18299;p20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0" name="Google Shape;18300;p20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1" name="Google Shape;18301;p20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2" name="Google Shape;18302;p20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3" name="Google Shape;18303;p20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4" name="Google Shape;18304;p20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5" name="Google Shape;18305;p20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6" name="Google Shape;18306;p20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7" name="Google Shape;18307;p20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8" name="Google Shape;18308;p20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9" name="Google Shape;18309;p20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0" name="Google Shape;18310;p20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1" name="Google Shape;18311;p20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2" name="Google Shape;18312;p20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3" name="Google Shape;18313;p20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4" name="Google Shape;18314;p20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5" name="Google Shape;18315;p20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6" name="Google Shape;18316;p20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7" name="Google Shape;18317;p20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8" name="Google Shape;18318;p20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9" name="Google Shape;18319;p20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0" name="Google Shape;18320;p20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1" name="Google Shape;18321;p20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2" name="Google Shape;18322;p20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3" name="Google Shape;18323;p20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4" name="Google Shape;18324;p20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5" name="Google Shape;18325;p20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6" name="Google Shape;18326;p20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7" name="Google Shape;18327;p20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8" name="Google Shape;18328;p20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9" name="Google Shape;18329;p20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0" name="Google Shape;18330;p20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1" name="Google Shape;18331;p20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2" name="Google Shape;18332;p20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3" name="Google Shape;18333;p20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4" name="Google Shape;18334;p20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5" name="Google Shape;18335;p20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6" name="Google Shape;18336;p20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7" name="Google Shape;18337;p20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8" name="Google Shape;18338;p20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9" name="Google Shape;18339;p20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0" name="Google Shape;18340;p20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1" name="Google Shape;18341;p20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2" name="Google Shape;18342;p20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3" name="Google Shape;18343;p20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4" name="Google Shape;18344;p20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5" name="Google Shape;18345;p20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6" name="Google Shape;18346;p20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7" name="Google Shape;18347;p20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8" name="Google Shape;18348;p20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9" name="Google Shape;18349;p20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0" name="Google Shape;18350;p20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1" name="Google Shape;18351;p20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2" name="Google Shape;18352;p20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3" name="Google Shape;18353;p20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4" name="Google Shape;18354;p20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5" name="Google Shape;18355;p20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6" name="Google Shape;18356;p20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7" name="Google Shape;18357;p20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8" name="Google Shape;18358;p20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9" name="Google Shape;18359;p20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0" name="Google Shape;18360;p20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1" name="Google Shape;18361;p20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2" name="Google Shape;18362;p20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3" name="Google Shape;18363;p20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4" name="Google Shape;18364;p20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5" name="Google Shape;18365;p20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6" name="Google Shape;18366;p20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7" name="Google Shape;18367;p20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8" name="Google Shape;18368;p20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9" name="Google Shape;18369;p20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0" name="Google Shape;18370;p20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1" name="Google Shape;18371;p20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2" name="Google Shape;18372;p20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3" name="Google Shape;18373;p20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4" name="Google Shape;18374;p20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5" name="Google Shape;18375;p20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6" name="Google Shape;18376;p20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7" name="Google Shape;18377;p20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8" name="Google Shape;18378;p20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9" name="Google Shape;18379;p20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0" name="Google Shape;18380;p20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1" name="Google Shape;18381;p20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2" name="Google Shape;18382;p20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3" name="Google Shape;18383;p20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4" name="Google Shape;18384;p20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5" name="Google Shape;18385;p20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6" name="Google Shape;18386;p20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7" name="Google Shape;18387;p20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8" name="Google Shape;18388;p20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9" name="Google Shape;18389;p20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0" name="Google Shape;18390;p20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1" name="Google Shape;18391;p20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2" name="Google Shape;18392;p20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3" name="Google Shape;18393;p20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4" name="Google Shape;18394;p20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5" name="Google Shape;18395;p20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6" name="Google Shape;18396;p20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7" name="Google Shape;18397;p20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8" name="Google Shape;18398;p20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9" name="Google Shape;18399;p20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0" name="Google Shape;18400;p20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1" name="Google Shape;18401;p20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2" name="Google Shape;18402;p20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3" name="Google Shape;18403;p20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4" name="Google Shape;18404;p20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5" name="Google Shape;18405;p20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6" name="Google Shape;18406;p20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7" name="Google Shape;18407;p20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8" name="Google Shape;18408;p20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9" name="Google Shape;18409;p20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0" name="Google Shape;18410;p20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1" name="Google Shape;18411;p20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2" name="Google Shape;18412;p20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3" name="Google Shape;18413;p20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4" name="Google Shape;18414;p20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5" name="Google Shape;18415;p20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6" name="Google Shape;18416;p20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7" name="Google Shape;18417;p20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8" name="Google Shape;18418;p20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9" name="Google Shape;18419;p20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0" name="Google Shape;18420;p20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1" name="Google Shape;18421;p20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2" name="Google Shape;18422;p20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3" name="Google Shape;18423;p20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4" name="Google Shape;18424;p20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5" name="Google Shape;18425;p20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6" name="Google Shape;18426;p20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7" name="Google Shape;18427;p20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8" name="Google Shape;18428;p20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9" name="Google Shape;18429;p20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0" name="Google Shape;18430;p20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1" name="Google Shape;18431;p20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2" name="Google Shape;18432;p20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3" name="Google Shape;18433;p20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4" name="Google Shape;18434;p20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5" name="Google Shape;18435;p20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6" name="Google Shape;18436;p20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7" name="Google Shape;18437;p20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8" name="Google Shape;18438;p20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9" name="Google Shape;18439;p20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0" name="Google Shape;18440;p20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1" name="Google Shape;18441;p20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2" name="Google Shape;18442;p20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3" name="Google Shape;18443;p20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4" name="Google Shape;18444;p20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5" name="Google Shape;18445;p20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6" name="Google Shape;18446;p20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7" name="Google Shape;18447;p20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8" name="Google Shape;18448;p20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9" name="Google Shape;18449;p20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0" name="Google Shape;18450;p20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1" name="Google Shape;18451;p20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2" name="Google Shape;18452;p20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3" name="Google Shape;18453;p20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4" name="Google Shape;18454;p20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5" name="Google Shape;18455;p20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6" name="Google Shape;18456;p20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7" name="Google Shape;18457;p20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8" name="Google Shape;18458;p20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9" name="Google Shape;18459;p20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0" name="Google Shape;18460;p20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1" name="Google Shape;18461;p20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2" name="Google Shape;18462;p20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3" name="Google Shape;18463;p20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4" name="Google Shape;18464;p20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5" name="Google Shape;18465;p20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6" name="Google Shape;18466;p20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7" name="Google Shape;18467;p20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8" name="Google Shape;18468;p20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9" name="Google Shape;18469;p20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0" name="Google Shape;18470;p20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1" name="Google Shape;18471;p20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2" name="Google Shape;18472;p20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3" name="Google Shape;18473;p20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4" name="Google Shape;18474;p20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5" name="Google Shape;18475;p20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6" name="Google Shape;18476;p20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7" name="Google Shape;18477;p20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8" name="Google Shape;18478;p20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9" name="Google Shape;18479;p20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0" name="Google Shape;18480;p20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1" name="Google Shape;18481;p20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2" name="Google Shape;18482;p20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3" name="Google Shape;18483;p20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4" name="Google Shape;18484;p20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5" name="Google Shape;18485;p20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6" name="Google Shape;18486;p20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7" name="Google Shape;18487;p20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8" name="Google Shape;18488;p20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9" name="Google Shape;18489;p20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0" name="Google Shape;18490;p20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1" name="Google Shape;18491;p20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2" name="Google Shape;18492;p20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3" name="Google Shape;18493;p20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4" name="Google Shape;18494;p20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5" name="Google Shape;18495;p20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6" name="Google Shape;18496;p20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7" name="Google Shape;18497;p20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8" name="Google Shape;18498;p20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9" name="Google Shape;18499;p20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0" name="Google Shape;18500;p20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1" name="Google Shape;18501;p20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2" name="Google Shape;18502;p20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3" name="Google Shape;18503;p20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4" name="Google Shape;18504;p20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5" name="Google Shape;18505;p20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6" name="Google Shape;18506;p20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7" name="Google Shape;18507;p20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8" name="Google Shape;18508;p20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9" name="Google Shape;18509;p20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0" name="Google Shape;18510;p20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1" name="Google Shape;18511;p20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2" name="Google Shape;18512;p20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3" name="Google Shape;18513;p20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4" name="Google Shape;18514;p20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5" name="Google Shape;18515;p20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6" name="Google Shape;18516;p20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7" name="Google Shape;18517;p20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8" name="Google Shape;18518;p20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9" name="Google Shape;18519;p20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0" name="Google Shape;18520;p20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1" name="Google Shape;18521;p20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2" name="Google Shape;18522;p20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3" name="Google Shape;18523;p20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4" name="Google Shape;18524;p20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5" name="Google Shape;18525;p20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6" name="Google Shape;18526;p20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7" name="Google Shape;18527;p20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8" name="Google Shape;18528;p20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9" name="Google Shape;18529;p20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0" name="Google Shape;18530;p20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1" name="Google Shape;18531;p20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2" name="Google Shape;18532;p20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3" name="Google Shape;18533;p20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4" name="Google Shape;18534;p20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5" name="Google Shape;18535;p20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6" name="Google Shape;18536;p20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7" name="Google Shape;18537;p20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8" name="Google Shape;18538;p20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9" name="Google Shape;18539;p20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0" name="Google Shape;18540;p20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1" name="Google Shape;18541;p20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2" name="Google Shape;18542;p20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3" name="Google Shape;18543;p20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4" name="Google Shape;18544;p20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5" name="Google Shape;18545;p20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6" name="Google Shape;18546;p20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7" name="Google Shape;18547;p20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8" name="Google Shape;18548;p20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9" name="Google Shape;18549;p20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0" name="Google Shape;18550;p20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1" name="Google Shape;18551;p20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2" name="Google Shape;18552;p20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3" name="Google Shape;18553;p20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4" name="Google Shape;18554;p20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5" name="Google Shape;18555;p20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6" name="Google Shape;18556;p20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7" name="Google Shape;18557;p20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8" name="Google Shape;18558;p20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9" name="Google Shape;18559;p20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0" name="Google Shape;18560;p20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1" name="Google Shape;18561;p20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2" name="Google Shape;18562;p20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3" name="Google Shape;18563;p20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4" name="Google Shape;18564;p20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5" name="Google Shape;18565;p20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6" name="Google Shape;18566;p20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7" name="Google Shape;18567;p20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8" name="Google Shape;18568;p20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9" name="Google Shape;18569;p20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0" name="Google Shape;18570;p20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1" name="Google Shape;18571;p20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2" name="Google Shape;18572;p20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3" name="Google Shape;18573;p20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4" name="Google Shape;18574;p20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5" name="Google Shape;18575;p20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6" name="Google Shape;18576;p20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7" name="Google Shape;18577;p20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8" name="Google Shape;18578;p20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9" name="Google Shape;18579;p20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0" name="Google Shape;18580;p20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1" name="Google Shape;18581;p20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2" name="Google Shape;18582;p20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3" name="Google Shape;18583;p20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4" name="Google Shape;18584;p20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5" name="Google Shape;18585;p20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6" name="Google Shape;18586;p20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7" name="Google Shape;18587;p20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8" name="Google Shape;18588;p20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9" name="Google Shape;18589;p20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0" name="Google Shape;18590;p20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1" name="Google Shape;18591;p20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2" name="Google Shape;18592;p20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3" name="Google Shape;18593;p20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4" name="Google Shape;18594;p20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5" name="Google Shape;18595;p20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6" name="Google Shape;18596;p20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7" name="Google Shape;18597;p20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8" name="Google Shape;18598;p20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9" name="Google Shape;18599;p20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0" name="Google Shape;18600;p20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1" name="Google Shape;18601;p20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2" name="Google Shape;18602;p20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3" name="Google Shape;18603;p20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4" name="Google Shape;18604;p20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5" name="Google Shape;18605;p20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6" name="Google Shape;18606;p20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7" name="Google Shape;18607;p20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8" name="Google Shape;18608;p20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9" name="Google Shape;18609;p20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0" name="Google Shape;18610;p20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1" name="Google Shape;18611;p20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2" name="Google Shape;18612;p20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3" name="Google Shape;18613;p20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4" name="Google Shape;18614;p20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5" name="Google Shape;18615;p20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6" name="Google Shape;18616;p20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7" name="Google Shape;18617;p20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8" name="Google Shape;18618;p20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9" name="Google Shape;18619;p20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0" name="Google Shape;18620;p20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1" name="Google Shape;18621;p20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2" name="Google Shape;18622;p20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3" name="Google Shape;18623;p20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4" name="Google Shape;18624;p20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5" name="Google Shape;18625;p20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6" name="Google Shape;18626;p20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7" name="Google Shape;18627;p20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8" name="Google Shape;18628;p20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9" name="Google Shape;18629;p20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0" name="Google Shape;18630;p20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1" name="Google Shape;18631;p20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2" name="Google Shape;18632;p20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3" name="Google Shape;18633;p20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4" name="Google Shape;18634;p20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5" name="Google Shape;18635;p20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6" name="Google Shape;18636;p20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7" name="Google Shape;18637;p20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8" name="Google Shape;18638;p20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9" name="Google Shape;18639;p20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0" name="Google Shape;18640;p20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1" name="Google Shape;18641;p20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2" name="Google Shape;18642;p20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3" name="Google Shape;18643;p20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4" name="Google Shape;18644;p20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5" name="Google Shape;18645;p20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6" name="Google Shape;18646;p20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7" name="Google Shape;18647;p20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8" name="Google Shape;18648;p20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9" name="Google Shape;18649;p20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0" name="Google Shape;18650;p20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1" name="Google Shape;18651;p20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2" name="Google Shape;18652;p20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3" name="Google Shape;18653;p20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4" name="Google Shape;18654;p20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5" name="Google Shape;18655;p20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6" name="Google Shape;18656;p20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7" name="Google Shape;18657;p20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8" name="Google Shape;18658;p20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9" name="Google Shape;18659;p20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0" name="Google Shape;18660;p20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1" name="Google Shape;18661;p20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2" name="Google Shape;18662;p20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3" name="Google Shape;18663;p20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4" name="Google Shape;18664;p20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5" name="Google Shape;18665;p20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6" name="Google Shape;18666;p20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7" name="Google Shape;18667;p20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8" name="Google Shape;18668;p20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9" name="Google Shape;18669;p20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0" name="Google Shape;18670;p20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1" name="Google Shape;18671;p20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2" name="Google Shape;18672;p20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3" name="Google Shape;18673;p20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4" name="Google Shape;18674;p20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5" name="Google Shape;18675;p20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6" name="Google Shape;18676;p20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7" name="Google Shape;18677;p20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8" name="Google Shape;18678;p20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9" name="Google Shape;18679;p20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0" name="Google Shape;18680;p20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1" name="Google Shape;18681;p20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2" name="Google Shape;18682;p20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3" name="Google Shape;18683;p20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4" name="Google Shape;18684;p20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5" name="Google Shape;18685;p20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6" name="Google Shape;18686;p20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7" name="Google Shape;18687;p20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8" name="Google Shape;18688;p20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9" name="Google Shape;18689;p20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0" name="Google Shape;18690;p20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1" name="Google Shape;18691;p20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2" name="Google Shape;18692;p20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3" name="Google Shape;18693;p20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4" name="Google Shape;18694;p20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5" name="Google Shape;18695;p20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6" name="Google Shape;18696;p20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7" name="Google Shape;18697;p20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8" name="Google Shape;18698;p20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9" name="Google Shape;18699;p20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0" name="Google Shape;18700;p20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1" name="Google Shape;18701;p20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2" name="Google Shape;18702;p20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3" name="Google Shape;18703;p20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4" name="Google Shape;18704;p20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5" name="Google Shape;18705;p20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6" name="Google Shape;18706;p20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7" name="Google Shape;18707;p20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8" name="Google Shape;18708;p20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9" name="Google Shape;18709;p20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0" name="Google Shape;18710;p20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1" name="Google Shape;18711;p20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2" name="Google Shape;18712;p20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3" name="Google Shape;18713;p20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4" name="Google Shape;18714;p20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5" name="Google Shape;18715;p20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6" name="Google Shape;18716;p20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7" name="Google Shape;18717;p20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8" name="Google Shape;18718;p20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9" name="Google Shape;18719;p20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0" name="Google Shape;18720;p20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721" name="Google Shape;18721;p20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2" name="Google Shape;18722;p20"/>
          <p:cNvSpPr txBox="1"/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8723" name="Google Shape;18723;p20"/>
          <p:cNvSpPr txBox="1"/>
          <p:nvPr>
            <p:ph idx="1" type="subTitle"/>
          </p:nvPr>
        </p:nvSpPr>
        <p:spPr>
          <a:xfrm>
            <a:off x="5010150" y="1477850"/>
            <a:ext cx="3111900" cy="272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ONE_COLUMN_TEXT_1">
    <p:spTree>
      <p:nvGrpSpPr>
        <p:cNvPr id="18724" name="Shape 18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25" name="Google Shape;18725;p21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8726" name="Google Shape;18726;p21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7" name="Google Shape;18727;p21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8" name="Google Shape;18728;p21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9" name="Google Shape;18729;p21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0" name="Google Shape;18730;p21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1" name="Google Shape;18731;p21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2" name="Google Shape;18732;p21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3" name="Google Shape;18733;p21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4" name="Google Shape;18734;p21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5" name="Google Shape;18735;p21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6" name="Google Shape;18736;p21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7" name="Google Shape;18737;p21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8" name="Google Shape;18738;p21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9" name="Google Shape;18739;p21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0" name="Google Shape;18740;p21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1" name="Google Shape;18741;p21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2" name="Google Shape;18742;p21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3" name="Google Shape;18743;p21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4" name="Google Shape;18744;p21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5" name="Google Shape;18745;p21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6" name="Google Shape;18746;p21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7" name="Google Shape;18747;p21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8" name="Google Shape;18748;p21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9" name="Google Shape;18749;p21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0" name="Google Shape;18750;p21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1" name="Google Shape;18751;p21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2" name="Google Shape;18752;p21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3" name="Google Shape;18753;p21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4" name="Google Shape;18754;p21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5" name="Google Shape;18755;p21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6" name="Google Shape;18756;p21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7" name="Google Shape;18757;p21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8" name="Google Shape;18758;p21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9" name="Google Shape;18759;p21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0" name="Google Shape;18760;p21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1" name="Google Shape;18761;p21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2" name="Google Shape;18762;p21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3" name="Google Shape;18763;p21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4" name="Google Shape;18764;p21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5" name="Google Shape;18765;p21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6" name="Google Shape;18766;p21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7" name="Google Shape;18767;p21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8" name="Google Shape;18768;p21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9" name="Google Shape;18769;p21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0" name="Google Shape;18770;p21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1" name="Google Shape;18771;p21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2" name="Google Shape;18772;p21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3" name="Google Shape;18773;p21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4" name="Google Shape;18774;p21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5" name="Google Shape;18775;p21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6" name="Google Shape;18776;p21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7" name="Google Shape;18777;p21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8" name="Google Shape;18778;p21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9" name="Google Shape;18779;p21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0" name="Google Shape;18780;p21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1" name="Google Shape;18781;p21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2" name="Google Shape;18782;p21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3" name="Google Shape;18783;p21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4" name="Google Shape;18784;p21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5" name="Google Shape;18785;p21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6" name="Google Shape;18786;p21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7" name="Google Shape;18787;p21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8" name="Google Shape;18788;p21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9" name="Google Shape;18789;p21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0" name="Google Shape;18790;p21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1" name="Google Shape;18791;p21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2" name="Google Shape;18792;p21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3" name="Google Shape;18793;p21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4" name="Google Shape;18794;p21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5" name="Google Shape;18795;p21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6" name="Google Shape;18796;p21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7" name="Google Shape;18797;p21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8" name="Google Shape;18798;p21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9" name="Google Shape;18799;p21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0" name="Google Shape;18800;p21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1" name="Google Shape;18801;p21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2" name="Google Shape;18802;p21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3" name="Google Shape;18803;p21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4" name="Google Shape;18804;p21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5" name="Google Shape;18805;p21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6" name="Google Shape;18806;p21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7" name="Google Shape;18807;p21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8" name="Google Shape;18808;p21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9" name="Google Shape;18809;p21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0" name="Google Shape;18810;p21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1" name="Google Shape;18811;p21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2" name="Google Shape;18812;p21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3" name="Google Shape;18813;p21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4" name="Google Shape;18814;p21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5" name="Google Shape;18815;p21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6" name="Google Shape;18816;p21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7" name="Google Shape;18817;p21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8" name="Google Shape;18818;p21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9" name="Google Shape;18819;p21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0" name="Google Shape;18820;p21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1" name="Google Shape;18821;p21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2" name="Google Shape;18822;p21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3" name="Google Shape;18823;p21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4" name="Google Shape;18824;p21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5" name="Google Shape;18825;p21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6" name="Google Shape;18826;p21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7" name="Google Shape;18827;p21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8" name="Google Shape;18828;p21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9" name="Google Shape;18829;p21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0" name="Google Shape;18830;p21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1" name="Google Shape;18831;p21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2" name="Google Shape;18832;p21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3" name="Google Shape;18833;p21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4" name="Google Shape;18834;p21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5" name="Google Shape;18835;p21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6" name="Google Shape;18836;p21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7" name="Google Shape;18837;p21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8" name="Google Shape;18838;p21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9" name="Google Shape;18839;p21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0" name="Google Shape;18840;p21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1" name="Google Shape;18841;p21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2" name="Google Shape;18842;p21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3" name="Google Shape;18843;p21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4" name="Google Shape;18844;p21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5" name="Google Shape;18845;p21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6" name="Google Shape;18846;p21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7" name="Google Shape;18847;p21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8" name="Google Shape;18848;p21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9" name="Google Shape;18849;p21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0" name="Google Shape;18850;p21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1" name="Google Shape;18851;p21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2" name="Google Shape;18852;p21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3" name="Google Shape;18853;p21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4" name="Google Shape;18854;p21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5" name="Google Shape;18855;p21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6" name="Google Shape;18856;p21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7" name="Google Shape;18857;p21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8" name="Google Shape;18858;p21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9" name="Google Shape;18859;p21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0" name="Google Shape;18860;p21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1" name="Google Shape;18861;p21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2" name="Google Shape;18862;p21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3" name="Google Shape;18863;p21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4" name="Google Shape;18864;p21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5" name="Google Shape;18865;p21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6" name="Google Shape;18866;p21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7" name="Google Shape;18867;p21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8" name="Google Shape;18868;p21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9" name="Google Shape;18869;p21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0" name="Google Shape;18870;p21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1" name="Google Shape;18871;p21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2" name="Google Shape;18872;p21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3" name="Google Shape;18873;p21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4" name="Google Shape;18874;p21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5" name="Google Shape;18875;p21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6" name="Google Shape;18876;p21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7" name="Google Shape;18877;p21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8" name="Google Shape;18878;p21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9" name="Google Shape;18879;p21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0" name="Google Shape;18880;p21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1" name="Google Shape;18881;p21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2" name="Google Shape;18882;p21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3" name="Google Shape;18883;p21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4" name="Google Shape;18884;p21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5" name="Google Shape;18885;p21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6" name="Google Shape;18886;p21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7" name="Google Shape;18887;p21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8" name="Google Shape;18888;p21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9" name="Google Shape;18889;p21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0" name="Google Shape;18890;p21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1" name="Google Shape;18891;p21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2" name="Google Shape;18892;p21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3" name="Google Shape;18893;p21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4" name="Google Shape;18894;p21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5" name="Google Shape;18895;p21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6" name="Google Shape;18896;p21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7" name="Google Shape;18897;p21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8" name="Google Shape;18898;p21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9" name="Google Shape;18899;p21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0" name="Google Shape;18900;p21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1" name="Google Shape;18901;p21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2" name="Google Shape;18902;p21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3" name="Google Shape;18903;p21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4" name="Google Shape;18904;p21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5" name="Google Shape;18905;p21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6" name="Google Shape;18906;p21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7" name="Google Shape;18907;p21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8" name="Google Shape;18908;p21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9" name="Google Shape;18909;p21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0" name="Google Shape;18910;p21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1" name="Google Shape;18911;p21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2" name="Google Shape;18912;p21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3" name="Google Shape;18913;p21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4" name="Google Shape;18914;p21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5" name="Google Shape;18915;p21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6" name="Google Shape;18916;p21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7" name="Google Shape;18917;p21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8" name="Google Shape;18918;p21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9" name="Google Shape;18919;p21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0" name="Google Shape;18920;p21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1" name="Google Shape;18921;p21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2" name="Google Shape;18922;p21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3" name="Google Shape;18923;p21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4" name="Google Shape;18924;p21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5" name="Google Shape;18925;p21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6" name="Google Shape;18926;p21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7" name="Google Shape;18927;p21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8" name="Google Shape;18928;p21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9" name="Google Shape;18929;p21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0" name="Google Shape;18930;p21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1" name="Google Shape;18931;p21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2" name="Google Shape;18932;p21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3" name="Google Shape;18933;p21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4" name="Google Shape;18934;p21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5" name="Google Shape;18935;p21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6" name="Google Shape;18936;p21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7" name="Google Shape;18937;p21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8" name="Google Shape;18938;p21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9" name="Google Shape;18939;p21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0" name="Google Shape;18940;p21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1" name="Google Shape;18941;p21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2" name="Google Shape;18942;p21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3" name="Google Shape;18943;p21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4" name="Google Shape;18944;p21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5" name="Google Shape;18945;p21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6" name="Google Shape;18946;p21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7" name="Google Shape;18947;p21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8" name="Google Shape;18948;p21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9" name="Google Shape;18949;p21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0" name="Google Shape;18950;p21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1" name="Google Shape;18951;p21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2" name="Google Shape;18952;p21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3" name="Google Shape;18953;p21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4" name="Google Shape;18954;p21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5" name="Google Shape;18955;p21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6" name="Google Shape;18956;p21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7" name="Google Shape;18957;p21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8" name="Google Shape;18958;p21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9" name="Google Shape;18959;p21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0" name="Google Shape;18960;p21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1" name="Google Shape;18961;p21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2" name="Google Shape;18962;p21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3" name="Google Shape;18963;p21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4" name="Google Shape;18964;p21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5" name="Google Shape;18965;p21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6" name="Google Shape;18966;p21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7" name="Google Shape;18967;p21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8" name="Google Shape;18968;p21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9" name="Google Shape;18969;p21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0" name="Google Shape;18970;p21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1" name="Google Shape;18971;p21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2" name="Google Shape;18972;p21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3" name="Google Shape;18973;p21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4" name="Google Shape;18974;p21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5" name="Google Shape;18975;p21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6" name="Google Shape;18976;p21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7" name="Google Shape;18977;p21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8" name="Google Shape;18978;p21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9" name="Google Shape;18979;p21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0" name="Google Shape;18980;p21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1" name="Google Shape;18981;p21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2" name="Google Shape;18982;p21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3" name="Google Shape;18983;p21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4" name="Google Shape;18984;p21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5" name="Google Shape;18985;p21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6" name="Google Shape;18986;p21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7" name="Google Shape;18987;p21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8" name="Google Shape;18988;p21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9" name="Google Shape;18989;p21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0" name="Google Shape;18990;p21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1" name="Google Shape;18991;p21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2" name="Google Shape;18992;p21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3" name="Google Shape;18993;p21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4" name="Google Shape;18994;p21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5" name="Google Shape;18995;p21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6" name="Google Shape;18996;p21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7" name="Google Shape;18997;p21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8" name="Google Shape;18998;p21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9" name="Google Shape;18999;p21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0" name="Google Shape;19000;p21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1" name="Google Shape;19001;p21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2" name="Google Shape;19002;p21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3" name="Google Shape;19003;p21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4" name="Google Shape;19004;p21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5" name="Google Shape;19005;p21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6" name="Google Shape;19006;p21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7" name="Google Shape;19007;p21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8" name="Google Shape;19008;p21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9" name="Google Shape;19009;p21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0" name="Google Shape;19010;p21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1" name="Google Shape;19011;p21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2" name="Google Shape;19012;p21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3" name="Google Shape;19013;p21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4" name="Google Shape;19014;p21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5" name="Google Shape;19015;p21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6" name="Google Shape;19016;p21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7" name="Google Shape;19017;p21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8" name="Google Shape;19018;p21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9" name="Google Shape;19019;p21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0" name="Google Shape;19020;p21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1" name="Google Shape;19021;p21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2" name="Google Shape;19022;p21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3" name="Google Shape;19023;p21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4" name="Google Shape;19024;p21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5" name="Google Shape;19025;p21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6" name="Google Shape;19026;p21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7" name="Google Shape;19027;p21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8" name="Google Shape;19028;p21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9" name="Google Shape;19029;p21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0" name="Google Shape;19030;p21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1" name="Google Shape;19031;p21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2" name="Google Shape;19032;p21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3" name="Google Shape;19033;p21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4" name="Google Shape;19034;p21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5" name="Google Shape;19035;p21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6" name="Google Shape;19036;p21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7" name="Google Shape;19037;p21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8" name="Google Shape;19038;p21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9" name="Google Shape;19039;p21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0" name="Google Shape;19040;p21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1" name="Google Shape;19041;p21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2" name="Google Shape;19042;p21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3" name="Google Shape;19043;p21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4" name="Google Shape;19044;p21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5" name="Google Shape;19045;p21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6" name="Google Shape;19046;p21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7" name="Google Shape;19047;p21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8" name="Google Shape;19048;p21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9" name="Google Shape;19049;p21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0" name="Google Shape;19050;p21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1" name="Google Shape;19051;p21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2" name="Google Shape;19052;p21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3" name="Google Shape;19053;p21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4" name="Google Shape;19054;p21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5" name="Google Shape;19055;p21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6" name="Google Shape;19056;p21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7" name="Google Shape;19057;p21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8" name="Google Shape;19058;p21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9" name="Google Shape;19059;p21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0" name="Google Shape;19060;p21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1" name="Google Shape;19061;p21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2" name="Google Shape;19062;p21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3" name="Google Shape;19063;p21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4" name="Google Shape;19064;p21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5" name="Google Shape;19065;p21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6" name="Google Shape;19066;p21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7" name="Google Shape;19067;p21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8" name="Google Shape;19068;p21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9" name="Google Shape;19069;p21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0" name="Google Shape;19070;p21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1" name="Google Shape;19071;p21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2" name="Google Shape;19072;p21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3" name="Google Shape;19073;p21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4" name="Google Shape;19074;p21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5" name="Google Shape;19075;p21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6" name="Google Shape;19076;p21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7" name="Google Shape;19077;p21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8" name="Google Shape;19078;p21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9" name="Google Shape;19079;p21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0" name="Google Shape;19080;p21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1" name="Google Shape;19081;p21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2" name="Google Shape;19082;p21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3" name="Google Shape;19083;p21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4" name="Google Shape;19084;p21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5" name="Google Shape;19085;p21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6" name="Google Shape;19086;p21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7" name="Google Shape;19087;p21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8" name="Google Shape;19088;p21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9" name="Google Shape;19089;p21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0" name="Google Shape;19090;p21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1" name="Google Shape;19091;p21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2" name="Google Shape;19092;p21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3" name="Google Shape;19093;p21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4" name="Google Shape;19094;p21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5" name="Google Shape;19095;p21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6" name="Google Shape;19096;p21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7" name="Google Shape;19097;p21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8" name="Google Shape;19098;p21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9" name="Google Shape;19099;p21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0" name="Google Shape;19100;p21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1" name="Google Shape;19101;p21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2" name="Google Shape;19102;p21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3" name="Google Shape;19103;p21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4" name="Google Shape;19104;p21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5" name="Google Shape;19105;p21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6" name="Google Shape;19106;p21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7" name="Google Shape;19107;p21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8" name="Google Shape;19108;p21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9" name="Google Shape;19109;p21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0" name="Google Shape;19110;p21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1" name="Google Shape;19111;p21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2" name="Google Shape;19112;p21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3" name="Google Shape;19113;p21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4" name="Google Shape;19114;p21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5" name="Google Shape;19115;p21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6" name="Google Shape;19116;p21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7" name="Google Shape;19117;p21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8" name="Google Shape;19118;p21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9" name="Google Shape;19119;p21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0" name="Google Shape;19120;p21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1" name="Google Shape;19121;p21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2" name="Google Shape;19122;p21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3" name="Google Shape;19123;p21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4" name="Google Shape;19124;p21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5" name="Google Shape;19125;p21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6" name="Google Shape;19126;p21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7" name="Google Shape;19127;p21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8" name="Google Shape;19128;p21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9" name="Google Shape;19129;p21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0" name="Google Shape;19130;p21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1" name="Google Shape;19131;p21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2" name="Google Shape;19132;p21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3" name="Google Shape;19133;p21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4" name="Google Shape;19134;p21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5" name="Google Shape;19135;p21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6" name="Google Shape;19136;p21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7" name="Google Shape;19137;p21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8" name="Google Shape;19138;p21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9" name="Google Shape;19139;p21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0" name="Google Shape;19140;p21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1" name="Google Shape;19141;p21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2" name="Google Shape;19142;p21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3" name="Google Shape;19143;p21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4" name="Google Shape;19144;p21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5" name="Google Shape;19145;p21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6" name="Google Shape;19146;p21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7" name="Google Shape;19147;p21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8" name="Google Shape;19148;p21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9" name="Google Shape;19149;p21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0" name="Google Shape;19150;p21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1" name="Google Shape;19151;p21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2" name="Google Shape;19152;p21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3" name="Google Shape;19153;p21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4" name="Google Shape;19154;p21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5" name="Google Shape;19155;p21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6" name="Google Shape;19156;p21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7" name="Google Shape;19157;p21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8" name="Google Shape;19158;p21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9" name="Google Shape;19159;p21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0" name="Google Shape;19160;p21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1" name="Google Shape;19161;p21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2" name="Google Shape;19162;p21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3" name="Google Shape;19163;p21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4" name="Google Shape;19164;p21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5" name="Google Shape;19165;p21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6" name="Google Shape;19166;p21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7" name="Google Shape;19167;p21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8" name="Google Shape;19168;p21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9" name="Google Shape;19169;p21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0" name="Google Shape;19170;p21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1" name="Google Shape;19171;p21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2" name="Google Shape;19172;p21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3" name="Google Shape;19173;p21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4" name="Google Shape;19174;p21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5" name="Google Shape;19175;p21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6" name="Google Shape;19176;p21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7" name="Google Shape;19177;p21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8" name="Google Shape;19178;p21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9" name="Google Shape;19179;p21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0" name="Google Shape;19180;p21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1" name="Google Shape;19181;p21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2" name="Google Shape;19182;p21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3" name="Google Shape;19183;p21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4" name="Google Shape;19184;p21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5" name="Google Shape;19185;p21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6" name="Google Shape;19186;p21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7" name="Google Shape;19187;p21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8" name="Google Shape;19188;p21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9" name="Google Shape;19189;p21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0" name="Google Shape;19190;p21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1" name="Google Shape;19191;p21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2" name="Google Shape;19192;p21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3" name="Google Shape;19193;p21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4" name="Google Shape;19194;p21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5" name="Google Shape;19195;p21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6" name="Google Shape;19196;p21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7" name="Google Shape;19197;p21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8" name="Google Shape;19198;p21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9" name="Google Shape;19199;p21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0" name="Google Shape;19200;p21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1" name="Google Shape;19201;p21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2" name="Google Shape;19202;p21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3" name="Google Shape;19203;p21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4" name="Google Shape;19204;p21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5" name="Google Shape;19205;p21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6" name="Google Shape;19206;p21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7" name="Google Shape;19207;p21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8" name="Google Shape;19208;p21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9" name="Google Shape;19209;p21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0" name="Google Shape;19210;p21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1" name="Google Shape;19211;p21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2" name="Google Shape;19212;p21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3" name="Google Shape;19213;p21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4" name="Google Shape;19214;p21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5" name="Google Shape;19215;p21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6" name="Google Shape;19216;p21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7" name="Google Shape;19217;p21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8" name="Google Shape;19218;p21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9" name="Google Shape;19219;p21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0" name="Google Shape;19220;p21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1" name="Google Shape;19221;p21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2" name="Google Shape;19222;p21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3" name="Google Shape;19223;p21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4" name="Google Shape;19224;p21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5" name="Google Shape;19225;p21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6" name="Google Shape;19226;p21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7" name="Google Shape;19227;p21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8" name="Google Shape;19228;p21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9" name="Google Shape;19229;p21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0" name="Google Shape;19230;p21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1" name="Google Shape;19231;p21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2" name="Google Shape;19232;p21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3" name="Google Shape;19233;p21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4" name="Google Shape;19234;p21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5" name="Google Shape;19235;p21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6" name="Google Shape;19236;p21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7" name="Google Shape;19237;p21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8" name="Google Shape;19238;p21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9" name="Google Shape;19239;p21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0" name="Google Shape;19240;p21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1" name="Google Shape;19241;p21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2" name="Google Shape;19242;p21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3" name="Google Shape;19243;p21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4" name="Google Shape;19244;p21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5" name="Google Shape;19245;p21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6" name="Google Shape;19246;p21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7" name="Google Shape;19247;p21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8" name="Google Shape;19248;p21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9" name="Google Shape;19249;p21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0" name="Google Shape;19250;p21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1" name="Google Shape;19251;p21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2" name="Google Shape;19252;p21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3" name="Google Shape;19253;p21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4" name="Google Shape;19254;p21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5" name="Google Shape;19255;p21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6" name="Google Shape;19256;p21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7" name="Google Shape;19257;p21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8" name="Google Shape;19258;p21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9" name="Google Shape;19259;p21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0" name="Google Shape;19260;p21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1" name="Google Shape;19261;p21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2" name="Google Shape;19262;p21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3" name="Google Shape;19263;p21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4" name="Google Shape;19264;p21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5" name="Google Shape;19265;p21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6" name="Google Shape;19266;p21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7" name="Google Shape;19267;p21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8" name="Google Shape;19268;p21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9" name="Google Shape;19269;p21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0" name="Google Shape;19270;p21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1" name="Google Shape;19271;p21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2" name="Google Shape;19272;p21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3" name="Google Shape;19273;p21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4" name="Google Shape;19274;p21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5" name="Google Shape;19275;p21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6" name="Google Shape;19276;p21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7" name="Google Shape;19277;p21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8" name="Google Shape;19278;p21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9" name="Google Shape;19279;p21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0" name="Google Shape;19280;p21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1" name="Google Shape;19281;p21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2" name="Google Shape;19282;p21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3" name="Google Shape;19283;p21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4" name="Google Shape;19284;p21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5" name="Google Shape;19285;p21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6" name="Google Shape;19286;p21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7" name="Google Shape;19287;p21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8" name="Google Shape;19288;p21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9" name="Google Shape;19289;p21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0" name="Google Shape;19290;p21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1" name="Google Shape;19291;p21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2" name="Google Shape;19292;p21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3" name="Google Shape;19293;p21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4" name="Google Shape;19294;p21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5" name="Google Shape;19295;p21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6" name="Google Shape;19296;p21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7" name="Google Shape;19297;p21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8" name="Google Shape;19298;p21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9" name="Google Shape;19299;p21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0" name="Google Shape;19300;p21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1" name="Google Shape;19301;p21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2" name="Google Shape;19302;p21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3" name="Google Shape;19303;p21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4" name="Google Shape;19304;p21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5" name="Google Shape;19305;p21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6" name="Google Shape;19306;p21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7" name="Google Shape;19307;p21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8" name="Google Shape;19308;p21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9" name="Google Shape;19309;p21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0" name="Google Shape;19310;p21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1" name="Google Shape;19311;p21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2" name="Google Shape;19312;p21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3" name="Google Shape;19313;p21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4" name="Google Shape;19314;p21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5" name="Google Shape;19315;p21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6" name="Google Shape;19316;p21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7" name="Google Shape;19317;p21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8" name="Google Shape;19318;p21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9" name="Google Shape;19319;p21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0" name="Google Shape;19320;p21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1" name="Google Shape;19321;p21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2" name="Google Shape;19322;p21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3" name="Google Shape;19323;p21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4" name="Google Shape;19324;p21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5" name="Google Shape;19325;p21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6" name="Google Shape;19326;p21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7" name="Google Shape;19327;p21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8" name="Google Shape;19328;p21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9" name="Google Shape;19329;p21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0" name="Google Shape;19330;p21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1" name="Google Shape;19331;p21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2" name="Google Shape;19332;p21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3" name="Google Shape;19333;p21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4" name="Google Shape;19334;p21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5" name="Google Shape;19335;p21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6" name="Google Shape;19336;p21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7" name="Google Shape;19337;p21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8" name="Google Shape;19338;p21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9" name="Google Shape;19339;p21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0" name="Google Shape;19340;p21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1" name="Google Shape;19341;p21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2" name="Google Shape;19342;p21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3" name="Google Shape;19343;p21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4" name="Google Shape;19344;p21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5" name="Google Shape;19345;p21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6" name="Google Shape;19346;p21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7" name="Google Shape;19347;p21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8" name="Google Shape;19348;p21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9" name="Google Shape;19349;p21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0" name="Google Shape;19350;p21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1" name="Google Shape;19351;p21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2" name="Google Shape;19352;p21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3" name="Google Shape;19353;p21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4" name="Google Shape;19354;p21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5" name="Google Shape;19355;p21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6" name="Google Shape;19356;p21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7" name="Google Shape;19357;p21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8" name="Google Shape;19358;p21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9" name="Google Shape;19359;p21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0" name="Google Shape;19360;p21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1" name="Google Shape;19361;p21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2" name="Google Shape;19362;p21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3" name="Google Shape;19363;p21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4" name="Google Shape;19364;p21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5" name="Google Shape;19365;p21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6" name="Google Shape;19366;p21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7" name="Google Shape;19367;p21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8" name="Google Shape;19368;p21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9" name="Google Shape;19369;p21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0" name="Google Shape;19370;p21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1" name="Google Shape;19371;p21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2" name="Google Shape;19372;p21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3" name="Google Shape;19373;p21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4" name="Google Shape;19374;p21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5" name="Google Shape;19375;p21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6" name="Google Shape;19376;p21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7" name="Google Shape;19377;p21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8" name="Google Shape;19378;p21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9" name="Google Shape;19379;p21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0" name="Google Shape;19380;p21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1" name="Google Shape;19381;p21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2" name="Google Shape;19382;p21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3" name="Google Shape;19383;p21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4" name="Google Shape;19384;p21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5" name="Google Shape;19385;p21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6" name="Google Shape;19386;p21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7" name="Google Shape;19387;p21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8" name="Google Shape;19388;p21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9" name="Google Shape;19389;p21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0" name="Google Shape;19390;p21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1" name="Google Shape;19391;p21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2" name="Google Shape;19392;p21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3" name="Google Shape;19393;p21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4" name="Google Shape;19394;p21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5" name="Google Shape;19395;p21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6" name="Google Shape;19396;p21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7" name="Google Shape;19397;p21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8" name="Google Shape;19398;p21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9" name="Google Shape;19399;p21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0" name="Google Shape;19400;p21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1" name="Google Shape;19401;p21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2" name="Google Shape;19402;p21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3" name="Google Shape;19403;p21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4" name="Google Shape;19404;p21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5" name="Google Shape;19405;p21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6" name="Google Shape;19406;p21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7" name="Google Shape;19407;p21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8" name="Google Shape;19408;p21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9" name="Google Shape;19409;p21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0" name="Google Shape;19410;p21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1" name="Google Shape;19411;p21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2" name="Google Shape;19412;p21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3" name="Google Shape;19413;p21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4" name="Google Shape;19414;p21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5" name="Google Shape;19415;p21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6" name="Google Shape;19416;p21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7" name="Google Shape;19417;p21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8" name="Google Shape;19418;p21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9" name="Google Shape;19419;p21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0" name="Google Shape;19420;p21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1" name="Google Shape;19421;p21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2" name="Google Shape;19422;p21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3" name="Google Shape;19423;p21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4" name="Google Shape;19424;p21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5" name="Google Shape;19425;p21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6" name="Google Shape;19426;p21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7" name="Google Shape;19427;p21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8" name="Google Shape;19428;p21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9" name="Google Shape;19429;p21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0" name="Google Shape;19430;p21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1" name="Google Shape;19431;p21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2" name="Google Shape;19432;p21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3" name="Google Shape;19433;p21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4" name="Google Shape;19434;p21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5" name="Google Shape;19435;p21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6" name="Google Shape;19436;p21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7" name="Google Shape;19437;p21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8" name="Google Shape;19438;p21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9" name="Google Shape;19439;p21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0" name="Google Shape;19440;p21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1" name="Google Shape;19441;p21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2" name="Google Shape;19442;p21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3" name="Google Shape;19443;p21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4" name="Google Shape;19444;p21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5" name="Google Shape;19445;p21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6" name="Google Shape;19446;p21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7" name="Google Shape;19447;p21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8" name="Google Shape;19448;p21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9" name="Google Shape;19449;p21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0" name="Google Shape;19450;p21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1" name="Google Shape;19451;p21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2" name="Google Shape;19452;p21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3" name="Google Shape;19453;p21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4" name="Google Shape;19454;p21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5" name="Google Shape;19455;p21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6" name="Google Shape;19456;p21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7" name="Google Shape;19457;p21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8" name="Google Shape;19458;p21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9" name="Google Shape;19459;p21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0" name="Google Shape;19460;p21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1" name="Google Shape;19461;p21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2" name="Google Shape;19462;p21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3" name="Google Shape;19463;p21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4" name="Google Shape;19464;p21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5" name="Google Shape;19465;p21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6" name="Google Shape;19466;p21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7" name="Google Shape;19467;p21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8" name="Google Shape;19468;p21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9" name="Google Shape;19469;p21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0" name="Google Shape;19470;p21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1" name="Google Shape;19471;p21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2" name="Google Shape;19472;p21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3" name="Google Shape;19473;p21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4" name="Google Shape;19474;p21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5" name="Google Shape;19475;p21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6" name="Google Shape;19476;p21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7" name="Google Shape;19477;p21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8" name="Google Shape;19478;p21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9" name="Google Shape;19479;p21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0" name="Google Shape;19480;p21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1" name="Google Shape;19481;p21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2" name="Google Shape;19482;p21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3" name="Google Shape;19483;p21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4" name="Google Shape;19484;p21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5" name="Google Shape;19485;p21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6" name="Google Shape;19486;p21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7" name="Google Shape;19487;p21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8" name="Google Shape;19488;p21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9" name="Google Shape;19489;p21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0" name="Google Shape;19490;p21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1" name="Google Shape;19491;p21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2" name="Google Shape;19492;p21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3" name="Google Shape;19493;p21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4" name="Google Shape;19494;p21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5" name="Google Shape;19495;p21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6" name="Google Shape;19496;p21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7" name="Google Shape;19497;p21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8" name="Google Shape;19498;p21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9" name="Google Shape;19499;p21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0" name="Google Shape;19500;p21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1" name="Google Shape;19501;p21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2" name="Google Shape;19502;p21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3" name="Google Shape;19503;p21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4" name="Google Shape;19504;p21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5" name="Google Shape;19505;p21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6" name="Google Shape;19506;p21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7" name="Google Shape;19507;p21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8" name="Google Shape;19508;p21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9" name="Google Shape;19509;p21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0" name="Google Shape;19510;p21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1" name="Google Shape;19511;p21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2" name="Google Shape;19512;p21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3" name="Google Shape;19513;p21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4" name="Google Shape;19514;p21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5" name="Google Shape;19515;p21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6" name="Google Shape;19516;p21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7" name="Google Shape;19517;p21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8" name="Google Shape;19518;p21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9" name="Google Shape;19519;p21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0" name="Google Shape;19520;p21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1" name="Google Shape;19521;p21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2" name="Google Shape;19522;p21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3" name="Google Shape;19523;p21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4" name="Google Shape;19524;p21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5" name="Google Shape;19525;p21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6" name="Google Shape;19526;p21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7" name="Google Shape;19527;p21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8" name="Google Shape;19528;p21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9" name="Google Shape;19529;p21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0" name="Google Shape;19530;p21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1" name="Google Shape;19531;p21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2" name="Google Shape;19532;p21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3" name="Google Shape;19533;p21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4" name="Google Shape;19534;p21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5" name="Google Shape;19535;p21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6" name="Google Shape;19536;p21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7" name="Google Shape;19537;p21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8" name="Google Shape;19538;p21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9" name="Google Shape;19539;p21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0" name="Google Shape;19540;p21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1" name="Google Shape;19541;p21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2" name="Google Shape;19542;p21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3" name="Google Shape;19543;p21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4" name="Google Shape;19544;p21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5" name="Google Shape;19545;p21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6" name="Google Shape;19546;p21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7" name="Google Shape;19547;p21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8" name="Google Shape;19548;p21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9" name="Google Shape;19549;p21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0" name="Google Shape;19550;p21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1" name="Google Shape;19551;p21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2" name="Google Shape;19552;p21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3" name="Google Shape;19553;p21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4" name="Google Shape;19554;p21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5" name="Google Shape;19555;p21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6" name="Google Shape;19556;p21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7" name="Google Shape;19557;p21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8" name="Google Shape;19558;p21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9" name="Google Shape;19559;p21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0" name="Google Shape;19560;p21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1" name="Google Shape;19561;p21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2" name="Google Shape;19562;p21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3" name="Google Shape;19563;p21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4" name="Google Shape;19564;p21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5" name="Google Shape;19565;p21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6" name="Google Shape;19566;p21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7" name="Google Shape;19567;p21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8" name="Google Shape;19568;p21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9" name="Google Shape;19569;p21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0" name="Google Shape;19570;p21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1" name="Google Shape;19571;p21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2" name="Google Shape;19572;p21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3" name="Google Shape;19573;p21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4" name="Google Shape;19574;p21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5" name="Google Shape;19575;p21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6" name="Google Shape;19576;p21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7" name="Google Shape;19577;p21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8" name="Google Shape;19578;p21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9" name="Google Shape;19579;p21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0" name="Google Shape;19580;p21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1" name="Google Shape;19581;p21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2" name="Google Shape;19582;p21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3" name="Google Shape;19583;p21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4" name="Google Shape;19584;p21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5" name="Google Shape;19585;p21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6" name="Google Shape;19586;p21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7" name="Google Shape;19587;p21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8" name="Google Shape;19588;p21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9" name="Google Shape;19589;p21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0" name="Google Shape;19590;p21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1" name="Google Shape;19591;p21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2" name="Google Shape;19592;p21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3" name="Google Shape;19593;p21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4" name="Google Shape;19594;p21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5" name="Google Shape;19595;p21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6" name="Google Shape;19596;p21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7" name="Google Shape;19597;p21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8" name="Google Shape;19598;p21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9" name="Google Shape;19599;p21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0" name="Google Shape;19600;p21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1" name="Google Shape;19601;p21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2" name="Google Shape;19602;p21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3" name="Google Shape;19603;p21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4" name="Google Shape;19604;p21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5" name="Google Shape;19605;p21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6" name="Google Shape;19606;p21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7" name="Google Shape;19607;p21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8" name="Google Shape;19608;p21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9" name="Google Shape;19609;p21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0" name="Google Shape;19610;p21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1" name="Google Shape;19611;p21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2" name="Google Shape;19612;p21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3" name="Google Shape;19613;p21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4" name="Google Shape;19614;p21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5" name="Google Shape;19615;p21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6" name="Google Shape;19616;p21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7" name="Google Shape;19617;p21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8" name="Google Shape;19618;p21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9" name="Google Shape;19619;p21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0" name="Google Shape;19620;p21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1" name="Google Shape;19621;p21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2" name="Google Shape;19622;p21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3" name="Google Shape;19623;p21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4" name="Google Shape;19624;p21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5" name="Google Shape;19625;p21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6" name="Google Shape;19626;p21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7" name="Google Shape;19627;p21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8" name="Google Shape;19628;p21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9" name="Google Shape;19629;p21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0" name="Google Shape;19630;p21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1" name="Google Shape;19631;p21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2" name="Google Shape;19632;p21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3" name="Google Shape;19633;p21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4" name="Google Shape;19634;p21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5" name="Google Shape;19635;p21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6" name="Google Shape;19636;p21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7" name="Google Shape;19637;p21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8" name="Google Shape;19638;p21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9" name="Google Shape;19639;p21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0" name="Google Shape;19640;p21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1" name="Google Shape;19641;p21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2" name="Google Shape;19642;p21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3" name="Google Shape;19643;p21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4" name="Google Shape;19644;p21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5" name="Google Shape;19645;p21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6" name="Google Shape;19646;p21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7" name="Google Shape;19647;p21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8" name="Google Shape;19648;p21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9" name="Google Shape;19649;p21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0" name="Google Shape;19650;p21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1" name="Google Shape;19651;p21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2" name="Google Shape;19652;p21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3" name="Google Shape;19653;p21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4" name="Google Shape;19654;p21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5" name="Google Shape;19655;p21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6" name="Google Shape;19656;p21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7" name="Google Shape;19657;p21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8" name="Google Shape;19658;p21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9" name="Google Shape;19659;p21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0" name="Google Shape;19660;p21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1" name="Google Shape;19661;p21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2" name="Google Shape;19662;p21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3" name="Google Shape;19663;p21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4" name="Google Shape;19664;p21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5" name="Google Shape;19665;p21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6" name="Google Shape;19666;p21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7" name="Google Shape;19667;p21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8" name="Google Shape;19668;p21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9" name="Google Shape;19669;p21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0" name="Google Shape;19670;p21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1" name="Google Shape;19671;p21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2" name="Google Shape;19672;p21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3" name="Google Shape;19673;p21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4" name="Google Shape;19674;p21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5" name="Google Shape;19675;p21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6" name="Google Shape;19676;p21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7" name="Google Shape;19677;p21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8" name="Google Shape;19678;p21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9" name="Google Shape;19679;p21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0" name="Google Shape;19680;p21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1" name="Google Shape;19681;p21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2" name="Google Shape;19682;p21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3" name="Google Shape;19683;p21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4" name="Google Shape;19684;p21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5" name="Google Shape;19685;p21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6" name="Google Shape;19686;p21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7" name="Google Shape;19687;p21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8" name="Google Shape;19688;p21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9" name="Google Shape;19689;p21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0" name="Google Shape;19690;p21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1" name="Google Shape;19691;p21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2" name="Google Shape;19692;p21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3" name="Google Shape;19693;p21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4" name="Google Shape;19694;p21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5" name="Google Shape;19695;p21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6" name="Google Shape;19696;p21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7" name="Google Shape;19697;p21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8" name="Google Shape;19698;p21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9" name="Google Shape;19699;p21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0" name="Google Shape;19700;p21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1" name="Google Shape;19701;p21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2" name="Google Shape;19702;p21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3" name="Google Shape;19703;p21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4" name="Google Shape;19704;p21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5" name="Google Shape;19705;p21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6" name="Google Shape;19706;p21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7" name="Google Shape;19707;p21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8" name="Google Shape;19708;p21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9" name="Google Shape;19709;p21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0" name="Google Shape;19710;p21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1" name="Google Shape;19711;p21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2" name="Google Shape;19712;p21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3" name="Google Shape;19713;p21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4" name="Google Shape;19714;p21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5" name="Google Shape;19715;p21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6" name="Google Shape;19716;p21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7" name="Google Shape;19717;p21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8" name="Google Shape;19718;p21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9" name="Google Shape;19719;p21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0" name="Google Shape;19720;p21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1" name="Google Shape;19721;p21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2" name="Google Shape;19722;p21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3" name="Google Shape;19723;p21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4" name="Google Shape;19724;p21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5" name="Google Shape;19725;p21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6" name="Google Shape;19726;p21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7" name="Google Shape;19727;p21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8" name="Google Shape;19728;p21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9" name="Google Shape;19729;p21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0" name="Google Shape;19730;p21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1" name="Google Shape;19731;p21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2" name="Google Shape;19732;p21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3" name="Google Shape;19733;p21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4" name="Google Shape;19734;p21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5" name="Google Shape;19735;p21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6" name="Google Shape;19736;p21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7" name="Google Shape;19737;p21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8" name="Google Shape;19738;p21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9" name="Google Shape;19739;p21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0" name="Google Shape;19740;p21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1" name="Google Shape;19741;p21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2" name="Google Shape;19742;p21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3" name="Google Shape;19743;p21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4" name="Google Shape;19744;p21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5" name="Google Shape;19745;p21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6" name="Google Shape;19746;p21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7" name="Google Shape;19747;p21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748" name="Google Shape;19748;p21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9" name="Google Shape;19749;p21"/>
          <p:cNvSpPr txBox="1"/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9750" name="Google Shape;19750;p21"/>
          <p:cNvSpPr txBox="1"/>
          <p:nvPr>
            <p:ph idx="1" type="subTitle"/>
          </p:nvPr>
        </p:nvSpPr>
        <p:spPr>
          <a:xfrm>
            <a:off x="5660358" y="1771000"/>
            <a:ext cx="24045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9751" name="Google Shape;19751;p21"/>
          <p:cNvSpPr txBox="1"/>
          <p:nvPr>
            <p:ph idx="2" type="subTitle"/>
          </p:nvPr>
        </p:nvSpPr>
        <p:spPr>
          <a:xfrm>
            <a:off x="5657950" y="2124950"/>
            <a:ext cx="2404500" cy="139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TITLE_ONLY_1">
    <p:spTree>
      <p:nvGrpSpPr>
        <p:cNvPr id="19752" name="Shape 19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53" name="Google Shape;19753;p22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19754" name="Google Shape;19754;p22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5" name="Google Shape;19755;p22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6" name="Google Shape;19756;p22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7" name="Google Shape;19757;p22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8" name="Google Shape;19758;p22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9" name="Google Shape;19759;p22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0" name="Google Shape;19760;p22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1" name="Google Shape;19761;p22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2" name="Google Shape;19762;p22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3" name="Google Shape;19763;p22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4" name="Google Shape;19764;p22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5" name="Google Shape;19765;p22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6" name="Google Shape;19766;p22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7" name="Google Shape;19767;p22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8" name="Google Shape;19768;p22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9" name="Google Shape;19769;p22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0" name="Google Shape;19770;p22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1" name="Google Shape;19771;p22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2" name="Google Shape;19772;p22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3" name="Google Shape;19773;p22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4" name="Google Shape;19774;p22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5" name="Google Shape;19775;p22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6" name="Google Shape;19776;p22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7" name="Google Shape;19777;p22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8" name="Google Shape;19778;p22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9" name="Google Shape;19779;p22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0" name="Google Shape;19780;p22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1" name="Google Shape;19781;p22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2" name="Google Shape;19782;p22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3" name="Google Shape;19783;p22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4" name="Google Shape;19784;p22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5" name="Google Shape;19785;p22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6" name="Google Shape;19786;p22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7" name="Google Shape;19787;p22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8" name="Google Shape;19788;p22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9" name="Google Shape;19789;p22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0" name="Google Shape;19790;p22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1" name="Google Shape;19791;p22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2" name="Google Shape;19792;p22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3" name="Google Shape;19793;p22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4" name="Google Shape;19794;p22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5" name="Google Shape;19795;p22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6" name="Google Shape;19796;p22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7" name="Google Shape;19797;p22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8" name="Google Shape;19798;p22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9" name="Google Shape;19799;p22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0" name="Google Shape;19800;p22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1" name="Google Shape;19801;p22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2" name="Google Shape;19802;p22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3" name="Google Shape;19803;p22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4" name="Google Shape;19804;p22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5" name="Google Shape;19805;p22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6" name="Google Shape;19806;p22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7" name="Google Shape;19807;p22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8" name="Google Shape;19808;p22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9" name="Google Shape;19809;p22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0" name="Google Shape;19810;p22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1" name="Google Shape;19811;p22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2" name="Google Shape;19812;p22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3" name="Google Shape;19813;p22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4" name="Google Shape;19814;p22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5" name="Google Shape;19815;p22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6" name="Google Shape;19816;p22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7" name="Google Shape;19817;p22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8" name="Google Shape;19818;p22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9" name="Google Shape;19819;p22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0" name="Google Shape;19820;p22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1" name="Google Shape;19821;p22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2" name="Google Shape;19822;p22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3" name="Google Shape;19823;p22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4" name="Google Shape;19824;p22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5" name="Google Shape;19825;p22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6" name="Google Shape;19826;p22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7" name="Google Shape;19827;p22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8" name="Google Shape;19828;p22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9" name="Google Shape;19829;p22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0" name="Google Shape;19830;p22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1" name="Google Shape;19831;p22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2" name="Google Shape;19832;p22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3" name="Google Shape;19833;p22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4" name="Google Shape;19834;p22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5" name="Google Shape;19835;p22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6" name="Google Shape;19836;p22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7" name="Google Shape;19837;p22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8" name="Google Shape;19838;p22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9" name="Google Shape;19839;p22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0" name="Google Shape;19840;p22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1" name="Google Shape;19841;p22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2" name="Google Shape;19842;p22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3" name="Google Shape;19843;p22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4" name="Google Shape;19844;p22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5" name="Google Shape;19845;p22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6" name="Google Shape;19846;p22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7" name="Google Shape;19847;p22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8" name="Google Shape;19848;p22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9" name="Google Shape;19849;p22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0" name="Google Shape;19850;p22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1" name="Google Shape;19851;p22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2" name="Google Shape;19852;p22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3" name="Google Shape;19853;p22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4" name="Google Shape;19854;p22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5" name="Google Shape;19855;p22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6" name="Google Shape;19856;p22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7" name="Google Shape;19857;p22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8" name="Google Shape;19858;p22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9" name="Google Shape;19859;p22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0" name="Google Shape;19860;p22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1" name="Google Shape;19861;p22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2" name="Google Shape;19862;p22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3" name="Google Shape;19863;p22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4" name="Google Shape;19864;p22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5" name="Google Shape;19865;p22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6" name="Google Shape;19866;p22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7" name="Google Shape;19867;p22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8" name="Google Shape;19868;p22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9" name="Google Shape;19869;p22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0" name="Google Shape;19870;p22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1" name="Google Shape;19871;p22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2" name="Google Shape;19872;p22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3" name="Google Shape;19873;p22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4" name="Google Shape;19874;p22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5" name="Google Shape;19875;p22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6" name="Google Shape;19876;p22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7" name="Google Shape;19877;p22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8" name="Google Shape;19878;p22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9" name="Google Shape;19879;p22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0" name="Google Shape;19880;p22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1" name="Google Shape;19881;p22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2" name="Google Shape;19882;p22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3" name="Google Shape;19883;p22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4" name="Google Shape;19884;p22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5" name="Google Shape;19885;p22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6" name="Google Shape;19886;p22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7" name="Google Shape;19887;p22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8" name="Google Shape;19888;p22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9" name="Google Shape;19889;p22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0" name="Google Shape;19890;p22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1" name="Google Shape;19891;p22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2" name="Google Shape;19892;p22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3" name="Google Shape;19893;p22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4" name="Google Shape;19894;p22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5" name="Google Shape;19895;p22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6" name="Google Shape;19896;p22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7" name="Google Shape;19897;p22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8" name="Google Shape;19898;p22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9" name="Google Shape;19899;p22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0" name="Google Shape;19900;p22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1" name="Google Shape;19901;p22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2" name="Google Shape;19902;p22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3" name="Google Shape;19903;p22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4" name="Google Shape;19904;p22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5" name="Google Shape;19905;p22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6" name="Google Shape;19906;p22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7" name="Google Shape;19907;p22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8" name="Google Shape;19908;p22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9" name="Google Shape;19909;p22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0" name="Google Shape;19910;p22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1" name="Google Shape;19911;p22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2" name="Google Shape;19912;p22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3" name="Google Shape;19913;p22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4" name="Google Shape;19914;p22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5" name="Google Shape;19915;p22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6" name="Google Shape;19916;p22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7" name="Google Shape;19917;p22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8" name="Google Shape;19918;p22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9" name="Google Shape;19919;p22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0" name="Google Shape;19920;p22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1" name="Google Shape;19921;p22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2" name="Google Shape;19922;p22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3" name="Google Shape;19923;p22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4" name="Google Shape;19924;p22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5" name="Google Shape;19925;p22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6" name="Google Shape;19926;p22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7" name="Google Shape;19927;p22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8" name="Google Shape;19928;p22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9" name="Google Shape;19929;p22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0" name="Google Shape;19930;p22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1" name="Google Shape;19931;p22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2" name="Google Shape;19932;p22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3" name="Google Shape;19933;p22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4" name="Google Shape;19934;p22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5" name="Google Shape;19935;p22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6" name="Google Shape;19936;p22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7" name="Google Shape;19937;p22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8" name="Google Shape;19938;p22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9" name="Google Shape;19939;p22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0" name="Google Shape;19940;p22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1" name="Google Shape;19941;p22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2" name="Google Shape;19942;p22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3" name="Google Shape;19943;p22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4" name="Google Shape;19944;p22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5" name="Google Shape;19945;p22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6" name="Google Shape;19946;p22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7" name="Google Shape;19947;p22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8" name="Google Shape;19948;p22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9" name="Google Shape;19949;p22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0" name="Google Shape;19950;p22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1" name="Google Shape;19951;p22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2" name="Google Shape;19952;p22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3" name="Google Shape;19953;p22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4" name="Google Shape;19954;p22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5" name="Google Shape;19955;p22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6" name="Google Shape;19956;p22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7" name="Google Shape;19957;p22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8" name="Google Shape;19958;p22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9" name="Google Shape;19959;p22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0" name="Google Shape;19960;p22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1" name="Google Shape;19961;p22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2" name="Google Shape;19962;p22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3" name="Google Shape;19963;p22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4" name="Google Shape;19964;p22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5" name="Google Shape;19965;p22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6" name="Google Shape;19966;p22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7" name="Google Shape;19967;p22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8" name="Google Shape;19968;p22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9" name="Google Shape;19969;p22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0" name="Google Shape;19970;p22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1" name="Google Shape;19971;p22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2" name="Google Shape;19972;p22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3" name="Google Shape;19973;p22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4" name="Google Shape;19974;p22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5" name="Google Shape;19975;p22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6" name="Google Shape;19976;p22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7" name="Google Shape;19977;p22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8" name="Google Shape;19978;p22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9" name="Google Shape;19979;p22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0" name="Google Shape;19980;p22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1" name="Google Shape;19981;p22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2" name="Google Shape;19982;p22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3" name="Google Shape;19983;p22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4" name="Google Shape;19984;p22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5" name="Google Shape;19985;p22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6" name="Google Shape;19986;p22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7" name="Google Shape;19987;p22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8" name="Google Shape;19988;p22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9" name="Google Shape;19989;p22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0" name="Google Shape;19990;p22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1" name="Google Shape;19991;p22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2" name="Google Shape;19992;p22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3" name="Google Shape;19993;p22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4" name="Google Shape;19994;p22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5" name="Google Shape;19995;p22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6" name="Google Shape;19996;p22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7" name="Google Shape;19997;p22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8" name="Google Shape;19998;p22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9" name="Google Shape;19999;p22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0" name="Google Shape;20000;p22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1" name="Google Shape;20001;p22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2" name="Google Shape;20002;p22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3" name="Google Shape;20003;p22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4" name="Google Shape;20004;p22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5" name="Google Shape;20005;p22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6" name="Google Shape;20006;p22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7" name="Google Shape;20007;p22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8" name="Google Shape;20008;p22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9" name="Google Shape;20009;p22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0" name="Google Shape;20010;p22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1" name="Google Shape;20011;p22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2" name="Google Shape;20012;p22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3" name="Google Shape;20013;p22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4" name="Google Shape;20014;p22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5" name="Google Shape;20015;p22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6" name="Google Shape;20016;p22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7" name="Google Shape;20017;p22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8" name="Google Shape;20018;p22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9" name="Google Shape;20019;p22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0" name="Google Shape;20020;p22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1" name="Google Shape;20021;p22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2" name="Google Shape;20022;p22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3" name="Google Shape;20023;p22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4" name="Google Shape;20024;p22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5" name="Google Shape;20025;p22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6" name="Google Shape;20026;p22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7" name="Google Shape;20027;p22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8" name="Google Shape;20028;p22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9" name="Google Shape;20029;p22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0" name="Google Shape;20030;p22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1" name="Google Shape;20031;p22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2" name="Google Shape;20032;p22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3" name="Google Shape;20033;p22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4" name="Google Shape;20034;p22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5" name="Google Shape;20035;p22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6" name="Google Shape;20036;p22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7" name="Google Shape;20037;p22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8" name="Google Shape;20038;p22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9" name="Google Shape;20039;p22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0" name="Google Shape;20040;p22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1" name="Google Shape;20041;p22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2" name="Google Shape;20042;p22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3" name="Google Shape;20043;p22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4" name="Google Shape;20044;p22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5" name="Google Shape;20045;p22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6" name="Google Shape;20046;p22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7" name="Google Shape;20047;p22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8" name="Google Shape;20048;p22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9" name="Google Shape;20049;p22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0" name="Google Shape;20050;p22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1" name="Google Shape;20051;p22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2" name="Google Shape;20052;p22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3" name="Google Shape;20053;p22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4" name="Google Shape;20054;p22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5" name="Google Shape;20055;p22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6" name="Google Shape;20056;p22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7" name="Google Shape;20057;p22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8" name="Google Shape;20058;p22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9" name="Google Shape;20059;p22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0" name="Google Shape;20060;p22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1" name="Google Shape;20061;p22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2" name="Google Shape;20062;p22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3" name="Google Shape;20063;p22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4" name="Google Shape;20064;p22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5" name="Google Shape;20065;p22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6" name="Google Shape;20066;p22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7" name="Google Shape;20067;p22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8" name="Google Shape;20068;p22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9" name="Google Shape;20069;p22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0" name="Google Shape;20070;p22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1" name="Google Shape;20071;p22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2" name="Google Shape;20072;p22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3" name="Google Shape;20073;p22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4" name="Google Shape;20074;p22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5" name="Google Shape;20075;p22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6" name="Google Shape;20076;p22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7" name="Google Shape;20077;p22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8" name="Google Shape;20078;p22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9" name="Google Shape;20079;p22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0" name="Google Shape;20080;p22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1" name="Google Shape;20081;p22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2" name="Google Shape;20082;p22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3" name="Google Shape;20083;p22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4" name="Google Shape;20084;p22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5" name="Google Shape;20085;p22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6" name="Google Shape;20086;p22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7" name="Google Shape;20087;p22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8" name="Google Shape;20088;p22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9" name="Google Shape;20089;p22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0" name="Google Shape;20090;p22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1" name="Google Shape;20091;p22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2" name="Google Shape;20092;p22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3" name="Google Shape;20093;p22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4" name="Google Shape;20094;p22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5" name="Google Shape;20095;p22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6" name="Google Shape;20096;p22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7" name="Google Shape;20097;p22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8" name="Google Shape;20098;p22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9" name="Google Shape;20099;p22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0" name="Google Shape;20100;p22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1" name="Google Shape;20101;p22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2" name="Google Shape;20102;p22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3" name="Google Shape;20103;p22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4" name="Google Shape;20104;p22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5" name="Google Shape;20105;p22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6" name="Google Shape;20106;p22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7" name="Google Shape;20107;p22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8" name="Google Shape;20108;p22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9" name="Google Shape;20109;p22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0" name="Google Shape;20110;p22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1" name="Google Shape;20111;p22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2" name="Google Shape;20112;p22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3" name="Google Shape;20113;p22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4" name="Google Shape;20114;p22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5" name="Google Shape;20115;p22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6" name="Google Shape;20116;p22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7" name="Google Shape;20117;p22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8" name="Google Shape;20118;p22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9" name="Google Shape;20119;p22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0" name="Google Shape;20120;p22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1" name="Google Shape;20121;p22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2" name="Google Shape;20122;p22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3" name="Google Shape;20123;p22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4" name="Google Shape;20124;p22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5" name="Google Shape;20125;p22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6" name="Google Shape;20126;p22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7" name="Google Shape;20127;p22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8" name="Google Shape;20128;p22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9" name="Google Shape;20129;p22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0" name="Google Shape;20130;p22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1" name="Google Shape;20131;p22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2" name="Google Shape;20132;p22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3" name="Google Shape;20133;p22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4" name="Google Shape;20134;p22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5" name="Google Shape;20135;p22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6" name="Google Shape;20136;p22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7" name="Google Shape;20137;p22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8" name="Google Shape;20138;p22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9" name="Google Shape;20139;p22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0" name="Google Shape;20140;p22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1" name="Google Shape;20141;p22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2" name="Google Shape;20142;p22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3" name="Google Shape;20143;p22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4" name="Google Shape;20144;p22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5" name="Google Shape;20145;p22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6" name="Google Shape;20146;p22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7" name="Google Shape;20147;p22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8" name="Google Shape;20148;p22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9" name="Google Shape;20149;p22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0" name="Google Shape;20150;p22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1" name="Google Shape;20151;p22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2" name="Google Shape;20152;p22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3" name="Google Shape;20153;p22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4" name="Google Shape;20154;p22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5" name="Google Shape;20155;p22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6" name="Google Shape;20156;p22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7" name="Google Shape;20157;p22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8" name="Google Shape;20158;p22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9" name="Google Shape;20159;p22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0" name="Google Shape;20160;p22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1" name="Google Shape;20161;p22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2" name="Google Shape;20162;p22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3" name="Google Shape;20163;p22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4" name="Google Shape;20164;p22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5" name="Google Shape;20165;p22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6" name="Google Shape;20166;p22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7" name="Google Shape;20167;p22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8" name="Google Shape;20168;p22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9" name="Google Shape;20169;p22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0" name="Google Shape;20170;p22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1" name="Google Shape;20171;p22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2" name="Google Shape;20172;p22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3" name="Google Shape;20173;p22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4" name="Google Shape;20174;p22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5" name="Google Shape;20175;p22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6" name="Google Shape;20176;p22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7" name="Google Shape;20177;p22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8" name="Google Shape;20178;p22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9" name="Google Shape;20179;p22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0" name="Google Shape;20180;p22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1" name="Google Shape;20181;p22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2" name="Google Shape;20182;p22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3" name="Google Shape;20183;p22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4" name="Google Shape;20184;p22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5" name="Google Shape;20185;p22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6" name="Google Shape;20186;p22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7" name="Google Shape;20187;p22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8" name="Google Shape;20188;p22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9" name="Google Shape;20189;p22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0" name="Google Shape;20190;p22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1" name="Google Shape;20191;p22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2" name="Google Shape;20192;p22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3" name="Google Shape;20193;p22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4" name="Google Shape;20194;p22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5" name="Google Shape;20195;p22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6" name="Google Shape;20196;p22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7" name="Google Shape;20197;p22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8" name="Google Shape;20198;p22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9" name="Google Shape;20199;p22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0" name="Google Shape;20200;p22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1" name="Google Shape;20201;p22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2" name="Google Shape;20202;p22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3" name="Google Shape;20203;p22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4" name="Google Shape;20204;p22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5" name="Google Shape;20205;p22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6" name="Google Shape;20206;p22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7" name="Google Shape;20207;p22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8" name="Google Shape;20208;p22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9" name="Google Shape;20209;p22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0" name="Google Shape;20210;p22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1" name="Google Shape;20211;p22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2" name="Google Shape;20212;p22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3" name="Google Shape;20213;p22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4" name="Google Shape;20214;p22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5" name="Google Shape;20215;p22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6" name="Google Shape;20216;p22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7" name="Google Shape;20217;p22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8" name="Google Shape;20218;p22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9" name="Google Shape;20219;p22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0" name="Google Shape;20220;p22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1" name="Google Shape;20221;p22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2" name="Google Shape;20222;p22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3" name="Google Shape;20223;p22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4" name="Google Shape;20224;p22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5" name="Google Shape;20225;p22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6" name="Google Shape;20226;p22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7" name="Google Shape;20227;p22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8" name="Google Shape;20228;p22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9" name="Google Shape;20229;p22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0" name="Google Shape;20230;p22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1" name="Google Shape;20231;p22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2" name="Google Shape;20232;p22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3" name="Google Shape;20233;p22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4" name="Google Shape;20234;p22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5" name="Google Shape;20235;p22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6" name="Google Shape;20236;p22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7" name="Google Shape;20237;p22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8" name="Google Shape;20238;p22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9" name="Google Shape;20239;p22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0" name="Google Shape;20240;p22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1" name="Google Shape;20241;p22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2" name="Google Shape;20242;p22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3" name="Google Shape;20243;p22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4" name="Google Shape;20244;p22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5" name="Google Shape;20245;p22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6" name="Google Shape;20246;p22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7" name="Google Shape;20247;p22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8" name="Google Shape;20248;p22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9" name="Google Shape;20249;p22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0" name="Google Shape;20250;p22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1" name="Google Shape;20251;p22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2" name="Google Shape;20252;p22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3" name="Google Shape;20253;p22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4" name="Google Shape;20254;p22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5" name="Google Shape;20255;p22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6" name="Google Shape;20256;p22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7" name="Google Shape;20257;p22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8" name="Google Shape;20258;p22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9" name="Google Shape;20259;p22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0" name="Google Shape;20260;p22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1" name="Google Shape;20261;p22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2" name="Google Shape;20262;p22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3" name="Google Shape;20263;p22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4" name="Google Shape;20264;p22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5" name="Google Shape;20265;p22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6" name="Google Shape;20266;p22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7" name="Google Shape;20267;p22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8" name="Google Shape;20268;p22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9" name="Google Shape;20269;p22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0" name="Google Shape;20270;p22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1" name="Google Shape;20271;p22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2" name="Google Shape;20272;p22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3" name="Google Shape;20273;p22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4" name="Google Shape;20274;p22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5" name="Google Shape;20275;p22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6" name="Google Shape;20276;p22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7" name="Google Shape;20277;p22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8" name="Google Shape;20278;p22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9" name="Google Shape;20279;p22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0" name="Google Shape;20280;p22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1" name="Google Shape;20281;p22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2" name="Google Shape;20282;p22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3" name="Google Shape;20283;p22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4" name="Google Shape;20284;p22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5" name="Google Shape;20285;p22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6" name="Google Shape;20286;p22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7" name="Google Shape;20287;p22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8" name="Google Shape;20288;p22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9" name="Google Shape;20289;p22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0" name="Google Shape;20290;p22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1" name="Google Shape;20291;p22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2" name="Google Shape;20292;p22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3" name="Google Shape;20293;p22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4" name="Google Shape;20294;p22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5" name="Google Shape;20295;p22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6" name="Google Shape;20296;p22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7" name="Google Shape;20297;p22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8" name="Google Shape;20298;p22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9" name="Google Shape;20299;p22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0" name="Google Shape;20300;p22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1" name="Google Shape;20301;p22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2" name="Google Shape;20302;p22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3" name="Google Shape;20303;p22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4" name="Google Shape;20304;p22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5" name="Google Shape;20305;p22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6" name="Google Shape;20306;p22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7" name="Google Shape;20307;p22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8" name="Google Shape;20308;p22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9" name="Google Shape;20309;p22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0" name="Google Shape;20310;p22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1" name="Google Shape;20311;p22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2" name="Google Shape;20312;p22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3" name="Google Shape;20313;p22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4" name="Google Shape;20314;p22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5" name="Google Shape;20315;p22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6" name="Google Shape;20316;p22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7" name="Google Shape;20317;p22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8" name="Google Shape;20318;p22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9" name="Google Shape;20319;p22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0" name="Google Shape;20320;p22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1" name="Google Shape;20321;p22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2" name="Google Shape;20322;p22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3" name="Google Shape;20323;p22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4" name="Google Shape;20324;p22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5" name="Google Shape;20325;p22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6" name="Google Shape;20326;p22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7" name="Google Shape;20327;p22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8" name="Google Shape;20328;p22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9" name="Google Shape;20329;p22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0" name="Google Shape;20330;p22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1" name="Google Shape;20331;p22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2" name="Google Shape;20332;p22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3" name="Google Shape;20333;p22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4" name="Google Shape;20334;p22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5" name="Google Shape;20335;p22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6" name="Google Shape;20336;p22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7" name="Google Shape;20337;p22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8" name="Google Shape;20338;p22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9" name="Google Shape;20339;p22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0" name="Google Shape;20340;p22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1" name="Google Shape;20341;p22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2" name="Google Shape;20342;p22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3" name="Google Shape;20343;p22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4" name="Google Shape;20344;p22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5" name="Google Shape;20345;p22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6" name="Google Shape;20346;p22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7" name="Google Shape;20347;p22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8" name="Google Shape;20348;p22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9" name="Google Shape;20349;p22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0" name="Google Shape;20350;p22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1" name="Google Shape;20351;p22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2" name="Google Shape;20352;p22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3" name="Google Shape;20353;p22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4" name="Google Shape;20354;p22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5" name="Google Shape;20355;p22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6" name="Google Shape;20356;p22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7" name="Google Shape;20357;p22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8" name="Google Shape;20358;p22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9" name="Google Shape;20359;p22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0" name="Google Shape;20360;p22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1" name="Google Shape;20361;p22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2" name="Google Shape;20362;p22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3" name="Google Shape;20363;p22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4" name="Google Shape;20364;p22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5" name="Google Shape;20365;p22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6" name="Google Shape;20366;p22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7" name="Google Shape;20367;p22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8" name="Google Shape;20368;p22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9" name="Google Shape;20369;p22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0" name="Google Shape;20370;p22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1" name="Google Shape;20371;p22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2" name="Google Shape;20372;p22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3" name="Google Shape;20373;p22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4" name="Google Shape;20374;p22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5" name="Google Shape;20375;p22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6" name="Google Shape;20376;p22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7" name="Google Shape;20377;p22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8" name="Google Shape;20378;p22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9" name="Google Shape;20379;p22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0" name="Google Shape;20380;p22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1" name="Google Shape;20381;p22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2" name="Google Shape;20382;p22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3" name="Google Shape;20383;p22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4" name="Google Shape;20384;p22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5" name="Google Shape;20385;p22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6" name="Google Shape;20386;p22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7" name="Google Shape;20387;p22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8" name="Google Shape;20388;p22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9" name="Google Shape;20389;p22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0" name="Google Shape;20390;p22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1" name="Google Shape;20391;p22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2" name="Google Shape;20392;p22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3" name="Google Shape;20393;p22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4" name="Google Shape;20394;p22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5" name="Google Shape;20395;p22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6" name="Google Shape;20396;p22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7" name="Google Shape;20397;p22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8" name="Google Shape;20398;p22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9" name="Google Shape;20399;p22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0" name="Google Shape;20400;p22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1" name="Google Shape;20401;p22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2" name="Google Shape;20402;p22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3" name="Google Shape;20403;p22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4" name="Google Shape;20404;p22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5" name="Google Shape;20405;p22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6" name="Google Shape;20406;p22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7" name="Google Shape;20407;p22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8" name="Google Shape;20408;p22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9" name="Google Shape;20409;p22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0" name="Google Shape;20410;p22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1" name="Google Shape;20411;p22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2" name="Google Shape;20412;p22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3" name="Google Shape;20413;p22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4" name="Google Shape;20414;p22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5" name="Google Shape;20415;p22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6" name="Google Shape;20416;p22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7" name="Google Shape;20417;p22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8" name="Google Shape;20418;p22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9" name="Google Shape;20419;p22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0" name="Google Shape;20420;p22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1" name="Google Shape;20421;p22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2" name="Google Shape;20422;p22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3" name="Google Shape;20423;p22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4" name="Google Shape;20424;p22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5" name="Google Shape;20425;p22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6" name="Google Shape;20426;p22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7" name="Google Shape;20427;p22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8" name="Google Shape;20428;p22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9" name="Google Shape;20429;p22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0" name="Google Shape;20430;p22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1" name="Google Shape;20431;p22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2" name="Google Shape;20432;p22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3" name="Google Shape;20433;p22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4" name="Google Shape;20434;p22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5" name="Google Shape;20435;p22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6" name="Google Shape;20436;p22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7" name="Google Shape;20437;p22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8" name="Google Shape;20438;p22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9" name="Google Shape;20439;p22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0" name="Google Shape;20440;p22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1" name="Google Shape;20441;p22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2" name="Google Shape;20442;p22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3" name="Google Shape;20443;p22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4" name="Google Shape;20444;p22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5" name="Google Shape;20445;p22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6" name="Google Shape;20446;p22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7" name="Google Shape;20447;p22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8" name="Google Shape;20448;p22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9" name="Google Shape;20449;p22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0" name="Google Shape;20450;p22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1" name="Google Shape;20451;p22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2" name="Google Shape;20452;p22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3" name="Google Shape;20453;p22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4" name="Google Shape;20454;p22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5" name="Google Shape;20455;p22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6" name="Google Shape;20456;p22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7" name="Google Shape;20457;p22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8" name="Google Shape;20458;p22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9" name="Google Shape;20459;p22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0" name="Google Shape;20460;p22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1" name="Google Shape;20461;p22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2" name="Google Shape;20462;p22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3" name="Google Shape;20463;p22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4" name="Google Shape;20464;p22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5" name="Google Shape;20465;p22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6" name="Google Shape;20466;p22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7" name="Google Shape;20467;p22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8" name="Google Shape;20468;p22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9" name="Google Shape;20469;p22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0" name="Google Shape;20470;p22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1" name="Google Shape;20471;p22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2" name="Google Shape;20472;p22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3" name="Google Shape;20473;p22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4" name="Google Shape;20474;p22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5" name="Google Shape;20475;p22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6" name="Google Shape;20476;p22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7" name="Google Shape;20477;p22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8" name="Google Shape;20478;p22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9" name="Google Shape;20479;p22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0" name="Google Shape;20480;p22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1" name="Google Shape;20481;p22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2" name="Google Shape;20482;p22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3" name="Google Shape;20483;p22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4" name="Google Shape;20484;p22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5" name="Google Shape;20485;p22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6" name="Google Shape;20486;p22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7" name="Google Shape;20487;p22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8" name="Google Shape;20488;p22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9" name="Google Shape;20489;p22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0" name="Google Shape;20490;p22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1" name="Google Shape;20491;p22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2" name="Google Shape;20492;p22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3" name="Google Shape;20493;p22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4" name="Google Shape;20494;p22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5" name="Google Shape;20495;p22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6" name="Google Shape;20496;p22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7" name="Google Shape;20497;p22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8" name="Google Shape;20498;p22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9" name="Google Shape;20499;p22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0" name="Google Shape;20500;p22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1" name="Google Shape;20501;p22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2" name="Google Shape;20502;p22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3" name="Google Shape;20503;p22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4" name="Google Shape;20504;p22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5" name="Google Shape;20505;p22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6" name="Google Shape;20506;p22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7" name="Google Shape;20507;p22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8" name="Google Shape;20508;p22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9" name="Google Shape;20509;p22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0" name="Google Shape;20510;p22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1" name="Google Shape;20511;p22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2" name="Google Shape;20512;p22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3" name="Google Shape;20513;p22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4" name="Google Shape;20514;p22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5" name="Google Shape;20515;p22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6" name="Google Shape;20516;p22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7" name="Google Shape;20517;p22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8" name="Google Shape;20518;p22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9" name="Google Shape;20519;p22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0" name="Google Shape;20520;p22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1" name="Google Shape;20521;p22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2" name="Google Shape;20522;p22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3" name="Google Shape;20523;p22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4" name="Google Shape;20524;p22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5" name="Google Shape;20525;p22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6" name="Google Shape;20526;p22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7" name="Google Shape;20527;p22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8" name="Google Shape;20528;p22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9" name="Google Shape;20529;p22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0" name="Google Shape;20530;p22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1" name="Google Shape;20531;p22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2" name="Google Shape;20532;p22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3" name="Google Shape;20533;p22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4" name="Google Shape;20534;p22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5" name="Google Shape;20535;p22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6" name="Google Shape;20536;p22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7" name="Google Shape;20537;p22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8" name="Google Shape;20538;p22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9" name="Google Shape;20539;p22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0" name="Google Shape;20540;p22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1" name="Google Shape;20541;p22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2" name="Google Shape;20542;p22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3" name="Google Shape;20543;p22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4" name="Google Shape;20544;p22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5" name="Google Shape;20545;p22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6" name="Google Shape;20546;p22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7" name="Google Shape;20547;p22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8" name="Google Shape;20548;p22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9" name="Google Shape;20549;p22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0" name="Google Shape;20550;p22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1" name="Google Shape;20551;p22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2" name="Google Shape;20552;p22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3" name="Google Shape;20553;p22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4" name="Google Shape;20554;p22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5" name="Google Shape;20555;p22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6" name="Google Shape;20556;p22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7" name="Google Shape;20557;p22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8" name="Google Shape;20558;p22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9" name="Google Shape;20559;p22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0" name="Google Shape;20560;p22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1" name="Google Shape;20561;p22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2" name="Google Shape;20562;p22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3" name="Google Shape;20563;p22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4" name="Google Shape;20564;p22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5" name="Google Shape;20565;p22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6" name="Google Shape;20566;p22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7" name="Google Shape;20567;p22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8" name="Google Shape;20568;p22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9" name="Google Shape;20569;p22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0" name="Google Shape;20570;p22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1" name="Google Shape;20571;p22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2" name="Google Shape;20572;p22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3" name="Google Shape;20573;p22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4" name="Google Shape;20574;p22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5" name="Google Shape;20575;p22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6" name="Google Shape;20576;p22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7" name="Google Shape;20577;p22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8" name="Google Shape;20578;p22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9" name="Google Shape;20579;p22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0" name="Google Shape;20580;p22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1" name="Google Shape;20581;p22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2" name="Google Shape;20582;p22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3" name="Google Shape;20583;p22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4" name="Google Shape;20584;p22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5" name="Google Shape;20585;p22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6" name="Google Shape;20586;p22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7" name="Google Shape;20587;p22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8" name="Google Shape;20588;p22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9" name="Google Shape;20589;p22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0" name="Google Shape;20590;p22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1" name="Google Shape;20591;p22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2" name="Google Shape;20592;p22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3" name="Google Shape;20593;p22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4" name="Google Shape;20594;p22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5" name="Google Shape;20595;p22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6" name="Google Shape;20596;p22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7" name="Google Shape;20597;p22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8" name="Google Shape;20598;p22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9" name="Google Shape;20599;p22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0" name="Google Shape;20600;p22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1" name="Google Shape;20601;p22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2" name="Google Shape;20602;p22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3" name="Google Shape;20603;p22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4" name="Google Shape;20604;p22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5" name="Google Shape;20605;p22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6" name="Google Shape;20606;p22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7" name="Google Shape;20607;p22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8" name="Google Shape;20608;p22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9" name="Google Shape;20609;p22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0" name="Google Shape;20610;p22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1" name="Google Shape;20611;p22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2" name="Google Shape;20612;p22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3" name="Google Shape;20613;p22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4" name="Google Shape;20614;p22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5" name="Google Shape;20615;p22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6" name="Google Shape;20616;p22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7" name="Google Shape;20617;p22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8" name="Google Shape;20618;p22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9" name="Google Shape;20619;p22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0" name="Google Shape;20620;p22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1" name="Google Shape;20621;p22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2" name="Google Shape;20622;p22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3" name="Google Shape;20623;p22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4" name="Google Shape;20624;p22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5" name="Google Shape;20625;p22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6" name="Google Shape;20626;p22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7" name="Google Shape;20627;p22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8" name="Google Shape;20628;p22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9" name="Google Shape;20629;p22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0" name="Google Shape;20630;p22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1" name="Google Shape;20631;p22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2" name="Google Shape;20632;p22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3" name="Google Shape;20633;p22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4" name="Google Shape;20634;p22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5" name="Google Shape;20635;p22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6" name="Google Shape;20636;p22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7" name="Google Shape;20637;p22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8" name="Google Shape;20638;p22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9" name="Google Shape;20639;p22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0" name="Google Shape;20640;p22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1" name="Google Shape;20641;p22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2" name="Google Shape;20642;p22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3" name="Google Shape;20643;p22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4" name="Google Shape;20644;p22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5" name="Google Shape;20645;p22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6" name="Google Shape;20646;p22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7" name="Google Shape;20647;p22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8" name="Google Shape;20648;p22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9" name="Google Shape;20649;p22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0" name="Google Shape;20650;p22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1" name="Google Shape;20651;p22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2" name="Google Shape;20652;p22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3" name="Google Shape;20653;p22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4" name="Google Shape;20654;p22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5" name="Google Shape;20655;p22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6" name="Google Shape;20656;p22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7" name="Google Shape;20657;p22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8" name="Google Shape;20658;p22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9" name="Google Shape;20659;p22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0" name="Google Shape;20660;p22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1" name="Google Shape;20661;p22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2" name="Google Shape;20662;p22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3" name="Google Shape;20663;p22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4" name="Google Shape;20664;p22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5" name="Google Shape;20665;p22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6" name="Google Shape;20666;p22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7" name="Google Shape;20667;p22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8" name="Google Shape;20668;p22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9" name="Google Shape;20669;p22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0" name="Google Shape;20670;p22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1" name="Google Shape;20671;p22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2" name="Google Shape;20672;p22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3" name="Google Shape;20673;p22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4" name="Google Shape;20674;p22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5" name="Google Shape;20675;p22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6" name="Google Shape;20676;p22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7" name="Google Shape;20677;p22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8" name="Google Shape;20678;p22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9" name="Google Shape;20679;p22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0" name="Google Shape;20680;p22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1" name="Google Shape;20681;p22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2" name="Google Shape;20682;p22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3" name="Google Shape;20683;p22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4" name="Google Shape;20684;p22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5" name="Google Shape;20685;p22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6" name="Google Shape;20686;p22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7" name="Google Shape;20687;p22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8" name="Google Shape;20688;p22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9" name="Google Shape;20689;p22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0" name="Google Shape;20690;p22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1" name="Google Shape;20691;p22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2" name="Google Shape;20692;p22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3" name="Google Shape;20693;p22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4" name="Google Shape;20694;p22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5" name="Google Shape;20695;p22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6" name="Google Shape;20696;p22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7" name="Google Shape;20697;p22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8" name="Google Shape;20698;p22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9" name="Google Shape;20699;p22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0" name="Google Shape;20700;p22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1" name="Google Shape;20701;p22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2" name="Google Shape;20702;p22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3" name="Google Shape;20703;p22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4" name="Google Shape;20704;p22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5" name="Google Shape;20705;p22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6" name="Google Shape;20706;p22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7" name="Google Shape;20707;p22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8" name="Google Shape;20708;p22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9" name="Google Shape;20709;p22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0" name="Google Shape;20710;p22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1" name="Google Shape;20711;p22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2" name="Google Shape;20712;p22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3" name="Google Shape;20713;p22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4" name="Google Shape;20714;p22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5" name="Google Shape;20715;p22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6" name="Google Shape;20716;p22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7" name="Google Shape;20717;p22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8" name="Google Shape;20718;p22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9" name="Google Shape;20719;p22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0" name="Google Shape;20720;p22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1" name="Google Shape;20721;p22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2" name="Google Shape;20722;p22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3" name="Google Shape;20723;p22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4" name="Google Shape;20724;p22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5" name="Google Shape;20725;p22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6" name="Google Shape;20726;p22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7" name="Google Shape;20727;p22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8" name="Google Shape;20728;p22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9" name="Google Shape;20729;p22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0" name="Google Shape;20730;p22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1" name="Google Shape;20731;p22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2" name="Google Shape;20732;p22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3" name="Google Shape;20733;p22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4" name="Google Shape;20734;p22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5" name="Google Shape;20735;p22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6" name="Google Shape;20736;p22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7" name="Google Shape;20737;p22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8" name="Google Shape;20738;p22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9" name="Google Shape;20739;p22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0" name="Google Shape;20740;p22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1" name="Google Shape;20741;p22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2" name="Google Shape;20742;p22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3" name="Google Shape;20743;p22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4" name="Google Shape;20744;p22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5" name="Google Shape;20745;p22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6" name="Google Shape;20746;p22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7" name="Google Shape;20747;p22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8" name="Google Shape;20748;p22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9" name="Google Shape;20749;p22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0" name="Google Shape;20750;p22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1" name="Google Shape;20751;p22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2" name="Google Shape;20752;p22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3" name="Google Shape;20753;p22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4" name="Google Shape;20754;p22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5" name="Google Shape;20755;p22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6" name="Google Shape;20756;p22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7" name="Google Shape;20757;p22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8" name="Google Shape;20758;p22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9" name="Google Shape;20759;p22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0" name="Google Shape;20760;p22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1" name="Google Shape;20761;p22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2" name="Google Shape;20762;p22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3" name="Google Shape;20763;p22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4" name="Google Shape;20764;p22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5" name="Google Shape;20765;p22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6" name="Google Shape;20766;p22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7" name="Google Shape;20767;p22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8" name="Google Shape;20768;p22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9" name="Google Shape;20769;p22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0" name="Google Shape;20770;p22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1" name="Google Shape;20771;p22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2" name="Google Shape;20772;p22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3" name="Google Shape;20773;p22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4" name="Google Shape;20774;p22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5" name="Google Shape;20775;p22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776" name="Google Shape;20776;p22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777" name="Google Shape;20777;p22"/>
          <p:cNvSpPr txBox="1"/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20778" name="Google Shape;20778;p22"/>
          <p:cNvGrpSpPr/>
          <p:nvPr/>
        </p:nvGrpSpPr>
        <p:grpSpPr>
          <a:xfrm>
            <a:off x="862007" y="441348"/>
            <a:ext cx="443090" cy="415211"/>
            <a:chOff x="2987700" y="3560325"/>
            <a:chExt cx="386708" cy="362377"/>
          </a:xfrm>
        </p:grpSpPr>
        <p:sp>
          <p:nvSpPr>
            <p:cNvPr id="20779" name="Google Shape;20779;p22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0" name="Google Shape;20780;p22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1" name="Google Shape;20781;p22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2" name="Google Shape;20782;p22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3" name="Google Shape;20783;p22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4" name="Google Shape;20784;p22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5" name="Google Shape;20785;p22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6" name="Google Shape;20786;p22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7" name="Google Shape;20787;p22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8" name="Google Shape;20788;p22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9" name="Google Shape;20789;p22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0" name="Google Shape;20790;p22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1" name="Google Shape;20791;p22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2" name="Google Shape;20792;p22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3" name="Google Shape;20793;p22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4" name="Google Shape;20794;p22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5" name="Google Shape;20795;p22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6" name="Google Shape;20796;p22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7" name="Google Shape;20797;p22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8" name="Google Shape;20798;p22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9" name="Google Shape;20799;p22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0" name="Google Shape;20800;p22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1" name="Google Shape;20801;p22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802" name="Google Shape;20802;p22"/>
          <p:cNvGrpSpPr/>
          <p:nvPr/>
        </p:nvGrpSpPr>
        <p:grpSpPr>
          <a:xfrm>
            <a:off x="7970962" y="4466123"/>
            <a:ext cx="295252" cy="276675"/>
            <a:chOff x="2987700" y="3560325"/>
            <a:chExt cx="386708" cy="362377"/>
          </a:xfrm>
        </p:grpSpPr>
        <p:sp>
          <p:nvSpPr>
            <p:cNvPr id="20803" name="Google Shape;20803;p22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4" name="Google Shape;20804;p22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5" name="Google Shape;20805;p22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6" name="Google Shape;20806;p22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7" name="Google Shape;20807;p22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8" name="Google Shape;20808;p22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9" name="Google Shape;20809;p22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0" name="Google Shape;20810;p22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1" name="Google Shape;20811;p22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2" name="Google Shape;20812;p22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3" name="Google Shape;20813;p22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4" name="Google Shape;20814;p22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5" name="Google Shape;20815;p22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6" name="Google Shape;20816;p22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7" name="Google Shape;20817;p22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8" name="Google Shape;20818;p22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9" name="Google Shape;20819;p22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0" name="Google Shape;20820;p22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1" name="Google Shape;20821;p22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2" name="Google Shape;20822;p22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3" name="Google Shape;20823;p22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4" name="Google Shape;20824;p22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5" name="Google Shape;20825;p22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826" name="Google Shape;20826;p22"/>
          <p:cNvGrpSpPr/>
          <p:nvPr/>
        </p:nvGrpSpPr>
        <p:grpSpPr>
          <a:xfrm>
            <a:off x="430962" y="906236"/>
            <a:ext cx="295252" cy="276675"/>
            <a:chOff x="2987700" y="3560325"/>
            <a:chExt cx="386708" cy="362377"/>
          </a:xfrm>
        </p:grpSpPr>
        <p:sp>
          <p:nvSpPr>
            <p:cNvPr id="20827" name="Google Shape;20827;p22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8" name="Google Shape;20828;p22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9" name="Google Shape;20829;p22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0" name="Google Shape;20830;p22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1" name="Google Shape;20831;p22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2" name="Google Shape;20832;p22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3" name="Google Shape;20833;p22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4" name="Google Shape;20834;p22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5" name="Google Shape;20835;p22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6" name="Google Shape;20836;p22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7" name="Google Shape;20837;p22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8" name="Google Shape;20838;p22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9" name="Google Shape;20839;p22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0" name="Google Shape;20840;p22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1" name="Google Shape;20841;p22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2" name="Google Shape;20842;p22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3" name="Google Shape;20843;p22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4" name="Google Shape;20844;p22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5" name="Google Shape;20845;p22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6" name="Google Shape;20846;p22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7" name="Google Shape;20847;p22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8" name="Google Shape;20848;p22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9" name="Google Shape;20849;p22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850" name="Google Shape;20850;p22"/>
          <p:cNvGrpSpPr/>
          <p:nvPr/>
        </p:nvGrpSpPr>
        <p:grpSpPr>
          <a:xfrm>
            <a:off x="8337057" y="3994711"/>
            <a:ext cx="443090" cy="415211"/>
            <a:chOff x="2987700" y="3560325"/>
            <a:chExt cx="386708" cy="362377"/>
          </a:xfrm>
        </p:grpSpPr>
        <p:sp>
          <p:nvSpPr>
            <p:cNvPr id="20851" name="Google Shape;20851;p22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2" name="Google Shape;20852;p22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3" name="Google Shape;20853;p22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4" name="Google Shape;20854;p22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5" name="Google Shape;20855;p22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6" name="Google Shape;20856;p22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7" name="Google Shape;20857;p22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8" name="Google Shape;20858;p22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9" name="Google Shape;20859;p22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0" name="Google Shape;20860;p22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1" name="Google Shape;20861;p22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2" name="Google Shape;20862;p22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3" name="Google Shape;20863;p22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4" name="Google Shape;20864;p22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5" name="Google Shape;20865;p22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6" name="Google Shape;20866;p22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7" name="Google Shape;20867;p22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8" name="Google Shape;20868;p22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9" name="Google Shape;20869;p22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0" name="Google Shape;20870;p22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1" name="Google Shape;20871;p22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2" name="Google Shape;20872;p22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3" name="Google Shape;20873;p22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874" name="Google Shape;20874;p22"/>
          <p:cNvSpPr txBox="1"/>
          <p:nvPr>
            <p:ph idx="1" type="subTitle"/>
          </p:nvPr>
        </p:nvSpPr>
        <p:spPr>
          <a:xfrm>
            <a:off x="2603250" y="2434100"/>
            <a:ext cx="3937500" cy="16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0875" name="Google Shape;20875;p22"/>
          <p:cNvSpPr/>
          <p:nvPr/>
        </p:nvSpPr>
        <p:spPr>
          <a:xfrm rot="4584702">
            <a:off x="1621719" y="1496020"/>
            <a:ext cx="5900563" cy="5900563"/>
          </a:xfrm>
          <a:prstGeom prst="chord">
            <a:avLst>
              <a:gd fmla="val 5379563" name="adj1"/>
              <a:gd fmla="val 17859353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876" name="Google Shape;20876;p22"/>
          <p:cNvGrpSpPr/>
          <p:nvPr/>
        </p:nvGrpSpPr>
        <p:grpSpPr>
          <a:xfrm>
            <a:off x="17" y="1877022"/>
            <a:ext cx="3128036" cy="3285612"/>
            <a:chOff x="4057300" y="1727225"/>
            <a:chExt cx="2554750" cy="2327250"/>
          </a:xfrm>
        </p:grpSpPr>
        <p:sp>
          <p:nvSpPr>
            <p:cNvPr id="20877" name="Google Shape;20877;p22"/>
            <p:cNvSpPr/>
            <p:nvPr/>
          </p:nvSpPr>
          <p:spPr>
            <a:xfrm>
              <a:off x="4057300" y="1793375"/>
              <a:ext cx="2538025" cy="2261100"/>
            </a:xfrm>
            <a:custGeom>
              <a:rect b="b" l="l" r="r" t="t"/>
              <a:pathLst>
                <a:path extrusionOk="0" h="90444" w="101521">
                  <a:moveTo>
                    <a:pt x="10054" y="0"/>
                  </a:moveTo>
                  <a:cubicBezTo>
                    <a:pt x="7811" y="0"/>
                    <a:pt x="5555" y="278"/>
                    <a:pt x="3545" y="949"/>
                  </a:cubicBezTo>
                  <a:cubicBezTo>
                    <a:pt x="2289" y="1367"/>
                    <a:pt x="1113" y="1626"/>
                    <a:pt x="0" y="1795"/>
                  </a:cubicBezTo>
                  <a:lnTo>
                    <a:pt x="0" y="90444"/>
                  </a:lnTo>
                  <a:lnTo>
                    <a:pt x="101521" y="90444"/>
                  </a:lnTo>
                  <a:cubicBezTo>
                    <a:pt x="92061" y="84128"/>
                    <a:pt x="79920" y="75541"/>
                    <a:pt x="70406" y="67212"/>
                  </a:cubicBezTo>
                  <a:cubicBezTo>
                    <a:pt x="52119" y="51214"/>
                    <a:pt x="24701" y="5518"/>
                    <a:pt x="22421" y="3229"/>
                  </a:cubicBezTo>
                  <a:cubicBezTo>
                    <a:pt x="20802" y="1617"/>
                    <a:pt x="15466" y="0"/>
                    <a:pt x="10054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8" name="Google Shape;20878;p22"/>
            <p:cNvSpPr/>
            <p:nvPr/>
          </p:nvSpPr>
          <p:spPr>
            <a:xfrm>
              <a:off x="4669700" y="3475225"/>
              <a:ext cx="666975" cy="579250"/>
            </a:xfrm>
            <a:custGeom>
              <a:rect b="b" l="l" r="r" t="t"/>
              <a:pathLst>
                <a:path extrusionOk="0" h="23170" w="26679">
                  <a:moveTo>
                    <a:pt x="935" y="1"/>
                  </a:moveTo>
                  <a:cubicBezTo>
                    <a:pt x="0" y="1"/>
                    <a:pt x="7973" y="9915"/>
                    <a:pt x="15143" y="17887"/>
                  </a:cubicBezTo>
                  <a:cubicBezTo>
                    <a:pt x="16791" y="19722"/>
                    <a:pt x="18083" y="21486"/>
                    <a:pt x="19170" y="23170"/>
                  </a:cubicBezTo>
                  <a:lnTo>
                    <a:pt x="26679" y="23170"/>
                  </a:lnTo>
                  <a:cubicBezTo>
                    <a:pt x="26581" y="23072"/>
                    <a:pt x="26483" y="22982"/>
                    <a:pt x="26394" y="22884"/>
                  </a:cubicBezTo>
                  <a:cubicBezTo>
                    <a:pt x="7402" y="2753"/>
                    <a:pt x="2379" y="473"/>
                    <a:pt x="1016" y="19"/>
                  </a:cubicBezTo>
                  <a:cubicBezTo>
                    <a:pt x="980" y="10"/>
                    <a:pt x="962" y="1"/>
                    <a:pt x="935" y="1"/>
                  </a:cubicBezTo>
                  <a:close/>
                </a:path>
              </a:pathLst>
            </a:custGeom>
            <a:solidFill>
              <a:srgbClr val="1A1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9" name="Google Shape;20879;p22"/>
            <p:cNvSpPr/>
            <p:nvPr/>
          </p:nvSpPr>
          <p:spPr>
            <a:xfrm>
              <a:off x="4057300" y="2613875"/>
              <a:ext cx="938225" cy="1440600"/>
            </a:xfrm>
            <a:custGeom>
              <a:rect b="b" l="l" r="r" t="t"/>
              <a:pathLst>
                <a:path extrusionOk="0" h="57624" w="37529">
                  <a:moveTo>
                    <a:pt x="0" y="39862"/>
                  </a:moveTo>
                  <a:lnTo>
                    <a:pt x="0" y="57624"/>
                  </a:lnTo>
                  <a:lnTo>
                    <a:pt x="7990" y="57624"/>
                  </a:lnTo>
                  <a:cubicBezTo>
                    <a:pt x="7028" y="55824"/>
                    <a:pt x="6146" y="53544"/>
                    <a:pt x="5131" y="49990"/>
                  </a:cubicBezTo>
                  <a:cubicBezTo>
                    <a:pt x="3563" y="44494"/>
                    <a:pt x="980" y="41697"/>
                    <a:pt x="0" y="39862"/>
                  </a:cubicBezTo>
                  <a:close/>
                  <a:moveTo>
                    <a:pt x="0" y="0"/>
                  </a:moveTo>
                  <a:lnTo>
                    <a:pt x="0" y="32246"/>
                  </a:lnTo>
                  <a:cubicBezTo>
                    <a:pt x="1309" y="34072"/>
                    <a:pt x="2788" y="36967"/>
                    <a:pt x="2726" y="38588"/>
                  </a:cubicBezTo>
                  <a:cubicBezTo>
                    <a:pt x="2601" y="41795"/>
                    <a:pt x="5594" y="43603"/>
                    <a:pt x="6048" y="46801"/>
                  </a:cubicBezTo>
                  <a:cubicBezTo>
                    <a:pt x="6503" y="49990"/>
                    <a:pt x="10155" y="52733"/>
                    <a:pt x="11527" y="55931"/>
                  </a:cubicBezTo>
                  <a:cubicBezTo>
                    <a:pt x="11749" y="56457"/>
                    <a:pt x="11945" y="57036"/>
                    <a:pt x="12088" y="57624"/>
                  </a:cubicBezTo>
                  <a:lnTo>
                    <a:pt x="37528" y="57624"/>
                  </a:lnTo>
                  <a:cubicBezTo>
                    <a:pt x="35301" y="52217"/>
                    <a:pt x="32575" y="45732"/>
                    <a:pt x="28923" y="42472"/>
                  </a:cubicBezTo>
                  <a:cubicBezTo>
                    <a:pt x="23534" y="37670"/>
                    <a:pt x="19241" y="32789"/>
                    <a:pt x="18644" y="24728"/>
                  </a:cubicBezTo>
                  <a:cubicBezTo>
                    <a:pt x="18056" y="16666"/>
                    <a:pt x="17005" y="6627"/>
                    <a:pt x="11981" y="2975"/>
                  </a:cubicBezTo>
                  <a:cubicBezTo>
                    <a:pt x="9255" y="989"/>
                    <a:pt x="4320" y="62"/>
                    <a:pt x="0" y="0"/>
                  </a:cubicBez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0" name="Google Shape;20880;p22"/>
            <p:cNvSpPr/>
            <p:nvPr/>
          </p:nvSpPr>
          <p:spPr>
            <a:xfrm>
              <a:off x="5759550" y="3420225"/>
              <a:ext cx="852500" cy="634250"/>
            </a:xfrm>
            <a:custGeom>
              <a:rect b="b" l="l" r="r" t="t"/>
              <a:pathLst>
                <a:path extrusionOk="0" h="25370" w="34100">
                  <a:moveTo>
                    <a:pt x="0" y="1"/>
                  </a:moveTo>
                  <a:cubicBezTo>
                    <a:pt x="784" y="758"/>
                    <a:pt x="1559" y="1470"/>
                    <a:pt x="2316" y="2138"/>
                  </a:cubicBezTo>
                  <a:cubicBezTo>
                    <a:pt x="5381" y="4820"/>
                    <a:pt x="8712" y="7528"/>
                    <a:pt x="12151" y="10173"/>
                  </a:cubicBezTo>
                  <a:cubicBezTo>
                    <a:pt x="9202" y="7875"/>
                    <a:pt x="4347" y="3991"/>
                    <a:pt x="0" y="1"/>
                  </a:cubicBezTo>
                  <a:close/>
                  <a:moveTo>
                    <a:pt x="15731" y="12908"/>
                  </a:moveTo>
                  <a:cubicBezTo>
                    <a:pt x="21851" y="17477"/>
                    <a:pt x="28069" y="21789"/>
                    <a:pt x="33431" y="25370"/>
                  </a:cubicBezTo>
                  <a:lnTo>
                    <a:pt x="34099" y="25370"/>
                  </a:lnTo>
                  <a:cubicBezTo>
                    <a:pt x="26750" y="20426"/>
                    <a:pt x="18751" y="15019"/>
                    <a:pt x="15731" y="12908"/>
                  </a:cubicBezTo>
                  <a:close/>
                </a:path>
              </a:pathLst>
            </a:custGeom>
            <a:solidFill>
              <a:srgbClr val="CB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1" name="Google Shape;20881;p22"/>
            <p:cNvSpPr/>
            <p:nvPr/>
          </p:nvSpPr>
          <p:spPr>
            <a:xfrm>
              <a:off x="5038250" y="2933425"/>
              <a:ext cx="1557075" cy="1121050"/>
            </a:xfrm>
            <a:custGeom>
              <a:rect b="b" l="l" r="r" t="t"/>
              <a:pathLst>
                <a:path extrusionOk="0" h="44842" w="62283">
                  <a:moveTo>
                    <a:pt x="1150" y="1"/>
                  </a:moveTo>
                  <a:cubicBezTo>
                    <a:pt x="677" y="1"/>
                    <a:pt x="285" y="72"/>
                    <a:pt x="0" y="205"/>
                  </a:cubicBezTo>
                  <a:cubicBezTo>
                    <a:pt x="0" y="205"/>
                    <a:pt x="2094" y="9826"/>
                    <a:pt x="5292" y="16667"/>
                  </a:cubicBezTo>
                  <a:cubicBezTo>
                    <a:pt x="8489" y="23517"/>
                    <a:pt x="20613" y="24425"/>
                    <a:pt x="25966" y="33333"/>
                  </a:cubicBezTo>
                  <a:cubicBezTo>
                    <a:pt x="28282" y="37199"/>
                    <a:pt x="31667" y="41278"/>
                    <a:pt x="35533" y="44842"/>
                  </a:cubicBezTo>
                  <a:lnTo>
                    <a:pt x="62283" y="44842"/>
                  </a:lnTo>
                  <a:cubicBezTo>
                    <a:pt x="56921" y="41261"/>
                    <a:pt x="50703" y="36949"/>
                    <a:pt x="44583" y="32380"/>
                  </a:cubicBezTo>
                  <a:cubicBezTo>
                    <a:pt x="44022" y="31979"/>
                    <a:pt x="43630" y="31694"/>
                    <a:pt x="43452" y="31560"/>
                  </a:cubicBezTo>
                  <a:cubicBezTo>
                    <a:pt x="43042" y="31240"/>
                    <a:pt x="42178" y="30571"/>
                    <a:pt x="41003" y="29645"/>
                  </a:cubicBezTo>
                  <a:cubicBezTo>
                    <a:pt x="37564" y="27000"/>
                    <a:pt x="34233" y="24292"/>
                    <a:pt x="31168" y="21610"/>
                  </a:cubicBezTo>
                  <a:cubicBezTo>
                    <a:pt x="30411" y="20942"/>
                    <a:pt x="29636" y="20230"/>
                    <a:pt x="28852" y="19473"/>
                  </a:cubicBezTo>
                  <a:cubicBezTo>
                    <a:pt x="26029" y="16889"/>
                    <a:pt x="23428" y="14253"/>
                    <a:pt x="21700" y="11981"/>
                  </a:cubicBezTo>
                  <a:cubicBezTo>
                    <a:pt x="16783" y="5505"/>
                    <a:pt x="5479" y="1"/>
                    <a:pt x="1150" y="1"/>
                  </a:cubicBez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2" name="Google Shape;20882;p22"/>
            <p:cNvSpPr/>
            <p:nvPr/>
          </p:nvSpPr>
          <p:spPr>
            <a:xfrm>
              <a:off x="4057300" y="1727225"/>
              <a:ext cx="1640575" cy="1748475"/>
            </a:xfrm>
            <a:custGeom>
              <a:rect b="b" l="l" r="r" t="t"/>
              <a:pathLst>
                <a:path extrusionOk="0" h="69939" w="65623">
                  <a:moveTo>
                    <a:pt x="13269" y="0"/>
                  </a:moveTo>
                  <a:cubicBezTo>
                    <a:pt x="9759" y="0"/>
                    <a:pt x="6250" y="3510"/>
                    <a:pt x="2744" y="3510"/>
                  </a:cubicBezTo>
                  <a:cubicBezTo>
                    <a:pt x="2019" y="3510"/>
                    <a:pt x="1295" y="3360"/>
                    <a:pt x="570" y="2998"/>
                  </a:cubicBezTo>
                  <a:cubicBezTo>
                    <a:pt x="383" y="2900"/>
                    <a:pt x="187" y="2811"/>
                    <a:pt x="0" y="2731"/>
                  </a:cubicBezTo>
                  <a:lnTo>
                    <a:pt x="0" y="62323"/>
                  </a:lnTo>
                  <a:cubicBezTo>
                    <a:pt x="1701" y="61815"/>
                    <a:pt x="3046" y="59891"/>
                    <a:pt x="3046" y="52587"/>
                  </a:cubicBezTo>
                  <a:cubicBezTo>
                    <a:pt x="3046" y="45972"/>
                    <a:pt x="6351" y="42667"/>
                    <a:pt x="8555" y="42667"/>
                  </a:cubicBezTo>
                  <a:cubicBezTo>
                    <a:pt x="9657" y="42667"/>
                    <a:pt x="10484" y="43494"/>
                    <a:pt x="10484" y="45149"/>
                  </a:cubicBezTo>
                  <a:cubicBezTo>
                    <a:pt x="10484" y="49194"/>
                    <a:pt x="12136" y="53244"/>
                    <a:pt x="14096" y="53244"/>
                  </a:cubicBezTo>
                  <a:cubicBezTo>
                    <a:pt x="14535" y="53244"/>
                    <a:pt x="14990" y="53040"/>
                    <a:pt x="15446" y="52587"/>
                  </a:cubicBezTo>
                  <a:cubicBezTo>
                    <a:pt x="16684" y="51344"/>
                    <a:pt x="17452" y="50104"/>
                    <a:pt x="18530" y="50104"/>
                  </a:cubicBezTo>
                  <a:cubicBezTo>
                    <a:pt x="19608" y="50104"/>
                    <a:pt x="20995" y="51344"/>
                    <a:pt x="23472" y="55063"/>
                  </a:cubicBezTo>
                  <a:cubicBezTo>
                    <a:pt x="28433" y="62501"/>
                    <a:pt x="38348" y="69939"/>
                    <a:pt x="40833" y="69939"/>
                  </a:cubicBezTo>
                  <a:cubicBezTo>
                    <a:pt x="43309" y="69939"/>
                    <a:pt x="35871" y="62501"/>
                    <a:pt x="35871" y="57539"/>
                  </a:cubicBezTo>
                  <a:cubicBezTo>
                    <a:pt x="35871" y="53914"/>
                    <a:pt x="39856" y="51611"/>
                    <a:pt x="42963" y="51611"/>
                  </a:cubicBezTo>
                  <a:cubicBezTo>
                    <a:pt x="44101" y="51611"/>
                    <a:pt x="45122" y="51920"/>
                    <a:pt x="45786" y="52587"/>
                  </a:cubicBezTo>
                  <a:cubicBezTo>
                    <a:pt x="47999" y="54792"/>
                    <a:pt x="58073" y="62895"/>
                    <a:pt x="62002" y="62895"/>
                  </a:cubicBezTo>
                  <a:cubicBezTo>
                    <a:pt x="62485" y="62895"/>
                    <a:pt x="62875" y="62772"/>
                    <a:pt x="63147" y="62501"/>
                  </a:cubicBezTo>
                  <a:cubicBezTo>
                    <a:pt x="65623" y="60024"/>
                    <a:pt x="40833" y="35226"/>
                    <a:pt x="35871" y="25311"/>
                  </a:cubicBezTo>
                  <a:cubicBezTo>
                    <a:pt x="30910" y="15388"/>
                    <a:pt x="20399" y="2998"/>
                    <a:pt x="15446" y="513"/>
                  </a:cubicBezTo>
                  <a:cubicBezTo>
                    <a:pt x="14720" y="150"/>
                    <a:pt x="13994" y="0"/>
                    <a:pt x="13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883" name="Google Shape;20883;p22"/>
          <p:cNvGrpSpPr/>
          <p:nvPr/>
        </p:nvGrpSpPr>
        <p:grpSpPr>
          <a:xfrm>
            <a:off x="5648263" y="1877196"/>
            <a:ext cx="3495807" cy="3285554"/>
            <a:chOff x="754100" y="1761375"/>
            <a:chExt cx="2813300" cy="2293100"/>
          </a:xfrm>
        </p:grpSpPr>
        <p:sp>
          <p:nvSpPr>
            <p:cNvPr id="20884" name="Google Shape;20884;p22"/>
            <p:cNvSpPr/>
            <p:nvPr/>
          </p:nvSpPr>
          <p:spPr>
            <a:xfrm>
              <a:off x="754100" y="1827550"/>
              <a:ext cx="2813300" cy="2226925"/>
            </a:xfrm>
            <a:custGeom>
              <a:rect b="b" l="l" r="r" t="t"/>
              <a:pathLst>
                <a:path extrusionOk="0" h="89077" w="112532">
                  <a:moveTo>
                    <a:pt x="112531" y="428"/>
                  </a:moveTo>
                  <a:cubicBezTo>
                    <a:pt x="107552" y="1185"/>
                    <a:pt x="103819" y="0"/>
                    <a:pt x="100087" y="1862"/>
                  </a:cubicBezTo>
                  <a:cubicBezTo>
                    <a:pt x="95517" y="4151"/>
                    <a:pt x="81808" y="20140"/>
                    <a:pt x="74949" y="26999"/>
                  </a:cubicBezTo>
                  <a:cubicBezTo>
                    <a:pt x="68091" y="33849"/>
                    <a:pt x="47532" y="54417"/>
                    <a:pt x="33823" y="65845"/>
                  </a:cubicBezTo>
                  <a:cubicBezTo>
                    <a:pt x="24576" y="73542"/>
                    <a:pt x="9095" y="82289"/>
                    <a:pt x="0" y="87161"/>
                  </a:cubicBezTo>
                  <a:lnTo>
                    <a:pt x="0" y="89077"/>
                  </a:lnTo>
                  <a:lnTo>
                    <a:pt x="112531" y="89077"/>
                  </a:lnTo>
                  <a:lnTo>
                    <a:pt x="112531" y="428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5" name="Google Shape;20885;p22"/>
            <p:cNvSpPr/>
            <p:nvPr/>
          </p:nvSpPr>
          <p:spPr>
            <a:xfrm>
              <a:off x="2716225" y="3470100"/>
              <a:ext cx="308025" cy="584375"/>
            </a:xfrm>
            <a:custGeom>
              <a:rect b="b" l="l" r="r" t="t"/>
              <a:pathLst>
                <a:path extrusionOk="0" h="23375" w="12321">
                  <a:moveTo>
                    <a:pt x="12151" y="1"/>
                  </a:moveTo>
                  <a:cubicBezTo>
                    <a:pt x="11447" y="1"/>
                    <a:pt x="8142" y="6610"/>
                    <a:pt x="8142" y="6610"/>
                  </a:cubicBezTo>
                  <a:cubicBezTo>
                    <a:pt x="8142" y="6610"/>
                    <a:pt x="4401" y="12846"/>
                    <a:pt x="2165" y="18404"/>
                  </a:cubicBezTo>
                  <a:cubicBezTo>
                    <a:pt x="1310" y="20533"/>
                    <a:pt x="722" y="22029"/>
                    <a:pt x="1" y="23375"/>
                  </a:cubicBezTo>
                  <a:lnTo>
                    <a:pt x="5613" y="23375"/>
                  </a:lnTo>
                  <a:cubicBezTo>
                    <a:pt x="7198" y="20480"/>
                    <a:pt x="8419" y="17335"/>
                    <a:pt x="9051" y="14378"/>
                  </a:cubicBezTo>
                  <a:cubicBezTo>
                    <a:pt x="10423" y="7982"/>
                    <a:pt x="11795" y="3876"/>
                    <a:pt x="12249" y="678"/>
                  </a:cubicBezTo>
                  <a:cubicBezTo>
                    <a:pt x="12320" y="206"/>
                    <a:pt x="12276" y="1"/>
                    <a:pt x="12151" y="1"/>
                  </a:cubicBezTo>
                  <a:close/>
                </a:path>
              </a:pathLst>
            </a:custGeom>
            <a:solidFill>
              <a:srgbClr val="1A1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6" name="Google Shape;20886;p22"/>
            <p:cNvSpPr/>
            <p:nvPr/>
          </p:nvSpPr>
          <p:spPr>
            <a:xfrm>
              <a:off x="2276200" y="3273475"/>
              <a:ext cx="325375" cy="493275"/>
            </a:xfrm>
            <a:custGeom>
              <a:rect b="b" l="l" r="r" t="t"/>
              <a:pathLst>
                <a:path extrusionOk="0" h="19731" w="13015">
                  <a:moveTo>
                    <a:pt x="10832" y="0"/>
                  </a:moveTo>
                  <a:cubicBezTo>
                    <a:pt x="10511" y="0"/>
                    <a:pt x="10244" y="90"/>
                    <a:pt x="10137" y="232"/>
                  </a:cubicBezTo>
                  <a:cubicBezTo>
                    <a:pt x="10137" y="232"/>
                    <a:pt x="8854" y="784"/>
                    <a:pt x="8391" y="2156"/>
                  </a:cubicBezTo>
                  <a:cubicBezTo>
                    <a:pt x="7937" y="3528"/>
                    <a:pt x="6111" y="8543"/>
                    <a:pt x="3831" y="11741"/>
                  </a:cubicBezTo>
                  <a:cubicBezTo>
                    <a:pt x="1550" y="14939"/>
                    <a:pt x="463" y="15357"/>
                    <a:pt x="89" y="18573"/>
                  </a:cubicBezTo>
                  <a:cubicBezTo>
                    <a:pt x="0" y="19383"/>
                    <a:pt x="72" y="19731"/>
                    <a:pt x="321" y="19731"/>
                  </a:cubicBezTo>
                  <a:cubicBezTo>
                    <a:pt x="1060" y="19731"/>
                    <a:pt x="3278" y="16747"/>
                    <a:pt x="7028" y="14021"/>
                  </a:cubicBezTo>
                  <a:cubicBezTo>
                    <a:pt x="12043" y="10369"/>
                    <a:pt x="10306" y="6521"/>
                    <a:pt x="11865" y="3198"/>
                  </a:cubicBezTo>
                  <a:cubicBezTo>
                    <a:pt x="13014" y="740"/>
                    <a:pt x="11732" y="0"/>
                    <a:pt x="10832" y="0"/>
                  </a:cubicBezTo>
                  <a:close/>
                </a:path>
              </a:pathLst>
            </a:custGeom>
            <a:solidFill>
              <a:srgbClr val="1A1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7" name="Google Shape;20887;p22"/>
            <p:cNvSpPr/>
            <p:nvPr/>
          </p:nvSpPr>
          <p:spPr>
            <a:xfrm>
              <a:off x="754100" y="3297300"/>
              <a:ext cx="1047775" cy="709300"/>
            </a:xfrm>
            <a:custGeom>
              <a:rect b="b" l="l" r="r" t="t"/>
              <a:pathLst>
                <a:path extrusionOk="0" h="28372" w="41911">
                  <a:moveTo>
                    <a:pt x="41911" y="1"/>
                  </a:moveTo>
                  <a:lnTo>
                    <a:pt x="41911" y="1"/>
                  </a:lnTo>
                  <a:cubicBezTo>
                    <a:pt x="38437" y="2726"/>
                    <a:pt x="35275" y="5381"/>
                    <a:pt x="33671" y="7136"/>
                  </a:cubicBezTo>
                  <a:cubicBezTo>
                    <a:pt x="33627" y="7189"/>
                    <a:pt x="33573" y="7251"/>
                    <a:pt x="33520" y="7305"/>
                  </a:cubicBezTo>
                  <a:cubicBezTo>
                    <a:pt x="33618" y="7216"/>
                    <a:pt x="33725" y="7136"/>
                    <a:pt x="33823" y="7055"/>
                  </a:cubicBezTo>
                  <a:cubicBezTo>
                    <a:pt x="36326" y="4962"/>
                    <a:pt x="39069" y="2566"/>
                    <a:pt x="41911" y="1"/>
                  </a:cubicBezTo>
                  <a:close/>
                  <a:moveTo>
                    <a:pt x="16016" y="19286"/>
                  </a:moveTo>
                  <a:cubicBezTo>
                    <a:pt x="11518" y="21967"/>
                    <a:pt x="7830" y="24033"/>
                    <a:pt x="7313" y="24354"/>
                  </a:cubicBezTo>
                  <a:cubicBezTo>
                    <a:pt x="10075" y="22804"/>
                    <a:pt x="13041" y="21085"/>
                    <a:pt x="16016" y="19286"/>
                  </a:cubicBezTo>
                  <a:close/>
                  <a:moveTo>
                    <a:pt x="6779" y="24657"/>
                  </a:moveTo>
                  <a:cubicBezTo>
                    <a:pt x="5683" y="25254"/>
                    <a:pt x="3127" y="26590"/>
                    <a:pt x="0" y="28211"/>
                  </a:cubicBezTo>
                  <a:lnTo>
                    <a:pt x="0" y="28371"/>
                  </a:lnTo>
                  <a:cubicBezTo>
                    <a:pt x="1995" y="27302"/>
                    <a:pt x="4303" y="26046"/>
                    <a:pt x="6779" y="24657"/>
                  </a:cubicBezTo>
                  <a:close/>
                </a:path>
              </a:pathLst>
            </a:custGeom>
            <a:solidFill>
              <a:srgbClr val="CB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8" name="Google Shape;20888;p22"/>
            <p:cNvSpPr/>
            <p:nvPr/>
          </p:nvSpPr>
          <p:spPr>
            <a:xfrm>
              <a:off x="754100" y="3029850"/>
              <a:ext cx="1527675" cy="1024625"/>
            </a:xfrm>
            <a:custGeom>
              <a:rect b="b" l="l" r="r" t="t"/>
              <a:pathLst>
                <a:path extrusionOk="0" h="40985" w="61107">
                  <a:moveTo>
                    <a:pt x="56635" y="1"/>
                  </a:moveTo>
                  <a:cubicBezTo>
                    <a:pt x="56591" y="1"/>
                    <a:pt x="56537" y="9"/>
                    <a:pt x="56502" y="27"/>
                  </a:cubicBezTo>
                  <a:cubicBezTo>
                    <a:pt x="55905" y="330"/>
                    <a:pt x="48369" y="5639"/>
                    <a:pt x="41911" y="10699"/>
                  </a:cubicBezTo>
                  <a:cubicBezTo>
                    <a:pt x="39069" y="13264"/>
                    <a:pt x="36326" y="15660"/>
                    <a:pt x="33823" y="17753"/>
                  </a:cubicBezTo>
                  <a:cubicBezTo>
                    <a:pt x="33725" y="17834"/>
                    <a:pt x="33618" y="17914"/>
                    <a:pt x="33520" y="18003"/>
                  </a:cubicBezTo>
                  <a:cubicBezTo>
                    <a:pt x="30652" y="21014"/>
                    <a:pt x="22492" y="26127"/>
                    <a:pt x="16016" y="29984"/>
                  </a:cubicBezTo>
                  <a:cubicBezTo>
                    <a:pt x="13041" y="31783"/>
                    <a:pt x="10075" y="33502"/>
                    <a:pt x="7313" y="35052"/>
                  </a:cubicBezTo>
                  <a:cubicBezTo>
                    <a:pt x="7233" y="35105"/>
                    <a:pt x="7055" y="35203"/>
                    <a:pt x="6779" y="35355"/>
                  </a:cubicBezTo>
                  <a:cubicBezTo>
                    <a:pt x="4303" y="36744"/>
                    <a:pt x="1995" y="38000"/>
                    <a:pt x="0" y="39069"/>
                  </a:cubicBezTo>
                  <a:lnTo>
                    <a:pt x="0" y="40985"/>
                  </a:lnTo>
                  <a:lnTo>
                    <a:pt x="24906" y="40985"/>
                  </a:lnTo>
                  <a:cubicBezTo>
                    <a:pt x="24995" y="40887"/>
                    <a:pt x="25093" y="40797"/>
                    <a:pt x="25182" y="40699"/>
                  </a:cubicBezTo>
                  <a:cubicBezTo>
                    <a:pt x="44173" y="20568"/>
                    <a:pt x="49197" y="18288"/>
                    <a:pt x="50560" y="17834"/>
                  </a:cubicBezTo>
                  <a:cubicBezTo>
                    <a:pt x="50596" y="17825"/>
                    <a:pt x="50623" y="17816"/>
                    <a:pt x="50640" y="17816"/>
                  </a:cubicBezTo>
                  <a:cubicBezTo>
                    <a:pt x="51576" y="17816"/>
                    <a:pt x="43603" y="27730"/>
                    <a:pt x="36433" y="35702"/>
                  </a:cubicBezTo>
                  <a:cubicBezTo>
                    <a:pt x="34785" y="37537"/>
                    <a:pt x="33493" y="39301"/>
                    <a:pt x="32406" y="40985"/>
                  </a:cubicBezTo>
                  <a:lnTo>
                    <a:pt x="45750" y="40985"/>
                  </a:lnTo>
                  <a:cubicBezTo>
                    <a:pt x="47309" y="38517"/>
                    <a:pt x="49278" y="35622"/>
                    <a:pt x="51959" y="32023"/>
                  </a:cubicBezTo>
                  <a:cubicBezTo>
                    <a:pt x="61107" y="19740"/>
                    <a:pt x="56502" y="16008"/>
                    <a:pt x="58132" y="9977"/>
                  </a:cubicBezTo>
                  <a:cubicBezTo>
                    <a:pt x="59682" y="4241"/>
                    <a:pt x="57624" y="1"/>
                    <a:pt x="56635" y="1"/>
                  </a:cubicBez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9" name="Google Shape;20889;p22"/>
            <p:cNvSpPr/>
            <p:nvPr/>
          </p:nvSpPr>
          <p:spPr>
            <a:xfrm>
              <a:off x="1376750" y="3475225"/>
              <a:ext cx="666750" cy="579250"/>
            </a:xfrm>
            <a:custGeom>
              <a:rect b="b" l="l" r="r" t="t"/>
              <a:pathLst>
                <a:path extrusionOk="0" h="23170" w="26670">
                  <a:moveTo>
                    <a:pt x="25734" y="1"/>
                  </a:moveTo>
                  <a:cubicBezTo>
                    <a:pt x="25717" y="1"/>
                    <a:pt x="25690" y="10"/>
                    <a:pt x="25654" y="19"/>
                  </a:cubicBezTo>
                  <a:cubicBezTo>
                    <a:pt x="24291" y="473"/>
                    <a:pt x="19267" y="2753"/>
                    <a:pt x="276" y="22884"/>
                  </a:cubicBezTo>
                  <a:cubicBezTo>
                    <a:pt x="187" y="22982"/>
                    <a:pt x="89" y="23072"/>
                    <a:pt x="0" y="23170"/>
                  </a:cubicBezTo>
                  <a:lnTo>
                    <a:pt x="7500" y="23170"/>
                  </a:lnTo>
                  <a:cubicBezTo>
                    <a:pt x="8587" y="21486"/>
                    <a:pt x="9879" y="19722"/>
                    <a:pt x="11527" y="17887"/>
                  </a:cubicBezTo>
                  <a:cubicBezTo>
                    <a:pt x="18697" y="9915"/>
                    <a:pt x="26670" y="1"/>
                    <a:pt x="25734" y="1"/>
                  </a:cubicBezTo>
                  <a:close/>
                </a:path>
              </a:pathLst>
            </a:custGeom>
            <a:solidFill>
              <a:srgbClr val="191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0" name="Google Shape;20890;p22"/>
            <p:cNvSpPr/>
            <p:nvPr/>
          </p:nvSpPr>
          <p:spPr>
            <a:xfrm>
              <a:off x="3202600" y="2613875"/>
              <a:ext cx="364800" cy="1440600"/>
            </a:xfrm>
            <a:custGeom>
              <a:rect b="b" l="l" r="r" t="t"/>
              <a:pathLst>
                <a:path extrusionOk="0" h="57624" w="14592">
                  <a:moveTo>
                    <a:pt x="14128" y="0"/>
                  </a:moveTo>
                  <a:cubicBezTo>
                    <a:pt x="10681" y="0"/>
                    <a:pt x="7697" y="552"/>
                    <a:pt x="6636" y="1568"/>
                  </a:cubicBezTo>
                  <a:cubicBezTo>
                    <a:pt x="6636" y="1568"/>
                    <a:pt x="4240" y="7099"/>
                    <a:pt x="5140" y="11651"/>
                  </a:cubicBezTo>
                  <a:cubicBezTo>
                    <a:pt x="6031" y="16212"/>
                    <a:pt x="4000" y="18341"/>
                    <a:pt x="4107" y="28237"/>
                  </a:cubicBezTo>
                  <a:cubicBezTo>
                    <a:pt x="4205" y="38125"/>
                    <a:pt x="5737" y="39960"/>
                    <a:pt x="3608" y="49313"/>
                  </a:cubicBezTo>
                  <a:cubicBezTo>
                    <a:pt x="2797" y="52849"/>
                    <a:pt x="1381" y="55379"/>
                    <a:pt x="0" y="57624"/>
                  </a:cubicBezTo>
                  <a:lnTo>
                    <a:pt x="14591" y="57624"/>
                  </a:lnTo>
                  <a:lnTo>
                    <a:pt x="14591" y="39862"/>
                  </a:lnTo>
                  <a:cubicBezTo>
                    <a:pt x="14431" y="39568"/>
                    <a:pt x="14315" y="39292"/>
                    <a:pt x="14253" y="39033"/>
                  </a:cubicBezTo>
                  <a:cubicBezTo>
                    <a:pt x="13789" y="37207"/>
                    <a:pt x="12881" y="32192"/>
                    <a:pt x="12881" y="32192"/>
                  </a:cubicBezTo>
                  <a:cubicBezTo>
                    <a:pt x="12569" y="31061"/>
                    <a:pt x="12631" y="30607"/>
                    <a:pt x="12908" y="30607"/>
                  </a:cubicBezTo>
                  <a:cubicBezTo>
                    <a:pt x="13246" y="30607"/>
                    <a:pt x="13896" y="31275"/>
                    <a:pt x="14591" y="32246"/>
                  </a:cubicBezTo>
                  <a:lnTo>
                    <a:pt x="14591" y="0"/>
                  </a:ln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1" name="Google Shape;20891;p22"/>
            <p:cNvSpPr/>
            <p:nvPr/>
          </p:nvSpPr>
          <p:spPr>
            <a:xfrm>
              <a:off x="3516825" y="3379025"/>
              <a:ext cx="50575" cy="231400"/>
            </a:xfrm>
            <a:custGeom>
              <a:rect b="b" l="l" r="r" t="t"/>
              <a:pathLst>
                <a:path extrusionOk="0" h="9256" w="2023">
                  <a:moveTo>
                    <a:pt x="339" y="1"/>
                  </a:moveTo>
                  <a:cubicBezTo>
                    <a:pt x="62" y="1"/>
                    <a:pt x="0" y="455"/>
                    <a:pt x="312" y="1586"/>
                  </a:cubicBezTo>
                  <a:cubicBezTo>
                    <a:pt x="312" y="1586"/>
                    <a:pt x="1220" y="6601"/>
                    <a:pt x="1684" y="8427"/>
                  </a:cubicBezTo>
                  <a:cubicBezTo>
                    <a:pt x="1746" y="8686"/>
                    <a:pt x="1862" y="8962"/>
                    <a:pt x="2022" y="9256"/>
                  </a:cubicBezTo>
                  <a:lnTo>
                    <a:pt x="2022" y="1640"/>
                  </a:lnTo>
                  <a:cubicBezTo>
                    <a:pt x="1327" y="669"/>
                    <a:pt x="677" y="1"/>
                    <a:pt x="339" y="1"/>
                  </a:cubicBezTo>
                  <a:close/>
                </a:path>
              </a:pathLst>
            </a:custGeom>
            <a:solidFill>
              <a:srgbClr val="191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2" name="Google Shape;20892;p22"/>
            <p:cNvSpPr/>
            <p:nvPr/>
          </p:nvSpPr>
          <p:spPr>
            <a:xfrm>
              <a:off x="1845950" y="1761375"/>
              <a:ext cx="1721450" cy="1606825"/>
            </a:xfrm>
            <a:custGeom>
              <a:rect b="b" l="l" r="r" t="t"/>
              <a:pathLst>
                <a:path extrusionOk="0" h="64273" w="68858">
                  <a:moveTo>
                    <a:pt x="62334" y="0"/>
                  </a:moveTo>
                  <a:cubicBezTo>
                    <a:pt x="58725" y="0"/>
                    <a:pt x="54970" y="1204"/>
                    <a:pt x="52066" y="4108"/>
                  </a:cubicBezTo>
                  <a:cubicBezTo>
                    <a:pt x="47113" y="9070"/>
                    <a:pt x="37190" y="21460"/>
                    <a:pt x="29752" y="28907"/>
                  </a:cubicBezTo>
                  <a:lnTo>
                    <a:pt x="2477" y="56173"/>
                  </a:lnTo>
                  <a:cubicBezTo>
                    <a:pt x="2477" y="56173"/>
                    <a:pt x="1" y="58658"/>
                    <a:pt x="1" y="61135"/>
                  </a:cubicBezTo>
                  <a:cubicBezTo>
                    <a:pt x="1" y="61358"/>
                    <a:pt x="121" y="61460"/>
                    <a:pt x="342" y="61460"/>
                  </a:cubicBezTo>
                  <a:cubicBezTo>
                    <a:pt x="2579" y="61460"/>
                    <a:pt x="15099" y="50997"/>
                    <a:pt x="17353" y="48735"/>
                  </a:cubicBezTo>
                  <a:cubicBezTo>
                    <a:pt x="18788" y="47306"/>
                    <a:pt x="22699" y="45876"/>
                    <a:pt x="25749" y="45876"/>
                  </a:cubicBezTo>
                  <a:cubicBezTo>
                    <a:pt x="27981" y="45876"/>
                    <a:pt x="29752" y="46642"/>
                    <a:pt x="29752" y="48735"/>
                  </a:cubicBezTo>
                  <a:cubicBezTo>
                    <a:pt x="29752" y="53697"/>
                    <a:pt x="34714" y="51221"/>
                    <a:pt x="34714" y="56173"/>
                  </a:cubicBezTo>
                  <a:cubicBezTo>
                    <a:pt x="34714" y="60223"/>
                    <a:pt x="36364" y="64273"/>
                    <a:pt x="38322" y="64273"/>
                  </a:cubicBezTo>
                  <a:cubicBezTo>
                    <a:pt x="38762" y="64273"/>
                    <a:pt x="39219" y="64068"/>
                    <a:pt x="39675" y="63611"/>
                  </a:cubicBezTo>
                  <a:cubicBezTo>
                    <a:pt x="42152" y="61135"/>
                    <a:pt x="52066" y="43783"/>
                    <a:pt x="57028" y="41297"/>
                  </a:cubicBezTo>
                  <a:cubicBezTo>
                    <a:pt x="58268" y="40678"/>
                    <a:pt x="59353" y="40369"/>
                    <a:pt x="60282" y="40369"/>
                  </a:cubicBezTo>
                  <a:cubicBezTo>
                    <a:pt x="63072" y="40369"/>
                    <a:pt x="64466" y="43156"/>
                    <a:pt x="64466" y="48735"/>
                  </a:cubicBezTo>
                  <a:cubicBezTo>
                    <a:pt x="64466" y="56173"/>
                    <a:pt x="64466" y="61135"/>
                    <a:pt x="66942" y="61135"/>
                  </a:cubicBezTo>
                  <a:cubicBezTo>
                    <a:pt x="67601" y="61135"/>
                    <a:pt x="68251" y="61135"/>
                    <a:pt x="68857" y="60957"/>
                  </a:cubicBezTo>
                  <a:lnTo>
                    <a:pt x="68857" y="1365"/>
                  </a:lnTo>
                  <a:cubicBezTo>
                    <a:pt x="66921" y="499"/>
                    <a:pt x="64658" y="0"/>
                    <a:pt x="62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ONE_COLUMN_TEXT_2">
    <p:spTree>
      <p:nvGrpSpPr>
        <p:cNvPr id="20893" name="Shape 20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94" name="Google Shape;20894;p23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0895" name="Google Shape;20895;p23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6" name="Google Shape;20896;p23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7" name="Google Shape;20897;p23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8" name="Google Shape;20898;p23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9" name="Google Shape;20899;p23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0" name="Google Shape;20900;p23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1" name="Google Shape;20901;p23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2" name="Google Shape;20902;p23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3" name="Google Shape;20903;p23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4" name="Google Shape;20904;p23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5" name="Google Shape;20905;p23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6" name="Google Shape;20906;p23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7" name="Google Shape;20907;p23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8" name="Google Shape;20908;p23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9" name="Google Shape;20909;p23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0" name="Google Shape;20910;p23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1" name="Google Shape;20911;p23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2" name="Google Shape;20912;p23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3" name="Google Shape;20913;p23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4" name="Google Shape;20914;p23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5" name="Google Shape;20915;p23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6" name="Google Shape;20916;p23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7" name="Google Shape;20917;p23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8" name="Google Shape;20918;p23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9" name="Google Shape;20919;p23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0" name="Google Shape;20920;p23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1" name="Google Shape;20921;p23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2" name="Google Shape;20922;p23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3" name="Google Shape;20923;p23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4" name="Google Shape;20924;p23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5" name="Google Shape;20925;p23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6" name="Google Shape;20926;p23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7" name="Google Shape;20927;p23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8" name="Google Shape;20928;p23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9" name="Google Shape;20929;p23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0" name="Google Shape;20930;p23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1" name="Google Shape;20931;p23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2" name="Google Shape;20932;p23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3" name="Google Shape;20933;p23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4" name="Google Shape;20934;p23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5" name="Google Shape;20935;p23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6" name="Google Shape;20936;p23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7" name="Google Shape;20937;p23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8" name="Google Shape;20938;p23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9" name="Google Shape;20939;p23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0" name="Google Shape;20940;p23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1" name="Google Shape;20941;p23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2" name="Google Shape;20942;p23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3" name="Google Shape;20943;p23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4" name="Google Shape;20944;p23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5" name="Google Shape;20945;p23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6" name="Google Shape;20946;p23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7" name="Google Shape;20947;p23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8" name="Google Shape;20948;p23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9" name="Google Shape;20949;p23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0" name="Google Shape;20950;p23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1" name="Google Shape;20951;p23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2" name="Google Shape;20952;p23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3" name="Google Shape;20953;p23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4" name="Google Shape;20954;p23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5" name="Google Shape;20955;p23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6" name="Google Shape;20956;p23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7" name="Google Shape;20957;p23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8" name="Google Shape;20958;p23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9" name="Google Shape;20959;p23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0" name="Google Shape;20960;p23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1" name="Google Shape;20961;p23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2" name="Google Shape;20962;p23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3" name="Google Shape;20963;p23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4" name="Google Shape;20964;p23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5" name="Google Shape;20965;p23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6" name="Google Shape;20966;p23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7" name="Google Shape;20967;p23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8" name="Google Shape;20968;p23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9" name="Google Shape;20969;p23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0" name="Google Shape;20970;p23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1" name="Google Shape;20971;p23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2" name="Google Shape;20972;p23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3" name="Google Shape;20973;p23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4" name="Google Shape;20974;p23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5" name="Google Shape;20975;p23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6" name="Google Shape;20976;p23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7" name="Google Shape;20977;p23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8" name="Google Shape;20978;p23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9" name="Google Shape;20979;p23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0" name="Google Shape;20980;p23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1" name="Google Shape;20981;p23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2" name="Google Shape;20982;p23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3" name="Google Shape;20983;p23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4" name="Google Shape;20984;p23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5" name="Google Shape;20985;p23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6" name="Google Shape;20986;p23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7" name="Google Shape;20987;p23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8" name="Google Shape;20988;p23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9" name="Google Shape;20989;p23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0" name="Google Shape;20990;p23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1" name="Google Shape;20991;p23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2" name="Google Shape;20992;p23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3" name="Google Shape;20993;p23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4" name="Google Shape;20994;p23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5" name="Google Shape;20995;p23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6" name="Google Shape;20996;p23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7" name="Google Shape;20997;p23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8" name="Google Shape;20998;p23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9" name="Google Shape;20999;p23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0" name="Google Shape;21000;p23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1" name="Google Shape;21001;p23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2" name="Google Shape;21002;p23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3" name="Google Shape;21003;p23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4" name="Google Shape;21004;p23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5" name="Google Shape;21005;p23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6" name="Google Shape;21006;p23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7" name="Google Shape;21007;p23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8" name="Google Shape;21008;p23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9" name="Google Shape;21009;p23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0" name="Google Shape;21010;p23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1" name="Google Shape;21011;p23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2" name="Google Shape;21012;p23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3" name="Google Shape;21013;p23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4" name="Google Shape;21014;p23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5" name="Google Shape;21015;p23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6" name="Google Shape;21016;p23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7" name="Google Shape;21017;p23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8" name="Google Shape;21018;p23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9" name="Google Shape;21019;p23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0" name="Google Shape;21020;p23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1" name="Google Shape;21021;p23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2" name="Google Shape;21022;p23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3" name="Google Shape;21023;p23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4" name="Google Shape;21024;p23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5" name="Google Shape;21025;p23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6" name="Google Shape;21026;p23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7" name="Google Shape;21027;p23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8" name="Google Shape;21028;p23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9" name="Google Shape;21029;p23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0" name="Google Shape;21030;p23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1" name="Google Shape;21031;p23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2" name="Google Shape;21032;p23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3" name="Google Shape;21033;p23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4" name="Google Shape;21034;p23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5" name="Google Shape;21035;p23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6" name="Google Shape;21036;p23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7" name="Google Shape;21037;p23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8" name="Google Shape;21038;p23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9" name="Google Shape;21039;p23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0" name="Google Shape;21040;p23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1" name="Google Shape;21041;p23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2" name="Google Shape;21042;p23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3" name="Google Shape;21043;p23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4" name="Google Shape;21044;p23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5" name="Google Shape;21045;p23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6" name="Google Shape;21046;p23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7" name="Google Shape;21047;p23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8" name="Google Shape;21048;p23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9" name="Google Shape;21049;p23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0" name="Google Shape;21050;p23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1" name="Google Shape;21051;p23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2" name="Google Shape;21052;p23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3" name="Google Shape;21053;p23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4" name="Google Shape;21054;p23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5" name="Google Shape;21055;p23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6" name="Google Shape;21056;p23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7" name="Google Shape;21057;p23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8" name="Google Shape;21058;p23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9" name="Google Shape;21059;p23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0" name="Google Shape;21060;p23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1" name="Google Shape;21061;p23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2" name="Google Shape;21062;p23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3" name="Google Shape;21063;p23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4" name="Google Shape;21064;p23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5" name="Google Shape;21065;p23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6" name="Google Shape;21066;p23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7" name="Google Shape;21067;p23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8" name="Google Shape;21068;p23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9" name="Google Shape;21069;p23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0" name="Google Shape;21070;p23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1" name="Google Shape;21071;p23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2" name="Google Shape;21072;p23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3" name="Google Shape;21073;p23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4" name="Google Shape;21074;p23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5" name="Google Shape;21075;p23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6" name="Google Shape;21076;p23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7" name="Google Shape;21077;p23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8" name="Google Shape;21078;p23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9" name="Google Shape;21079;p23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0" name="Google Shape;21080;p23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1" name="Google Shape;21081;p23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2" name="Google Shape;21082;p23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3" name="Google Shape;21083;p23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4" name="Google Shape;21084;p23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5" name="Google Shape;21085;p23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6" name="Google Shape;21086;p23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7" name="Google Shape;21087;p23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8" name="Google Shape;21088;p23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9" name="Google Shape;21089;p23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0" name="Google Shape;21090;p23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1" name="Google Shape;21091;p23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2" name="Google Shape;21092;p23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3" name="Google Shape;21093;p23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4" name="Google Shape;21094;p23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5" name="Google Shape;21095;p23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6" name="Google Shape;21096;p23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7" name="Google Shape;21097;p23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8" name="Google Shape;21098;p23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9" name="Google Shape;21099;p23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0" name="Google Shape;21100;p23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1" name="Google Shape;21101;p23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2" name="Google Shape;21102;p23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3" name="Google Shape;21103;p23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4" name="Google Shape;21104;p23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5" name="Google Shape;21105;p23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6" name="Google Shape;21106;p23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7" name="Google Shape;21107;p23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8" name="Google Shape;21108;p23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9" name="Google Shape;21109;p23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0" name="Google Shape;21110;p23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1" name="Google Shape;21111;p23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2" name="Google Shape;21112;p23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3" name="Google Shape;21113;p23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4" name="Google Shape;21114;p23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5" name="Google Shape;21115;p23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6" name="Google Shape;21116;p23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7" name="Google Shape;21117;p23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8" name="Google Shape;21118;p23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9" name="Google Shape;21119;p23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0" name="Google Shape;21120;p23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1" name="Google Shape;21121;p23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2" name="Google Shape;21122;p23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3" name="Google Shape;21123;p23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4" name="Google Shape;21124;p23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5" name="Google Shape;21125;p23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6" name="Google Shape;21126;p23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7" name="Google Shape;21127;p23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8" name="Google Shape;21128;p23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9" name="Google Shape;21129;p23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0" name="Google Shape;21130;p23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1" name="Google Shape;21131;p23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2" name="Google Shape;21132;p23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3" name="Google Shape;21133;p23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4" name="Google Shape;21134;p23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5" name="Google Shape;21135;p23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6" name="Google Shape;21136;p23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7" name="Google Shape;21137;p23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8" name="Google Shape;21138;p23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9" name="Google Shape;21139;p23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0" name="Google Shape;21140;p23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1" name="Google Shape;21141;p23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2" name="Google Shape;21142;p23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3" name="Google Shape;21143;p23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4" name="Google Shape;21144;p23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5" name="Google Shape;21145;p23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6" name="Google Shape;21146;p23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7" name="Google Shape;21147;p23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8" name="Google Shape;21148;p23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9" name="Google Shape;21149;p23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0" name="Google Shape;21150;p23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1" name="Google Shape;21151;p23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2" name="Google Shape;21152;p23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3" name="Google Shape;21153;p23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4" name="Google Shape;21154;p23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5" name="Google Shape;21155;p23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6" name="Google Shape;21156;p23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7" name="Google Shape;21157;p23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8" name="Google Shape;21158;p23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9" name="Google Shape;21159;p23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0" name="Google Shape;21160;p23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1" name="Google Shape;21161;p23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2" name="Google Shape;21162;p23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3" name="Google Shape;21163;p23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4" name="Google Shape;21164;p23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5" name="Google Shape;21165;p23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6" name="Google Shape;21166;p23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7" name="Google Shape;21167;p23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8" name="Google Shape;21168;p23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9" name="Google Shape;21169;p23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0" name="Google Shape;21170;p23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1" name="Google Shape;21171;p23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2" name="Google Shape;21172;p23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3" name="Google Shape;21173;p23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4" name="Google Shape;21174;p23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5" name="Google Shape;21175;p23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6" name="Google Shape;21176;p23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7" name="Google Shape;21177;p23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8" name="Google Shape;21178;p23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9" name="Google Shape;21179;p23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0" name="Google Shape;21180;p23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1" name="Google Shape;21181;p23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2" name="Google Shape;21182;p23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3" name="Google Shape;21183;p23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4" name="Google Shape;21184;p23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5" name="Google Shape;21185;p23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6" name="Google Shape;21186;p23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7" name="Google Shape;21187;p23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8" name="Google Shape;21188;p23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9" name="Google Shape;21189;p23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0" name="Google Shape;21190;p23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1" name="Google Shape;21191;p23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2" name="Google Shape;21192;p23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3" name="Google Shape;21193;p23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4" name="Google Shape;21194;p23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5" name="Google Shape;21195;p23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6" name="Google Shape;21196;p23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7" name="Google Shape;21197;p23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8" name="Google Shape;21198;p23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9" name="Google Shape;21199;p23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0" name="Google Shape;21200;p23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1" name="Google Shape;21201;p23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2" name="Google Shape;21202;p23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3" name="Google Shape;21203;p23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4" name="Google Shape;21204;p23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5" name="Google Shape;21205;p23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6" name="Google Shape;21206;p23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7" name="Google Shape;21207;p23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8" name="Google Shape;21208;p23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9" name="Google Shape;21209;p23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0" name="Google Shape;21210;p23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1" name="Google Shape;21211;p23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2" name="Google Shape;21212;p23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3" name="Google Shape;21213;p23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4" name="Google Shape;21214;p23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5" name="Google Shape;21215;p23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6" name="Google Shape;21216;p23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7" name="Google Shape;21217;p23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8" name="Google Shape;21218;p23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9" name="Google Shape;21219;p23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0" name="Google Shape;21220;p23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1" name="Google Shape;21221;p23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2" name="Google Shape;21222;p23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3" name="Google Shape;21223;p23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4" name="Google Shape;21224;p23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5" name="Google Shape;21225;p23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6" name="Google Shape;21226;p23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7" name="Google Shape;21227;p23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8" name="Google Shape;21228;p23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9" name="Google Shape;21229;p23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0" name="Google Shape;21230;p23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1" name="Google Shape;21231;p23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2" name="Google Shape;21232;p23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3" name="Google Shape;21233;p23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4" name="Google Shape;21234;p23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5" name="Google Shape;21235;p23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6" name="Google Shape;21236;p23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7" name="Google Shape;21237;p23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8" name="Google Shape;21238;p23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9" name="Google Shape;21239;p23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0" name="Google Shape;21240;p23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1" name="Google Shape;21241;p23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2" name="Google Shape;21242;p23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3" name="Google Shape;21243;p23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4" name="Google Shape;21244;p23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5" name="Google Shape;21245;p23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6" name="Google Shape;21246;p23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7" name="Google Shape;21247;p23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8" name="Google Shape;21248;p23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9" name="Google Shape;21249;p23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0" name="Google Shape;21250;p23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1" name="Google Shape;21251;p23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2" name="Google Shape;21252;p23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3" name="Google Shape;21253;p23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4" name="Google Shape;21254;p23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5" name="Google Shape;21255;p23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6" name="Google Shape;21256;p23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7" name="Google Shape;21257;p23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8" name="Google Shape;21258;p23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9" name="Google Shape;21259;p23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0" name="Google Shape;21260;p23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1" name="Google Shape;21261;p23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2" name="Google Shape;21262;p23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3" name="Google Shape;21263;p23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4" name="Google Shape;21264;p23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5" name="Google Shape;21265;p23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6" name="Google Shape;21266;p23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7" name="Google Shape;21267;p23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8" name="Google Shape;21268;p23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9" name="Google Shape;21269;p23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0" name="Google Shape;21270;p23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1" name="Google Shape;21271;p23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2" name="Google Shape;21272;p23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3" name="Google Shape;21273;p23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4" name="Google Shape;21274;p23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5" name="Google Shape;21275;p23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6" name="Google Shape;21276;p23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7" name="Google Shape;21277;p23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8" name="Google Shape;21278;p23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9" name="Google Shape;21279;p23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0" name="Google Shape;21280;p23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1" name="Google Shape;21281;p23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2" name="Google Shape;21282;p23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3" name="Google Shape;21283;p23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4" name="Google Shape;21284;p23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5" name="Google Shape;21285;p23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6" name="Google Shape;21286;p23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7" name="Google Shape;21287;p23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8" name="Google Shape;21288;p23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9" name="Google Shape;21289;p23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0" name="Google Shape;21290;p23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1" name="Google Shape;21291;p23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2" name="Google Shape;21292;p23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3" name="Google Shape;21293;p23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4" name="Google Shape;21294;p23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5" name="Google Shape;21295;p23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6" name="Google Shape;21296;p23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7" name="Google Shape;21297;p23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8" name="Google Shape;21298;p23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9" name="Google Shape;21299;p23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0" name="Google Shape;21300;p23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1" name="Google Shape;21301;p23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2" name="Google Shape;21302;p23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3" name="Google Shape;21303;p23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4" name="Google Shape;21304;p23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5" name="Google Shape;21305;p23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6" name="Google Shape;21306;p23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7" name="Google Shape;21307;p23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8" name="Google Shape;21308;p23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9" name="Google Shape;21309;p23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0" name="Google Shape;21310;p23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1" name="Google Shape;21311;p23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2" name="Google Shape;21312;p23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3" name="Google Shape;21313;p23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4" name="Google Shape;21314;p23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5" name="Google Shape;21315;p23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6" name="Google Shape;21316;p23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7" name="Google Shape;21317;p23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8" name="Google Shape;21318;p23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9" name="Google Shape;21319;p23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0" name="Google Shape;21320;p23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1" name="Google Shape;21321;p23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2" name="Google Shape;21322;p23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3" name="Google Shape;21323;p23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4" name="Google Shape;21324;p23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5" name="Google Shape;21325;p23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6" name="Google Shape;21326;p23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7" name="Google Shape;21327;p23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8" name="Google Shape;21328;p23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9" name="Google Shape;21329;p23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0" name="Google Shape;21330;p23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1" name="Google Shape;21331;p23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2" name="Google Shape;21332;p23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3" name="Google Shape;21333;p23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4" name="Google Shape;21334;p23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5" name="Google Shape;21335;p23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6" name="Google Shape;21336;p23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7" name="Google Shape;21337;p23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8" name="Google Shape;21338;p23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9" name="Google Shape;21339;p23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0" name="Google Shape;21340;p23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1" name="Google Shape;21341;p23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2" name="Google Shape;21342;p23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3" name="Google Shape;21343;p23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4" name="Google Shape;21344;p23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5" name="Google Shape;21345;p23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6" name="Google Shape;21346;p23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7" name="Google Shape;21347;p23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8" name="Google Shape;21348;p23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9" name="Google Shape;21349;p23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0" name="Google Shape;21350;p23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1" name="Google Shape;21351;p23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2" name="Google Shape;21352;p23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3" name="Google Shape;21353;p23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4" name="Google Shape;21354;p23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5" name="Google Shape;21355;p23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6" name="Google Shape;21356;p23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7" name="Google Shape;21357;p23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8" name="Google Shape;21358;p23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9" name="Google Shape;21359;p23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0" name="Google Shape;21360;p23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1" name="Google Shape;21361;p23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2" name="Google Shape;21362;p23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3" name="Google Shape;21363;p23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4" name="Google Shape;21364;p23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5" name="Google Shape;21365;p23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6" name="Google Shape;21366;p23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7" name="Google Shape;21367;p23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8" name="Google Shape;21368;p23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9" name="Google Shape;21369;p23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0" name="Google Shape;21370;p23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1" name="Google Shape;21371;p23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2" name="Google Shape;21372;p23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3" name="Google Shape;21373;p23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4" name="Google Shape;21374;p23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5" name="Google Shape;21375;p23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6" name="Google Shape;21376;p23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7" name="Google Shape;21377;p23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8" name="Google Shape;21378;p23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9" name="Google Shape;21379;p23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0" name="Google Shape;21380;p23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1" name="Google Shape;21381;p23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2" name="Google Shape;21382;p23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3" name="Google Shape;21383;p23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4" name="Google Shape;21384;p23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5" name="Google Shape;21385;p23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6" name="Google Shape;21386;p23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7" name="Google Shape;21387;p23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8" name="Google Shape;21388;p23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9" name="Google Shape;21389;p23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0" name="Google Shape;21390;p23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1" name="Google Shape;21391;p23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2" name="Google Shape;21392;p23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3" name="Google Shape;21393;p23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4" name="Google Shape;21394;p23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5" name="Google Shape;21395;p23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6" name="Google Shape;21396;p23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7" name="Google Shape;21397;p23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8" name="Google Shape;21398;p23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9" name="Google Shape;21399;p23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0" name="Google Shape;21400;p23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1" name="Google Shape;21401;p23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2" name="Google Shape;21402;p23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3" name="Google Shape;21403;p23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4" name="Google Shape;21404;p23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5" name="Google Shape;21405;p23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6" name="Google Shape;21406;p23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7" name="Google Shape;21407;p23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8" name="Google Shape;21408;p23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9" name="Google Shape;21409;p23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0" name="Google Shape;21410;p23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1" name="Google Shape;21411;p23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2" name="Google Shape;21412;p23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3" name="Google Shape;21413;p23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4" name="Google Shape;21414;p23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5" name="Google Shape;21415;p23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6" name="Google Shape;21416;p23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7" name="Google Shape;21417;p23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8" name="Google Shape;21418;p23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9" name="Google Shape;21419;p23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0" name="Google Shape;21420;p23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1" name="Google Shape;21421;p23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2" name="Google Shape;21422;p23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3" name="Google Shape;21423;p23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4" name="Google Shape;21424;p23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5" name="Google Shape;21425;p23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6" name="Google Shape;21426;p23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7" name="Google Shape;21427;p23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8" name="Google Shape;21428;p23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9" name="Google Shape;21429;p23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0" name="Google Shape;21430;p23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1" name="Google Shape;21431;p23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2" name="Google Shape;21432;p23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3" name="Google Shape;21433;p23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4" name="Google Shape;21434;p23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5" name="Google Shape;21435;p23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6" name="Google Shape;21436;p23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7" name="Google Shape;21437;p23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8" name="Google Shape;21438;p23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9" name="Google Shape;21439;p23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0" name="Google Shape;21440;p23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1" name="Google Shape;21441;p23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2" name="Google Shape;21442;p23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3" name="Google Shape;21443;p23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4" name="Google Shape;21444;p23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5" name="Google Shape;21445;p23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6" name="Google Shape;21446;p23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7" name="Google Shape;21447;p23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8" name="Google Shape;21448;p23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9" name="Google Shape;21449;p23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0" name="Google Shape;21450;p23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1" name="Google Shape;21451;p23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2" name="Google Shape;21452;p23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3" name="Google Shape;21453;p23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4" name="Google Shape;21454;p23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5" name="Google Shape;21455;p23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6" name="Google Shape;21456;p23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7" name="Google Shape;21457;p23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8" name="Google Shape;21458;p23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9" name="Google Shape;21459;p23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0" name="Google Shape;21460;p23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1" name="Google Shape;21461;p23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2" name="Google Shape;21462;p23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3" name="Google Shape;21463;p23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4" name="Google Shape;21464;p23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5" name="Google Shape;21465;p23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6" name="Google Shape;21466;p23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7" name="Google Shape;21467;p23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8" name="Google Shape;21468;p23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9" name="Google Shape;21469;p23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0" name="Google Shape;21470;p23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1" name="Google Shape;21471;p23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2" name="Google Shape;21472;p23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3" name="Google Shape;21473;p23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4" name="Google Shape;21474;p23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5" name="Google Shape;21475;p23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6" name="Google Shape;21476;p23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7" name="Google Shape;21477;p23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8" name="Google Shape;21478;p23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9" name="Google Shape;21479;p23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0" name="Google Shape;21480;p23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1" name="Google Shape;21481;p23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2" name="Google Shape;21482;p23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3" name="Google Shape;21483;p23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4" name="Google Shape;21484;p23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5" name="Google Shape;21485;p23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6" name="Google Shape;21486;p23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7" name="Google Shape;21487;p23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8" name="Google Shape;21488;p23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9" name="Google Shape;21489;p23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0" name="Google Shape;21490;p23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1" name="Google Shape;21491;p23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2" name="Google Shape;21492;p23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3" name="Google Shape;21493;p23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4" name="Google Shape;21494;p23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5" name="Google Shape;21495;p23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6" name="Google Shape;21496;p23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7" name="Google Shape;21497;p23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8" name="Google Shape;21498;p23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9" name="Google Shape;21499;p23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0" name="Google Shape;21500;p23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1" name="Google Shape;21501;p23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2" name="Google Shape;21502;p23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3" name="Google Shape;21503;p23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4" name="Google Shape;21504;p23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5" name="Google Shape;21505;p23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6" name="Google Shape;21506;p23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7" name="Google Shape;21507;p23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8" name="Google Shape;21508;p23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9" name="Google Shape;21509;p23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0" name="Google Shape;21510;p23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1" name="Google Shape;21511;p23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2" name="Google Shape;21512;p23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3" name="Google Shape;21513;p23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4" name="Google Shape;21514;p23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5" name="Google Shape;21515;p23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6" name="Google Shape;21516;p23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7" name="Google Shape;21517;p23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8" name="Google Shape;21518;p23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9" name="Google Shape;21519;p23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0" name="Google Shape;21520;p23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1" name="Google Shape;21521;p23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2" name="Google Shape;21522;p23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3" name="Google Shape;21523;p23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4" name="Google Shape;21524;p23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5" name="Google Shape;21525;p23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6" name="Google Shape;21526;p23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7" name="Google Shape;21527;p23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8" name="Google Shape;21528;p23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9" name="Google Shape;21529;p23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0" name="Google Shape;21530;p23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1" name="Google Shape;21531;p23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2" name="Google Shape;21532;p23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3" name="Google Shape;21533;p23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4" name="Google Shape;21534;p23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5" name="Google Shape;21535;p23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6" name="Google Shape;21536;p23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7" name="Google Shape;21537;p23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8" name="Google Shape;21538;p23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9" name="Google Shape;21539;p23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0" name="Google Shape;21540;p23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1" name="Google Shape;21541;p23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2" name="Google Shape;21542;p23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3" name="Google Shape;21543;p23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4" name="Google Shape;21544;p23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5" name="Google Shape;21545;p23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6" name="Google Shape;21546;p23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7" name="Google Shape;21547;p23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8" name="Google Shape;21548;p23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9" name="Google Shape;21549;p23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0" name="Google Shape;21550;p23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1" name="Google Shape;21551;p23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2" name="Google Shape;21552;p23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3" name="Google Shape;21553;p23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4" name="Google Shape;21554;p23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5" name="Google Shape;21555;p23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6" name="Google Shape;21556;p23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7" name="Google Shape;21557;p23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8" name="Google Shape;21558;p23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9" name="Google Shape;21559;p23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0" name="Google Shape;21560;p23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1" name="Google Shape;21561;p23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2" name="Google Shape;21562;p23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3" name="Google Shape;21563;p23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4" name="Google Shape;21564;p23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5" name="Google Shape;21565;p23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6" name="Google Shape;21566;p23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7" name="Google Shape;21567;p23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8" name="Google Shape;21568;p23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9" name="Google Shape;21569;p23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0" name="Google Shape;21570;p23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1" name="Google Shape;21571;p23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2" name="Google Shape;21572;p23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3" name="Google Shape;21573;p23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4" name="Google Shape;21574;p23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5" name="Google Shape;21575;p23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6" name="Google Shape;21576;p23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7" name="Google Shape;21577;p23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8" name="Google Shape;21578;p23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9" name="Google Shape;21579;p23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0" name="Google Shape;21580;p23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1" name="Google Shape;21581;p23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2" name="Google Shape;21582;p23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3" name="Google Shape;21583;p23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4" name="Google Shape;21584;p23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5" name="Google Shape;21585;p23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6" name="Google Shape;21586;p23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7" name="Google Shape;21587;p23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8" name="Google Shape;21588;p23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9" name="Google Shape;21589;p23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0" name="Google Shape;21590;p23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1" name="Google Shape;21591;p23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2" name="Google Shape;21592;p23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3" name="Google Shape;21593;p23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4" name="Google Shape;21594;p23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5" name="Google Shape;21595;p23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6" name="Google Shape;21596;p23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7" name="Google Shape;21597;p23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8" name="Google Shape;21598;p23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9" name="Google Shape;21599;p23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0" name="Google Shape;21600;p23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1" name="Google Shape;21601;p23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2" name="Google Shape;21602;p23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3" name="Google Shape;21603;p23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4" name="Google Shape;21604;p23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5" name="Google Shape;21605;p23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6" name="Google Shape;21606;p23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7" name="Google Shape;21607;p23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8" name="Google Shape;21608;p23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9" name="Google Shape;21609;p23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0" name="Google Shape;21610;p23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1" name="Google Shape;21611;p23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2" name="Google Shape;21612;p23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3" name="Google Shape;21613;p23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4" name="Google Shape;21614;p23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5" name="Google Shape;21615;p23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6" name="Google Shape;21616;p23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7" name="Google Shape;21617;p23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8" name="Google Shape;21618;p23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9" name="Google Shape;21619;p23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0" name="Google Shape;21620;p23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1" name="Google Shape;21621;p23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2" name="Google Shape;21622;p23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3" name="Google Shape;21623;p23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4" name="Google Shape;21624;p23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5" name="Google Shape;21625;p23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6" name="Google Shape;21626;p23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7" name="Google Shape;21627;p23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8" name="Google Shape;21628;p23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9" name="Google Shape;21629;p23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0" name="Google Shape;21630;p23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1" name="Google Shape;21631;p23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2" name="Google Shape;21632;p23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3" name="Google Shape;21633;p23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4" name="Google Shape;21634;p23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5" name="Google Shape;21635;p23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6" name="Google Shape;21636;p23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7" name="Google Shape;21637;p23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8" name="Google Shape;21638;p23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9" name="Google Shape;21639;p23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0" name="Google Shape;21640;p23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1" name="Google Shape;21641;p23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2" name="Google Shape;21642;p23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3" name="Google Shape;21643;p23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4" name="Google Shape;21644;p23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5" name="Google Shape;21645;p23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6" name="Google Shape;21646;p23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7" name="Google Shape;21647;p23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8" name="Google Shape;21648;p23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9" name="Google Shape;21649;p23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0" name="Google Shape;21650;p23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1" name="Google Shape;21651;p23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2" name="Google Shape;21652;p23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3" name="Google Shape;21653;p23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4" name="Google Shape;21654;p23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5" name="Google Shape;21655;p23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6" name="Google Shape;21656;p23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7" name="Google Shape;21657;p23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8" name="Google Shape;21658;p23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9" name="Google Shape;21659;p23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0" name="Google Shape;21660;p23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1" name="Google Shape;21661;p23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2" name="Google Shape;21662;p23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3" name="Google Shape;21663;p23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4" name="Google Shape;21664;p23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5" name="Google Shape;21665;p23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6" name="Google Shape;21666;p23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7" name="Google Shape;21667;p23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8" name="Google Shape;21668;p23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9" name="Google Shape;21669;p23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0" name="Google Shape;21670;p23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1" name="Google Shape;21671;p23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2" name="Google Shape;21672;p23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3" name="Google Shape;21673;p23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4" name="Google Shape;21674;p23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5" name="Google Shape;21675;p23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6" name="Google Shape;21676;p23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7" name="Google Shape;21677;p23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8" name="Google Shape;21678;p23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9" name="Google Shape;21679;p23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0" name="Google Shape;21680;p23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1" name="Google Shape;21681;p23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2" name="Google Shape;21682;p23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3" name="Google Shape;21683;p23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4" name="Google Shape;21684;p23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5" name="Google Shape;21685;p23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6" name="Google Shape;21686;p23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7" name="Google Shape;21687;p23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8" name="Google Shape;21688;p23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9" name="Google Shape;21689;p23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0" name="Google Shape;21690;p23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1" name="Google Shape;21691;p23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2" name="Google Shape;21692;p23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3" name="Google Shape;21693;p23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4" name="Google Shape;21694;p23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5" name="Google Shape;21695;p23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6" name="Google Shape;21696;p23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7" name="Google Shape;21697;p23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8" name="Google Shape;21698;p23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9" name="Google Shape;21699;p23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0" name="Google Shape;21700;p23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1" name="Google Shape;21701;p23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2" name="Google Shape;21702;p23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3" name="Google Shape;21703;p23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4" name="Google Shape;21704;p23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5" name="Google Shape;21705;p23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6" name="Google Shape;21706;p23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7" name="Google Shape;21707;p23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8" name="Google Shape;21708;p23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9" name="Google Shape;21709;p23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0" name="Google Shape;21710;p23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1" name="Google Shape;21711;p23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2" name="Google Shape;21712;p23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3" name="Google Shape;21713;p23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4" name="Google Shape;21714;p23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5" name="Google Shape;21715;p23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6" name="Google Shape;21716;p23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7" name="Google Shape;21717;p23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8" name="Google Shape;21718;p23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9" name="Google Shape;21719;p23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0" name="Google Shape;21720;p23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1" name="Google Shape;21721;p23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2" name="Google Shape;21722;p23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3" name="Google Shape;21723;p23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4" name="Google Shape;21724;p23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5" name="Google Shape;21725;p23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6" name="Google Shape;21726;p23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7" name="Google Shape;21727;p23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8" name="Google Shape;21728;p23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9" name="Google Shape;21729;p23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0" name="Google Shape;21730;p23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1" name="Google Shape;21731;p23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2" name="Google Shape;21732;p23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3" name="Google Shape;21733;p23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4" name="Google Shape;21734;p23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5" name="Google Shape;21735;p23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6" name="Google Shape;21736;p23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7" name="Google Shape;21737;p23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8" name="Google Shape;21738;p23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9" name="Google Shape;21739;p23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0" name="Google Shape;21740;p23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1" name="Google Shape;21741;p23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2" name="Google Shape;21742;p23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3" name="Google Shape;21743;p23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4" name="Google Shape;21744;p23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5" name="Google Shape;21745;p23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6" name="Google Shape;21746;p23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7" name="Google Shape;21747;p23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8" name="Google Shape;21748;p23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9" name="Google Shape;21749;p23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0" name="Google Shape;21750;p23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1" name="Google Shape;21751;p23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2" name="Google Shape;21752;p23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3" name="Google Shape;21753;p23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4" name="Google Shape;21754;p23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5" name="Google Shape;21755;p23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6" name="Google Shape;21756;p23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7" name="Google Shape;21757;p23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8" name="Google Shape;21758;p23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9" name="Google Shape;21759;p23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0" name="Google Shape;21760;p23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1" name="Google Shape;21761;p23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2" name="Google Shape;21762;p23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3" name="Google Shape;21763;p23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4" name="Google Shape;21764;p23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5" name="Google Shape;21765;p23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6" name="Google Shape;21766;p23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7" name="Google Shape;21767;p23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8" name="Google Shape;21768;p23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9" name="Google Shape;21769;p23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0" name="Google Shape;21770;p23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1" name="Google Shape;21771;p23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2" name="Google Shape;21772;p23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3" name="Google Shape;21773;p23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4" name="Google Shape;21774;p23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5" name="Google Shape;21775;p23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6" name="Google Shape;21776;p23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7" name="Google Shape;21777;p23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8" name="Google Shape;21778;p23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9" name="Google Shape;21779;p23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0" name="Google Shape;21780;p23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1" name="Google Shape;21781;p23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2" name="Google Shape;21782;p23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3" name="Google Shape;21783;p23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4" name="Google Shape;21784;p23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5" name="Google Shape;21785;p23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6" name="Google Shape;21786;p23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7" name="Google Shape;21787;p23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8" name="Google Shape;21788;p23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9" name="Google Shape;21789;p23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0" name="Google Shape;21790;p23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1" name="Google Shape;21791;p23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2" name="Google Shape;21792;p23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3" name="Google Shape;21793;p23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4" name="Google Shape;21794;p23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5" name="Google Shape;21795;p23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6" name="Google Shape;21796;p23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7" name="Google Shape;21797;p23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8" name="Google Shape;21798;p23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9" name="Google Shape;21799;p23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0" name="Google Shape;21800;p23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1" name="Google Shape;21801;p23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2" name="Google Shape;21802;p23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3" name="Google Shape;21803;p23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4" name="Google Shape;21804;p23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5" name="Google Shape;21805;p23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6" name="Google Shape;21806;p23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7" name="Google Shape;21807;p23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8" name="Google Shape;21808;p23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9" name="Google Shape;21809;p23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0" name="Google Shape;21810;p23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1" name="Google Shape;21811;p23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2" name="Google Shape;21812;p23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3" name="Google Shape;21813;p23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4" name="Google Shape;21814;p23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5" name="Google Shape;21815;p23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6" name="Google Shape;21816;p23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7" name="Google Shape;21817;p23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8" name="Google Shape;21818;p23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9" name="Google Shape;21819;p23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0" name="Google Shape;21820;p23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1" name="Google Shape;21821;p23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2" name="Google Shape;21822;p23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3" name="Google Shape;21823;p23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4" name="Google Shape;21824;p23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5" name="Google Shape;21825;p23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6" name="Google Shape;21826;p23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7" name="Google Shape;21827;p23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8" name="Google Shape;21828;p23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9" name="Google Shape;21829;p23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0" name="Google Shape;21830;p23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1" name="Google Shape;21831;p23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2" name="Google Shape;21832;p23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3" name="Google Shape;21833;p23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4" name="Google Shape;21834;p23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5" name="Google Shape;21835;p23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6" name="Google Shape;21836;p23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7" name="Google Shape;21837;p23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8" name="Google Shape;21838;p23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9" name="Google Shape;21839;p23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0" name="Google Shape;21840;p23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1" name="Google Shape;21841;p23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2" name="Google Shape;21842;p23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3" name="Google Shape;21843;p23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4" name="Google Shape;21844;p23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5" name="Google Shape;21845;p23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6" name="Google Shape;21846;p23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7" name="Google Shape;21847;p23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8" name="Google Shape;21848;p23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9" name="Google Shape;21849;p23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0" name="Google Shape;21850;p23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1" name="Google Shape;21851;p23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2" name="Google Shape;21852;p23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3" name="Google Shape;21853;p23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4" name="Google Shape;21854;p23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5" name="Google Shape;21855;p23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6" name="Google Shape;21856;p23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7" name="Google Shape;21857;p23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8" name="Google Shape;21858;p23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9" name="Google Shape;21859;p23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0" name="Google Shape;21860;p23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1" name="Google Shape;21861;p23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2" name="Google Shape;21862;p23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3" name="Google Shape;21863;p23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4" name="Google Shape;21864;p23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5" name="Google Shape;21865;p23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6" name="Google Shape;21866;p23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7" name="Google Shape;21867;p23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8" name="Google Shape;21868;p23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9" name="Google Shape;21869;p23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0" name="Google Shape;21870;p23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1" name="Google Shape;21871;p23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2" name="Google Shape;21872;p23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3" name="Google Shape;21873;p23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4" name="Google Shape;21874;p23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5" name="Google Shape;21875;p23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6" name="Google Shape;21876;p23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7" name="Google Shape;21877;p23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8" name="Google Shape;21878;p23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9" name="Google Shape;21879;p23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0" name="Google Shape;21880;p23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1" name="Google Shape;21881;p23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2" name="Google Shape;21882;p23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3" name="Google Shape;21883;p23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4" name="Google Shape;21884;p23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5" name="Google Shape;21885;p23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6" name="Google Shape;21886;p23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7" name="Google Shape;21887;p23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8" name="Google Shape;21888;p23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9" name="Google Shape;21889;p23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0" name="Google Shape;21890;p23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1" name="Google Shape;21891;p23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2" name="Google Shape;21892;p23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3" name="Google Shape;21893;p23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4" name="Google Shape;21894;p23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5" name="Google Shape;21895;p23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6" name="Google Shape;21896;p23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7" name="Google Shape;21897;p23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8" name="Google Shape;21898;p23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9" name="Google Shape;21899;p23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0" name="Google Shape;21900;p23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1" name="Google Shape;21901;p23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2" name="Google Shape;21902;p23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3" name="Google Shape;21903;p23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4" name="Google Shape;21904;p23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5" name="Google Shape;21905;p23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6" name="Google Shape;21906;p23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7" name="Google Shape;21907;p23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8" name="Google Shape;21908;p23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9" name="Google Shape;21909;p23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0" name="Google Shape;21910;p23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1" name="Google Shape;21911;p23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2" name="Google Shape;21912;p23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3" name="Google Shape;21913;p23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4" name="Google Shape;21914;p23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5" name="Google Shape;21915;p23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6" name="Google Shape;21916;p23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917" name="Google Shape;21917;p23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8" name="Google Shape;21918;p23"/>
          <p:cNvSpPr txBox="1"/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1919" name="Google Shape;21919;p23"/>
          <p:cNvSpPr txBox="1"/>
          <p:nvPr>
            <p:ph idx="1" type="subTitle"/>
          </p:nvPr>
        </p:nvSpPr>
        <p:spPr>
          <a:xfrm>
            <a:off x="5070938" y="1905150"/>
            <a:ext cx="3063600" cy="187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21920" name="Google Shape;21920;p23"/>
          <p:cNvGrpSpPr/>
          <p:nvPr/>
        </p:nvGrpSpPr>
        <p:grpSpPr>
          <a:xfrm>
            <a:off x="4095657" y="4046836"/>
            <a:ext cx="443090" cy="415211"/>
            <a:chOff x="2987700" y="3560325"/>
            <a:chExt cx="386708" cy="362377"/>
          </a:xfrm>
        </p:grpSpPr>
        <p:sp>
          <p:nvSpPr>
            <p:cNvPr id="21921" name="Google Shape;21921;p2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2" name="Google Shape;21922;p2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3" name="Google Shape;21923;p2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4" name="Google Shape;21924;p2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5" name="Google Shape;21925;p2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6" name="Google Shape;21926;p2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7" name="Google Shape;21927;p2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8" name="Google Shape;21928;p2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9" name="Google Shape;21929;p2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0" name="Google Shape;21930;p2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1" name="Google Shape;21931;p2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2" name="Google Shape;21932;p2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3" name="Google Shape;21933;p2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4" name="Google Shape;21934;p2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5" name="Google Shape;21935;p2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6" name="Google Shape;21936;p2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7" name="Google Shape;21937;p2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8" name="Google Shape;21938;p2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9" name="Google Shape;21939;p2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0" name="Google Shape;21940;p2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1" name="Google Shape;21941;p2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2" name="Google Shape;21942;p2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3" name="Google Shape;21943;p2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944" name="Google Shape;21944;p23"/>
          <p:cNvGrpSpPr/>
          <p:nvPr/>
        </p:nvGrpSpPr>
        <p:grpSpPr>
          <a:xfrm>
            <a:off x="8204337" y="1154336"/>
            <a:ext cx="295252" cy="276675"/>
            <a:chOff x="2987700" y="3560325"/>
            <a:chExt cx="386708" cy="362377"/>
          </a:xfrm>
        </p:grpSpPr>
        <p:sp>
          <p:nvSpPr>
            <p:cNvPr id="21945" name="Google Shape;21945;p2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6" name="Google Shape;21946;p2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7" name="Google Shape;21947;p2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8" name="Google Shape;21948;p2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9" name="Google Shape;21949;p2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0" name="Google Shape;21950;p2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1" name="Google Shape;21951;p2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2" name="Google Shape;21952;p2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3" name="Google Shape;21953;p2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4" name="Google Shape;21954;p2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5" name="Google Shape;21955;p2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6" name="Google Shape;21956;p2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7" name="Google Shape;21957;p2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8" name="Google Shape;21958;p2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9" name="Google Shape;21959;p2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0" name="Google Shape;21960;p2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1" name="Google Shape;21961;p2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2" name="Google Shape;21962;p2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3" name="Google Shape;21963;p2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4" name="Google Shape;21964;p2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5" name="Google Shape;21965;p2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6" name="Google Shape;21966;p2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7" name="Google Shape;21967;p2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968" name="Google Shape;21968;p23"/>
          <p:cNvGrpSpPr/>
          <p:nvPr/>
        </p:nvGrpSpPr>
        <p:grpSpPr>
          <a:xfrm>
            <a:off x="3284012" y="4604461"/>
            <a:ext cx="295252" cy="276675"/>
            <a:chOff x="2987700" y="3560325"/>
            <a:chExt cx="386708" cy="362377"/>
          </a:xfrm>
        </p:grpSpPr>
        <p:sp>
          <p:nvSpPr>
            <p:cNvPr id="21969" name="Google Shape;21969;p2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0" name="Google Shape;21970;p2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1" name="Google Shape;21971;p2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2" name="Google Shape;21972;p2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3" name="Google Shape;21973;p2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4" name="Google Shape;21974;p2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5" name="Google Shape;21975;p2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6" name="Google Shape;21976;p2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7" name="Google Shape;21977;p2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8" name="Google Shape;21978;p2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9" name="Google Shape;21979;p2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0" name="Google Shape;21980;p2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1" name="Google Shape;21981;p2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2" name="Google Shape;21982;p2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3" name="Google Shape;21983;p2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4" name="Google Shape;21984;p2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5" name="Google Shape;21985;p2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6" name="Google Shape;21986;p2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7" name="Google Shape;21987;p2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8" name="Google Shape;21988;p2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9" name="Google Shape;21989;p2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0" name="Google Shape;21990;p2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1" name="Google Shape;21991;p2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992" name="Google Shape;21992;p23"/>
          <p:cNvGrpSpPr/>
          <p:nvPr/>
        </p:nvGrpSpPr>
        <p:grpSpPr>
          <a:xfrm>
            <a:off x="7442932" y="486311"/>
            <a:ext cx="443090" cy="415211"/>
            <a:chOff x="2987700" y="3560325"/>
            <a:chExt cx="386708" cy="362377"/>
          </a:xfrm>
        </p:grpSpPr>
        <p:sp>
          <p:nvSpPr>
            <p:cNvPr id="21993" name="Google Shape;21993;p23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4" name="Google Shape;21994;p23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5" name="Google Shape;21995;p23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6" name="Google Shape;21996;p23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7" name="Google Shape;21997;p23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8" name="Google Shape;21998;p23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9" name="Google Shape;21999;p23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0" name="Google Shape;22000;p23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1" name="Google Shape;22001;p23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2" name="Google Shape;22002;p23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3" name="Google Shape;22003;p23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4" name="Google Shape;22004;p23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5" name="Google Shape;22005;p23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6" name="Google Shape;22006;p23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7" name="Google Shape;22007;p23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8" name="Google Shape;22008;p23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9" name="Google Shape;22009;p23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0" name="Google Shape;22010;p23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1" name="Google Shape;22011;p23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2" name="Google Shape;22012;p23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3" name="Google Shape;22013;p23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4" name="Google Shape;22014;p23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5" name="Google Shape;22015;p23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016" name="Google Shape;22016;p23"/>
          <p:cNvSpPr/>
          <p:nvPr/>
        </p:nvSpPr>
        <p:spPr>
          <a:xfrm>
            <a:off x="161225" y="1014050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7" name="Google Shape;22017;p23"/>
          <p:cNvSpPr/>
          <p:nvPr/>
        </p:nvSpPr>
        <p:spPr>
          <a:xfrm flipH="1">
            <a:off x="6937550" y="3781050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ONE_COLUMN_TEXT_1_1">
    <p:spTree>
      <p:nvGrpSpPr>
        <p:cNvPr id="22018" name="Shape 22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19" name="Google Shape;22019;p24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2020" name="Google Shape;22020;p24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1" name="Google Shape;22021;p24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2" name="Google Shape;22022;p24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3" name="Google Shape;22023;p24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4" name="Google Shape;22024;p24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5" name="Google Shape;22025;p24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6" name="Google Shape;22026;p24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7" name="Google Shape;22027;p24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8" name="Google Shape;22028;p24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9" name="Google Shape;22029;p24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0" name="Google Shape;22030;p24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1" name="Google Shape;22031;p24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2" name="Google Shape;22032;p24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3" name="Google Shape;22033;p24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4" name="Google Shape;22034;p24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5" name="Google Shape;22035;p24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6" name="Google Shape;22036;p24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7" name="Google Shape;22037;p24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8" name="Google Shape;22038;p24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9" name="Google Shape;22039;p24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0" name="Google Shape;22040;p24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1" name="Google Shape;22041;p24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2" name="Google Shape;22042;p24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3" name="Google Shape;22043;p24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4" name="Google Shape;22044;p24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5" name="Google Shape;22045;p24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6" name="Google Shape;22046;p24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7" name="Google Shape;22047;p24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8" name="Google Shape;22048;p24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9" name="Google Shape;22049;p24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0" name="Google Shape;22050;p24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1" name="Google Shape;22051;p24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2" name="Google Shape;22052;p24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3" name="Google Shape;22053;p24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4" name="Google Shape;22054;p24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5" name="Google Shape;22055;p24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6" name="Google Shape;22056;p24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7" name="Google Shape;22057;p24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8" name="Google Shape;22058;p24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9" name="Google Shape;22059;p24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0" name="Google Shape;22060;p24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1" name="Google Shape;22061;p24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2" name="Google Shape;22062;p24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3" name="Google Shape;22063;p24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4" name="Google Shape;22064;p24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5" name="Google Shape;22065;p24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6" name="Google Shape;22066;p24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7" name="Google Shape;22067;p24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8" name="Google Shape;22068;p24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9" name="Google Shape;22069;p24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0" name="Google Shape;22070;p24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1" name="Google Shape;22071;p24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2" name="Google Shape;22072;p24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3" name="Google Shape;22073;p24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4" name="Google Shape;22074;p24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5" name="Google Shape;22075;p24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6" name="Google Shape;22076;p24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7" name="Google Shape;22077;p24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8" name="Google Shape;22078;p24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9" name="Google Shape;22079;p24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0" name="Google Shape;22080;p24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1" name="Google Shape;22081;p24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2" name="Google Shape;22082;p24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3" name="Google Shape;22083;p24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4" name="Google Shape;22084;p24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5" name="Google Shape;22085;p24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6" name="Google Shape;22086;p24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7" name="Google Shape;22087;p24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8" name="Google Shape;22088;p24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9" name="Google Shape;22089;p24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0" name="Google Shape;22090;p24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1" name="Google Shape;22091;p24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2" name="Google Shape;22092;p24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3" name="Google Shape;22093;p24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4" name="Google Shape;22094;p24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5" name="Google Shape;22095;p24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6" name="Google Shape;22096;p24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7" name="Google Shape;22097;p24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8" name="Google Shape;22098;p24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9" name="Google Shape;22099;p24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0" name="Google Shape;22100;p24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1" name="Google Shape;22101;p24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2" name="Google Shape;22102;p24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3" name="Google Shape;22103;p24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4" name="Google Shape;22104;p24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5" name="Google Shape;22105;p24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6" name="Google Shape;22106;p24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7" name="Google Shape;22107;p24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8" name="Google Shape;22108;p24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9" name="Google Shape;22109;p24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0" name="Google Shape;22110;p24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1" name="Google Shape;22111;p24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2" name="Google Shape;22112;p24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3" name="Google Shape;22113;p24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4" name="Google Shape;22114;p24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5" name="Google Shape;22115;p24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6" name="Google Shape;22116;p24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7" name="Google Shape;22117;p24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8" name="Google Shape;22118;p24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9" name="Google Shape;22119;p24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0" name="Google Shape;22120;p24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1" name="Google Shape;22121;p24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2" name="Google Shape;22122;p24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3" name="Google Shape;22123;p24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4" name="Google Shape;22124;p24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5" name="Google Shape;22125;p24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6" name="Google Shape;22126;p24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7" name="Google Shape;22127;p24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8" name="Google Shape;22128;p24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9" name="Google Shape;22129;p24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0" name="Google Shape;22130;p24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1" name="Google Shape;22131;p24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2" name="Google Shape;22132;p24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3" name="Google Shape;22133;p24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4" name="Google Shape;22134;p24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5" name="Google Shape;22135;p24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6" name="Google Shape;22136;p24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7" name="Google Shape;22137;p24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8" name="Google Shape;22138;p24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9" name="Google Shape;22139;p24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0" name="Google Shape;22140;p24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1" name="Google Shape;22141;p24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2" name="Google Shape;22142;p24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3" name="Google Shape;22143;p24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4" name="Google Shape;22144;p24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5" name="Google Shape;22145;p24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6" name="Google Shape;22146;p24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7" name="Google Shape;22147;p24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8" name="Google Shape;22148;p24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9" name="Google Shape;22149;p24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0" name="Google Shape;22150;p24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1" name="Google Shape;22151;p24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2" name="Google Shape;22152;p24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3" name="Google Shape;22153;p24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4" name="Google Shape;22154;p24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5" name="Google Shape;22155;p24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6" name="Google Shape;22156;p24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7" name="Google Shape;22157;p24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8" name="Google Shape;22158;p24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9" name="Google Shape;22159;p24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0" name="Google Shape;22160;p24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1" name="Google Shape;22161;p24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2" name="Google Shape;22162;p24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3" name="Google Shape;22163;p24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4" name="Google Shape;22164;p24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5" name="Google Shape;22165;p24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6" name="Google Shape;22166;p24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7" name="Google Shape;22167;p24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8" name="Google Shape;22168;p24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9" name="Google Shape;22169;p24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0" name="Google Shape;22170;p24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1" name="Google Shape;22171;p24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2" name="Google Shape;22172;p24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3" name="Google Shape;22173;p24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4" name="Google Shape;22174;p24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5" name="Google Shape;22175;p24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6" name="Google Shape;22176;p24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7" name="Google Shape;22177;p24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8" name="Google Shape;22178;p24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9" name="Google Shape;22179;p24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0" name="Google Shape;22180;p24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1" name="Google Shape;22181;p24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2" name="Google Shape;22182;p24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3" name="Google Shape;22183;p24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4" name="Google Shape;22184;p24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5" name="Google Shape;22185;p24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6" name="Google Shape;22186;p24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7" name="Google Shape;22187;p24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8" name="Google Shape;22188;p24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9" name="Google Shape;22189;p24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0" name="Google Shape;22190;p24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1" name="Google Shape;22191;p24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2" name="Google Shape;22192;p24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3" name="Google Shape;22193;p24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4" name="Google Shape;22194;p24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5" name="Google Shape;22195;p24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6" name="Google Shape;22196;p24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7" name="Google Shape;22197;p24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8" name="Google Shape;22198;p24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9" name="Google Shape;22199;p24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0" name="Google Shape;22200;p24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1" name="Google Shape;22201;p24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2" name="Google Shape;22202;p24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3" name="Google Shape;22203;p24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4" name="Google Shape;22204;p24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5" name="Google Shape;22205;p24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6" name="Google Shape;22206;p24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7" name="Google Shape;22207;p24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8" name="Google Shape;22208;p24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9" name="Google Shape;22209;p24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0" name="Google Shape;22210;p24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1" name="Google Shape;22211;p24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2" name="Google Shape;22212;p24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3" name="Google Shape;22213;p24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4" name="Google Shape;22214;p24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5" name="Google Shape;22215;p24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6" name="Google Shape;22216;p24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7" name="Google Shape;22217;p24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8" name="Google Shape;22218;p24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9" name="Google Shape;22219;p24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0" name="Google Shape;22220;p24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1" name="Google Shape;22221;p24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2" name="Google Shape;22222;p24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3" name="Google Shape;22223;p24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4" name="Google Shape;22224;p24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5" name="Google Shape;22225;p24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6" name="Google Shape;22226;p24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7" name="Google Shape;22227;p24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8" name="Google Shape;22228;p24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9" name="Google Shape;22229;p24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0" name="Google Shape;22230;p24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1" name="Google Shape;22231;p24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2" name="Google Shape;22232;p24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3" name="Google Shape;22233;p24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4" name="Google Shape;22234;p24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5" name="Google Shape;22235;p24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6" name="Google Shape;22236;p24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7" name="Google Shape;22237;p24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8" name="Google Shape;22238;p24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9" name="Google Shape;22239;p24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0" name="Google Shape;22240;p24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1" name="Google Shape;22241;p24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2" name="Google Shape;22242;p24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3" name="Google Shape;22243;p24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4" name="Google Shape;22244;p24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5" name="Google Shape;22245;p24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6" name="Google Shape;22246;p24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7" name="Google Shape;22247;p24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8" name="Google Shape;22248;p24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9" name="Google Shape;22249;p24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0" name="Google Shape;22250;p24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1" name="Google Shape;22251;p24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2" name="Google Shape;22252;p24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3" name="Google Shape;22253;p24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4" name="Google Shape;22254;p24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5" name="Google Shape;22255;p24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6" name="Google Shape;22256;p24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7" name="Google Shape;22257;p24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8" name="Google Shape;22258;p24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9" name="Google Shape;22259;p24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0" name="Google Shape;22260;p24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1" name="Google Shape;22261;p24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2" name="Google Shape;22262;p24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3" name="Google Shape;22263;p24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4" name="Google Shape;22264;p24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5" name="Google Shape;22265;p24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6" name="Google Shape;22266;p24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7" name="Google Shape;22267;p24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8" name="Google Shape;22268;p24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9" name="Google Shape;22269;p24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0" name="Google Shape;22270;p24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1" name="Google Shape;22271;p24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2" name="Google Shape;22272;p24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3" name="Google Shape;22273;p24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4" name="Google Shape;22274;p24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5" name="Google Shape;22275;p24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6" name="Google Shape;22276;p24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7" name="Google Shape;22277;p24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8" name="Google Shape;22278;p24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9" name="Google Shape;22279;p24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0" name="Google Shape;22280;p24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1" name="Google Shape;22281;p24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2" name="Google Shape;22282;p24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3" name="Google Shape;22283;p24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4" name="Google Shape;22284;p24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5" name="Google Shape;22285;p24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6" name="Google Shape;22286;p24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7" name="Google Shape;22287;p24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8" name="Google Shape;22288;p24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9" name="Google Shape;22289;p24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0" name="Google Shape;22290;p24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1" name="Google Shape;22291;p24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2" name="Google Shape;22292;p24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3" name="Google Shape;22293;p24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4" name="Google Shape;22294;p24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5" name="Google Shape;22295;p24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6" name="Google Shape;22296;p24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7" name="Google Shape;22297;p24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8" name="Google Shape;22298;p24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9" name="Google Shape;22299;p24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0" name="Google Shape;22300;p24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1" name="Google Shape;22301;p24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2" name="Google Shape;22302;p24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3" name="Google Shape;22303;p24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4" name="Google Shape;22304;p24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5" name="Google Shape;22305;p24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6" name="Google Shape;22306;p24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7" name="Google Shape;22307;p24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8" name="Google Shape;22308;p24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9" name="Google Shape;22309;p24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0" name="Google Shape;22310;p24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1" name="Google Shape;22311;p24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2" name="Google Shape;22312;p24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3" name="Google Shape;22313;p24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4" name="Google Shape;22314;p24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5" name="Google Shape;22315;p24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6" name="Google Shape;22316;p24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7" name="Google Shape;22317;p24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8" name="Google Shape;22318;p24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9" name="Google Shape;22319;p24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0" name="Google Shape;22320;p24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1" name="Google Shape;22321;p24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2" name="Google Shape;22322;p24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3" name="Google Shape;22323;p24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4" name="Google Shape;22324;p24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5" name="Google Shape;22325;p24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6" name="Google Shape;22326;p24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7" name="Google Shape;22327;p24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8" name="Google Shape;22328;p24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9" name="Google Shape;22329;p24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0" name="Google Shape;22330;p24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1" name="Google Shape;22331;p24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2" name="Google Shape;22332;p24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3" name="Google Shape;22333;p24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4" name="Google Shape;22334;p24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5" name="Google Shape;22335;p24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6" name="Google Shape;22336;p24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7" name="Google Shape;22337;p24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8" name="Google Shape;22338;p24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9" name="Google Shape;22339;p24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0" name="Google Shape;22340;p24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1" name="Google Shape;22341;p24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2" name="Google Shape;22342;p24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3" name="Google Shape;22343;p24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4" name="Google Shape;22344;p24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5" name="Google Shape;22345;p24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6" name="Google Shape;22346;p24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7" name="Google Shape;22347;p24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8" name="Google Shape;22348;p24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9" name="Google Shape;22349;p24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0" name="Google Shape;22350;p24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1" name="Google Shape;22351;p24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2" name="Google Shape;22352;p24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3" name="Google Shape;22353;p24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4" name="Google Shape;22354;p24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5" name="Google Shape;22355;p24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6" name="Google Shape;22356;p24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7" name="Google Shape;22357;p24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8" name="Google Shape;22358;p24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9" name="Google Shape;22359;p24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0" name="Google Shape;22360;p24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1" name="Google Shape;22361;p24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2" name="Google Shape;22362;p24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3" name="Google Shape;22363;p24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4" name="Google Shape;22364;p24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5" name="Google Shape;22365;p24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6" name="Google Shape;22366;p24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7" name="Google Shape;22367;p24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8" name="Google Shape;22368;p24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9" name="Google Shape;22369;p24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0" name="Google Shape;22370;p24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1" name="Google Shape;22371;p24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2" name="Google Shape;22372;p24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3" name="Google Shape;22373;p24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4" name="Google Shape;22374;p24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5" name="Google Shape;22375;p24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6" name="Google Shape;22376;p24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7" name="Google Shape;22377;p24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8" name="Google Shape;22378;p24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9" name="Google Shape;22379;p24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0" name="Google Shape;22380;p24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1" name="Google Shape;22381;p24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2" name="Google Shape;22382;p24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3" name="Google Shape;22383;p24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4" name="Google Shape;22384;p24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5" name="Google Shape;22385;p24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6" name="Google Shape;22386;p24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7" name="Google Shape;22387;p24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8" name="Google Shape;22388;p24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9" name="Google Shape;22389;p24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0" name="Google Shape;22390;p24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1" name="Google Shape;22391;p24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2" name="Google Shape;22392;p24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3" name="Google Shape;22393;p24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4" name="Google Shape;22394;p24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5" name="Google Shape;22395;p24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6" name="Google Shape;22396;p24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7" name="Google Shape;22397;p24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8" name="Google Shape;22398;p24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9" name="Google Shape;22399;p24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0" name="Google Shape;22400;p24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1" name="Google Shape;22401;p24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2" name="Google Shape;22402;p24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3" name="Google Shape;22403;p24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4" name="Google Shape;22404;p24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5" name="Google Shape;22405;p24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6" name="Google Shape;22406;p24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7" name="Google Shape;22407;p24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8" name="Google Shape;22408;p24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9" name="Google Shape;22409;p24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0" name="Google Shape;22410;p24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1" name="Google Shape;22411;p24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2" name="Google Shape;22412;p24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3" name="Google Shape;22413;p24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4" name="Google Shape;22414;p24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5" name="Google Shape;22415;p24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6" name="Google Shape;22416;p24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7" name="Google Shape;22417;p24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8" name="Google Shape;22418;p24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9" name="Google Shape;22419;p24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0" name="Google Shape;22420;p24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1" name="Google Shape;22421;p24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2" name="Google Shape;22422;p24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3" name="Google Shape;22423;p24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4" name="Google Shape;22424;p24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5" name="Google Shape;22425;p24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6" name="Google Shape;22426;p24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7" name="Google Shape;22427;p24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8" name="Google Shape;22428;p24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9" name="Google Shape;22429;p24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0" name="Google Shape;22430;p24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1" name="Google Shape;22431;p24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2" name="Google Shape;22432;p24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3" name="Google Shape;22433;p24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4" name="Google Shape;22434;p24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5" name="Google Shape;22435;p24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6" name="Google Shape;22436;p24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7" name="Google Shape;22437;p24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8" name="Google Shape;22438;p24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9" name="Google Shape;22439;p24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0" name="Google Shape;22440;p24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1" name="Google Shape;22441;p24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2" name="Google Shape;22442;p24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3" name="Google Shape;22443;p24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4" name="Google Shape;22444;p24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5" name="Google Shape;22445;p24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6" name="Google Shape;22446;p24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7" name="Google Shape;22447;p24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8" name="Google Shape;22448;p24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9" name="Google Shape;22449;p24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0" name="Google Shape;22450;p24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1" name="Google Shape;22451;p24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2" name="Google Shape;22452;p24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3" name="Google Shape;22453;p24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4" name="Google Shape;22454;p24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5" name="Google Shape;22455;p24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6" name="Google Shape;22456;p24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7" name="Google Shape;22457;p24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8" name="Google Shape;22458;p24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9" name="Google Shape;22459;p24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0" name="Google Shape;22460;p24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1" name="Google Shape;22461;p24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2" name="Google Shape;22462;p24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3" name="Google Shape;22463;p24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4" name="Google Shape;22464;p24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5" name="Google Shape;22465;p24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6" name="Google Shape;22466;p24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7" name="Google Shape;22467;p24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8" name="Google Shape;22468;p24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9" name="Google Shape;22469;p24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0" name="Google Shape;22470;p24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1" name="Google Shape;22471;p24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2" name="Google Shape;22472;p24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3" name="Google Shape;22473;p24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4" name="Google Shape;22474;p24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5" name="Google Shape;22475;p24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6" name="Google Shape;22476;p24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7" name="Google Shape;22477;p24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8" name="Google Shape;22478;p24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9" name="Google Shape;22479;p24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0" name="Google Shape;22480;p24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1" name="Google Shape;22481;p24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2" name="Google Shape;22482;p24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3" name="Google Shape;22483;p24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4" name="Google Shape;22484;p24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5" name="Google Shape;22485;p24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6" name="Google Shape;22486;p24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7" name="Google Shape;22487;p24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8" name="Google Shape;22488;p24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9" name="Google Shape;22489;p24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0" name="Google Shape;22490;p24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1" name="Google Shape;22491;p24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2" name="Google Shape;22492;p24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3" name="Google Shape;22493;p24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4" name="Google Shape;22494;p24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5" name="Google Shape;22495;p24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6" name="Google Shape;22496;p24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7" name="Google Shape;22497;p24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8" name="Google Shape;22498;p24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9" name="Google Shape;22499;p24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0" name="Google Shape;22500;p24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1" name="Google Shape;22501;p24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2" name="Google Shape;22502;p24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3" name="Google Shape;22503;p24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4" name="Google Shape;22504;p24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5" name="Google Shape;22505;p24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6" name="Google Shape;22506;p24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7" name="Google Shape;22507;p24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8" name="Google Shape;22508;p24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9" name="Google Shape;22509;p24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0" name="Google Shape;22510;p24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1" name="Google Shape;22511;p24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2" name="Google Shape;22512;p24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3" name="Google Shape;22513;p24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4" name="Google Shape;22514;p24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5" name="Google Shape;22515;p24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6" name="Google Shape;22516;p24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7" name="Google Shape;22517;p24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8" name="Google Shape;22518;p24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9" name="Google Shape;22519;p24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0" name="Google Shape;22520;p24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1" name="Google Shape;22521;p24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2" name="Google Shape;22522;p24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3" name="Google Shape;22523;p24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4" name="Google Shape;22524;p24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5" name="Google Shape;22525;p24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6" name="Google Shape;22526;p24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7" name="Google Shape;22527;p24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8" name="Google Shape;22528;p24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9" name="Google Shape;22529;p24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0" name="Google Shape;22530;p24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1" name="Google Shape;22531;p24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2" name="Google Shape;22532;p24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3" name="Google Shape;22533;p24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4" name="Google Shape;22534;p24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5" name="Google Shape;22535;p24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6" name="Google Shape;22536;p24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7" name="Google Shape;22537;p24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8" name="Google Shape;22538;p24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9" name="Google Shape;22539;p24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0" name="Google Shape;22540;p24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1" name="Google Shape;22541;p24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2" name="Google Shape;22542;p24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3" name="Google Shape;22543;p24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4" name="Google Shape;22544;p24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5" name="Google Shape;22545;p24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6" name="Google Shape;22546;p24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7" name="Google Shape;22547;p24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8" name="Google Shape;22548;p24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9" name="Google Shape;22549;p24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0" name="Google Shape;22550;p24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1" name="Google Shape;22551;p24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2" name="Google Shape;22552;p24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3" name="Google Shape;22553;p24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4" name="Google Shape;22554;p24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5" name="Google Shape;22555;p24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6" name="Google Shape;22556;p24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7" name="Google Shape;22557;p24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8" name="Google Shape;22558;p24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9" name="Google Shape;22559;p24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0" name="Google Shape;22560;p24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1" name="Google Shape;22561;p24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2" name="Google Shape;22562;p24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3" name="Google Shape;22563;p24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4" name="Google Shape;22564;p24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5" name="Google Shape;22565;p24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6" name="Google Shape;22566;p24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7" name="Google Shape;22567;p24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8" name="Google Shape;22568;p24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9" name="Google Shape;22569;p24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0" name="Google Shape;22570;p24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1" name="Google Shape;22571;p24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2" name="Google Shape;22572;p24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3" name="Google Shape;22573;p24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4" name="Google Shape;22574;p24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5" name="Google Shape;22575;p24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6" name="Google Shape;22576;p24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7" name="Google Shape;22577;p24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8" name="Google Shape;22578;p24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9" name="Google Shape;22579;p24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0" name="Google Shape;22580;p24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1" name="Google Shape;22581;p24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2" name="Google Shape;22582;p24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3" name="Google Shape;22583;p24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4" name="Google Shape;22584;p24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5" name="Google Shape;22585;p24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6" name="Google Shape;22586;p24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7" name="Google Shape;22587;p24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8" name="Google Shape;22588;p24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9" name="Google Shape;22589;p24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0" name="Google Shape;22590;p24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1" name="Google Shape;22591;p24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2" name="Google Shape;22592;p24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3" name="Google Shape;22593;p24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4" name="Google Shape;22594;p24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5" name="Google Shape;22595;p24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6" name="Google Shape;22596;p24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7" name="Google Shape;22597;p24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8" name="Google Shape;22598;p24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9" name="Google Shape;22599;p24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0" name="Google Shape;22600;p24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1" name="Google Shape;22601;p24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2" name="Google Shape;22602;p24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3" name="Google Shape;22603;p24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4" name="Google Shape;22604;p24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5" name="Google Shape;22605;p24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6" name="Google Shape;22606;p24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7" name="Google Shape;22607;p24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8" name="Google Shape;22608;p24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9" name="Google Shape;22609;p24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0" name="Google Shape;22610;p24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1" name="Google Shape;22611;p24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2" name="Google Shape;22612;p24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3" name="Google Shape;22613;p24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4" name="Google Shape;22614;p24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5" name="Google Shape;22615;p24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6" name="Google Shape;22616;p24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7" name="Google Shape;22617;p24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8" name="Google Shape;22618;p24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9" name="Google Shape;22619;p24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0" name="Google Shape;22620;p24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1" name="Google Shape;22621;p24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2" name="Google Shape;22622;p24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3" name="Google Shape;22623;p24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4" name="Google Shape;22624;p24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5" name="Google Shape;22625;p24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6" name="Google Shape;22626;p24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7" name="Google Shape;22627;p24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8" name="Google Shape;22628;p24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9" name="Google Shape;22629;p24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0" name="Google Shape;22630;p24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1" name="Google Shape;22631;p24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2" name="Google Shape;22632;p24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3" name="Google Shape;22633;p24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4" name="Google Shape;22634;p24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5" name="Google Shape;22635;p24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6" name="Google Shape;22636;p24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7" name="Google Shape;22637;p24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8" name="Google Shape;22638;p24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9" name="Google Shape;22639;p24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0" name="Google Shape;22640;p24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1" name="Google Shape;22641;p24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2" name="Google Shape;22642;p24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3" name="Google Shape;22643;p24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4" name="Google Shape;22644;p24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5" name="Google Shape;22645;p24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6" name="Google Shape;22646;p24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7" name="Google Shape;22647;p24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8" name="Google Shape;22648;p24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9" name="Google Shape;22649;p24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0" name="Google Shape;22650;p24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1" name="Google Shape;22651;p24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2" name="Google Shape;22652;p24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3" name="Google Shape;22653;p24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4" name="Google Shape;22654;p24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5" name="Google Shape;22655;p24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6" name="Google Shape;22656;p24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7" name="Google Shape;22657;p24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8" name="Google Shape;22658;p24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9" name="Google Shape;22659;p24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0" name="Google Shape;22660;p24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1" name="Google Shape;22661;p24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2" name="Google Shape;22662;p24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3" name="Google Shape;22663;p24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4" name="Google Shape;22664;p24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5" name="Google Shape;22665;p24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6" name="Google Shape;22666;p24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7" name="Google Shape;22667;p24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8" name="Google Shape;22668;p24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9" name="Google Shape;22669;p24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0" name="Google Shape;22670;p24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1" name="Google Shape;22671;p24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2" name="Google Shape;22672;p24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3" name="Google Shape;22673;p24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4" name="Google Shape;22674;p24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5" name="Google Shape;22675;p24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6" name="Google Shape;22676;p24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7" name="Google Shape;22677;p24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8" name="Google Shape;22678;p24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9" name="Google Shape;22679;p24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0" name="Google Shape;22680;p24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1" name="Google Shape;22681;p24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2" name="Google Shape;22682;p24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3" name="Google Shape;22683;p24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4" name="Google Shape;22684;p24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5" name="Google Shape;22685;p24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6" name="Google Shape;22686;p24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7" name="Google Shape;22687;p24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8" name="Google Shape;22688;p24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9" name="Google Shape;22689;p24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0" name="Google Shape;22690;p24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1" name="Google Shape;22691;p24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2" name="Google Shape;22692;p24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3" name="Google Shape;22693;p24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4" name="Google Shape;22694;p24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5" name="Google Shape;22695;p24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6" name="Google Shape;22696;p24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7" name="Google Shape;22697;p24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8" name="Google Shape;22698;p24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9" name="Google Shape;22699;p24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0" name="Google Shape;22700;p24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1" name="Google Shape;22701;p24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2" name="Google Shape;22702;p24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3" name="Google Shape;22703;p24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4" name="Google Shape;22704;p24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5" name="Google Shape;22705;p24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6" name="Google Shape;22706;p24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7" name="Google Shape;22707;p24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8" name="Google Shape;22708;p24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9" name="Google Shape;22709;p24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0" name="Google Shape;22710;p24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1" name="Google Shape;22711;p24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2" name="Google Shape;22712;p24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3" name="Google Shape;22713;p24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4" name="Google Shape;22714;p24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5" name="Google Shape;22715;p24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6" name="Google Shape;22716;p24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7" name="Google Shape;22717;p24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8" name="Google Shape;22718;p24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9" name="Google Shape;22719;p24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0" name="Google Shape;22720;p24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1" name="Google Shape;22721;p24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2" name="Google Shape;22722;p24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3" name="Google Shape;22723;p24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4" name="Google Shape;22724;p24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5" name="Google Shape;22725;p24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6" name="Google Shape;22726;p24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7" name="Google Shape;22727;p24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8" name="Google Shape;22728;p24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9" name="Google Shape;22729;p24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0" name="Google Shape;22730;p24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1" name="Google Shape;22731;p24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2" name="Google Shape;22732;p24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3" name="Google Shape;22733;p24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4" name="Google Shape;22734;p24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5" name="Google Shape;22735;p24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6" name="Google Shape;22736;p24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7" name="Google Shape;22737;p24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8" name="Google Shape;22738;p24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9" name="Google Shape;22739;p24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0" name="Google Shape;22740;p24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1" name="Google Shape;22741;p24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2" name="Google Shape;22742;p24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3" name="Google Shape;22743;p24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4" name="Google Shape;22744;p24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5" name="Google Shape;22745;p24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6" name="Google Shape;22746;p24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7" name="Google Shape;22747;p24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8" name="Google Shape;22748;p24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9" name="Google Shape;22749;p24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0" name="Google Shape;22750;p24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1" name="Google Shape;22751;p24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2" name="Google Shape;22752;p24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3" name="Google Shape;22753;p24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4" name="Google Shape;22754;p24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5" name="Google Shape;22755;p24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6" name="Google Shape;22756;p24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7" name="Google Shape;22757;p24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8" name="Google Shape;22758;p24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9" name="Google Shape;22759;p24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0" name="Google Shape;22760;p24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1" name="Google Shape;22761;p24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2" name="Google Shape;22762;p24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3" name="Google Shape;22763;p24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4" name="Google Shape;22764;p24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5" name="Google Shape;22765;p24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6" name="Google Shape;22766;p24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7" name="Google Shape;22767;p24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8" name="Google Shape;22768;p24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9" name="Google Shape;22769;p24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0" name="Google Shape;22770;p24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1" name="Google Shape;22771;p24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2" name="Google Shape;22772;p24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3" name="Google Shape;22773;p24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4" name="Google Shape;22774;p24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5" name="Google Shape;22775;p24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6" name="Google Shape;22776;p24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7" name="Google Shape;22777;p24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8" name="Google Shape;22778;p24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9" name="Google Shape;22779;p24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0" name="Google Shape;22780;p24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1" name="Google Shape;22781;p24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2" name="Google Shape;22782;p24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3" name="Google Shape;22783;p24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4" name="Google Shape;22784;p24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5" name="Google Shape;22785;p24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6" name="Google Shape;22786;p24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7" name="Google Shape;22787;p24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8" name="Google Shape;22788;p24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9" name="Google Shape;22789;p24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0" name="Google Shape;22790;p24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1" name="Google Shape;22791;p24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2" name="Google Shape;22792;p24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3" name="Google Shape;22793;p24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4" name="Google Shape;22794;p24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5" name="Google Shape;22795;p24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6" name="Google Shape;22796;p24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7" name="Google Shape;22797;p24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8" name="Google Shape;22798;p24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9" name="Google Shape;22799;p24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0" name="Google Shape;22800;p24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1" name="Google Shape;22801;p24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2" name="Google Shape;22802;p24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3" name="Google Shape;22803;p24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4" name="Google Shape;22804;p24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5" name="Google Shape;22805;p24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6" name="Google Shape;22806;p24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7" name="Google Shape;22807;p24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8" name="Google Shape;22808;p24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9" name="Google Shape;22809;p24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0" name="Google Shape;22810;p24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1" name="Google Shape;22811;p24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2" name="Google Shape;22812;p24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3" name="Google Shape;22813;p24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4" name="Google Shape;22814;p24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5" name="Google Shape;22815;p24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6" name="Google Shape;22816;p24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7" name="Google Shape;22817;p24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8" name="Google Shape;22818;p24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9" name="Google Shape;22819;p24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0" name="Google Shape;22820;p24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1" name="Google Shape;22821;p24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2" name="Google Shape;22822;p24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3" name="Google Shape;22823;p24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4" name="Google Shape;22824;p24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5" name="Google Shape;22825;p24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6" name="Google Shape;22826;p24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7" name="Google Shape;22827;p24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8" name="Google Shape;22828;p24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9" name="Google Shape;22829;p24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0" name="Google Shape;22830;p24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1" name="Google Shape;22831;p24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2" name="Google Shape;22832;p24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3" name="Google Shape;22833;p24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4" name="Google Shape;22834;p24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5" name="Google Shape;22835;p24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6" name="Google Shape;22836;p24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7" name="Google Shape;22837;p24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8" name="Google Shape;22838;p24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9" name="Google Shape;22839;p24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0" name="Google Shape;22840;p24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1" name="Google Shape;22841;p24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2" name="Google Shape;22842;p24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3" name="Google Shape;22843;p24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4" name="Google Shape;22844;p24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5" name="Google Shape;22845;p24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6" name="Google Shape;22846;p24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7" name="Google Shape;22847;p24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8" name="Google Shape;22848;p24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9" name="Google Shape;22849;p24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0" name="Google Shape;22850;p24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1" name="Google Shape;22851;p24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2" name="Google Shape;22852;p24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3" name="Google Shape;22853;p24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4" name="Google Shape;22854;p24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5" name="Google Shape;22855;p24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6" name="Google Shape;22856;p24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7" name="Google Shape;22857;p24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8" name="Google Shape;22858;p24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9" name="Google Shape;22859;p24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0" name="Google Shape;22860;p24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1" name="Google Shape;22861;p24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2" name="Google Shape;22862;p24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3" name="Google Shape;22863;p24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4" name="Google Shape;22864;p24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5" name="Google Shape;22865;p24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6" name="Google Shape;22866;p24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7" name="Google Shape;22867;p24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8" name="Google Shape;22868;p24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9" name="Google Shape;22869;p24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0" name="Google Shape;22870;p24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1" name="Google Shape;22871;p24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2" name="Google Shape;22872;p24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3" name="Google Shape;22873;p24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4" name="Google Shape;22874;p24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5" name="Google Shape;22875;p24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6" name="Google Shape;22876;p24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7" name="Google Shape;22877;p24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8" name="Google Shape;22878;p24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9" name="Google Shape;22879;p24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0" name="Google Shape;22880;p24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1" name="Google Shape;22881;p24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2" name="Google Shape;22882;p24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3" name="Google Shape;22883;p24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4" name="Google Shape;22884;p24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5" name="Google Shape;22885;p24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6" name="Google Shape;22886;p24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7" name="Google Shape;22887;p24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8" name="Google Shape;22888;p24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9" name="Google Shape;22889;p24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0" name="Google Shape;22890;p24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1" name="Google Shape;22891;p24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2" name="Google Shape;22892;p24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3" name="Google Shape;22893;p24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4" name="Google Shape;22894;p24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5" name="Google Shape;22895;p24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6" name="Google Shape;22896;p24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7" name="Google Shape;22897;p24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8" name="Google Shape;22898;p24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9" name="Google Shape;22899;p24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0" name="Google Shape;22900;p24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1" name="Google Shape;22901;p24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2" name="Google Shape;22902;p24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3" name="Google Shape;22903;p24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4" name="Google Shape;22904;p24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5" name="Google Shape;22905;p24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6" name="Google Shape;22906;p24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7" name="Google Shape;22907;p24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8" name="Google Shape;22908;p24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9" name="Google Shape;22909;p24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0" name="Google Shape;22910;p24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1" name="Google Shape;22911;p24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2" name="Google Shape;22912;p24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3" name="Google Shape;22913;p24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4" name="Google Shape;22914;p24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5" name="Google Shape;22915;p24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6" name="Google Shape;22916;p24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7" name="Google Shape;22917;p24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8" name="Google Shape;22918;p24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9" name="Google Shape;22919;p24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0" name="Google Shape;22920;p24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1" name="Google Shape;22921;p24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2" name="Google Shape;22922;p24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3" name="Google Shape;22923;p24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4" name="Google Shape;22924;p24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5" name="Google Shape;22925;p24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6" name="Google Shape;22926;p24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7" name="Google Shape;22927;p24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8" name="Google Shape;22928;p24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9" name="Google Shape;22929;p24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0" name="Google Shape;22930;p24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1" name="Google Shape;22931;p24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2" name="Google Shape;22932;p24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3" name="Google Shape;22933;p24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4" name="Google Shape;22934;p24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5" name="Google Shape;22935;p24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6" name="Google Shape;22936;p24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7" name="Google Shape;22937;p24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8" name="Google Shape;22938;p24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9" name="Google Shape;22939;p24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0" name="Google Shape;22940;p24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1" name="Google Shape;22941;p24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2" name="Google Shape;22942;p24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3" name="Google Shape;22943;p24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4" name="Google Shape;22944;p24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5" name="Google Shape;22945;p24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6" name="Google Shape;22946;p24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7" name="Google Shape;22947;p24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8" name="Google Shape;22948;p24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9" name="Google Shape;22949;p24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0" name="Google Shape;22950;p24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1" name="Google Shape;22951;p24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2" name="Google Shape;22952;p24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3" name="Google Shape;22953;p24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4" name="Google Shape;22954;p24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5" name="Google Shape;22955;p24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6" name="Google Shape;22956;p24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7" name="Google Shape;22957;p24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8" name="Google Shape;22958;p24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9" name="Google Shape;22959;p24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0" name="Google Shape;22960;p24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1" name="Google Shape;22961;p24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2" name="Google Shape;22962;p24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3" name="Google Shape;22963;p24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4" name="Google Shape;22964;p24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5" name="Google Shape;22965;p24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6" name="Google Shape;22966;p24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7" name="Google Shape;22967;p24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8" name="Google Shape;22968;p24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9" name="Google Shape;22969;p24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0" name="Google Shape;22970;p24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1" name="Google Shape;22971;p24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2" name="Google Shape;22972;p24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3" name="Google Shape;22973;p24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4" name="Google Shape;22974;p24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5" name="Google Shape;22975;p24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6" name="Google Shape;22976;p24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7" name="Google Shape;22977;p24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8" name="Google Shape;22978;p24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9" name="Google Shape;22979;p24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0" name="Google Shape;22980;p24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1" name="Google Shape;22981;p24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2" name="Google Shape;22982;p24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3" name="Google Shape;22983;p24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4" name="Google Shape;22984;p24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5" name="Google Shape;22985;p24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6" name="Google Shape;22986;p24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7" name="Google Shape;22987;p24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8" name="Google Shape;22988;p24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9" name="Google Shape;22989;p24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0" name="Google Shape;22990;p24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1" name="Google Shape;22991;p24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2" name="Google Shape;22992;p24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3" name="Google Shape;22993;p24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4" name="Google Shape;22994;p24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5" name="Google Shape;22995;p24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6" name="Google Shape;22996;p24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7" name="Google Shape;22997;p24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8" name="Google Shape;22998;p24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9" name="Google Shape;22999;p24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0" name="Google Shape;23000;p24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1" name="Google Shape;23001;p24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2" name="Google Shape;23002;p24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3" name="Google Shape;23003;p24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4" name="Google Shape;23004;p24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5" name="Google Shape;23005;p24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6" name="Google Shape;23006;p24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7" name="Google Shape;23007;p24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8" name="Google Shape;23008;p24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9" name="Google Shape;23009;p24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0" name="Google Shape;23010;p24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1" name="Google Shape;23011;p24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2" name="Google Shape;23012;p24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3" name="Google Shape;23013;p24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4" name="Google Shape;23014;p24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5" name="Google Shape;23015;p24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6" name="Google Shape;23016;p24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7" name="Google Shape;23017;p24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8" name="Google Shape;23018;p24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9" name="Google Shape;23019;p24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0" name="Google Shape;23020;p24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1" name="Google Shape;23021;p24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2" name="Google Shape;23022;p24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3" name="Google Shape;23023;p24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4" name="Google Shape;23024;p24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5" name="Google Shape;23025;p24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6" name="Google Shape;23026;p24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7" name="Google Shape;23027;p24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8" name="Google Shape;23028;p24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9" name="Google Shape;23029;p24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0" name="Google Shape;23030;p24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1" name="Google Shape;23031;p24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2" name="Google Shape;23032;p24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3" name="Google Shape;23033;p24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4" name="Google Shape;23034;p24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5" name="Google Shape;23035;p24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6" name="Google Shape;23036;p24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7" name="Google Shape;23037;p24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8" name="Google Shape;23038;p24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9" name="Google Shape;23039;p24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0" name="Google Shape;23040;p24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1" name="Google Shape;23041;p24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042" name="Google Shape;23042;p24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43" name="Google Shape;23043;p24"/>
          <p:cNvSpPr txBox="1"/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3044" name="Google Shape;23044;p24"/>
          <p:cNvSpPr txBox="1"/>
          <p:nvPr>
            <p:ph idx="1" type="subTitle"/>
          </p:nvPr>
        </p:nvSpPr>
        <p:spPr>
          <a:xfrm>
            <a:off x="2088931" y="1836925"/>
            <a:ext cx="2340000" cy="3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1800">
                <a:solidFill>
                  <a:schemeClr val="accen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3045" name="Google Shape;23045;p24"/>
          <p:cNvSpPr txBox="1"/>
          <p:nvPr>
            <p:ph idx="2" type="subTitle"/>
          </p:nvPr>
        </p:nvSpPr>
        <p:spPr>
          <a:xfrm>
            <a:off x="2086588" y="2190875"/>
            <a:ext cx="2340000" cy="141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23046" name="Google Shape;23046;p24"/>
          <p:cNvGrpSpPr/>
          <p:nvPr/>
        </p:nvGrpSpPr>
        <p:grpSpPr>
          <a:xfrm>
            <a:off x="7871034" y="1274025"/>
            <a:ext cx="1272915" cy="3108550"/>
            <a:chOff x="7363450" y="1343575"/>
            <a:chExt cx="1780550" cy="3108550"/>
          </a:xfrm>
        </p:grpSpPr>
        <p:sp>
          <p:nvSpPr>
            <p:cNvPr id="23047" name="Google Shape;23047;p24"/>
            <p:cNvSpPr/>
            <p:nvPr/>
          </p:nvSpPr>
          <p:spPr>
            <a:xfrm>
              <a:off x="7954675" y="3468600"/>
              <a:ext cx="1189325" cy="737950"/>
            </a:xfrm>
            <a:custGeom>
              <a:rect b="b" l="l" r="r" t="t"/>
              <a:pathLst>
                <a:path extrusionOk="0" h="29518" w="47573">
                  <a:moveTo>
                    <a:pt x="1" y="1"/>
                  </a:moveTo>
                  <a:lnTo>
                    <a:pt x="1" y="29517"/>
                  </a:lnTo>
                  <a:lnTo>
                    <a:pt x="47573" y="29517"/>
                  </a:lnTo>
                  <a:lnTo>
                    <a:pt x="475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8" name="Google Shape;23048;p24"/>
            <p:cNvSpPr/>
            <p:nvPr/>
          </p:nvSpPr>
          <p:spPr>
            <a:xfrm>
              <a:off x="8987075" y="3733525"/>
              <a:ext cx="156925" cy="473025"/>
            </a:xfrm>
            <a:custGeom>
              <a:rect b="b" l="l" r="r" t="t"/>
              <a:pathLst>
                <a:path extrusionOk="0" h="18921" w="6277">
                  <a:moveTo>
                    <a:pt x="1" y="1"/>
                  </a:moveTo>
                  <a:lnTo>
                    <a:pt x="1" y="18920"/>
                  </a:lnTo>
                  <a:lnTo>
                    <a:pt x="6277" y="18920"/>
                  </a:lnTo>
                  <a:lnTo>
                    <a:pt x="627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9" name="Google Shape;23049;p24"/>
            <p:cNvSpPr/>
            <p:nvPr/>
          </p:nvSpPr>
          <p:spPr>
            <a:xfrm>
              <a:off x="7981975" y="1922300"/>
              <a:ext cx="1162025" cy="350225"/>
            </a:xfrm>
            <a:custGeom>
              <a:rect b="b" l="l" r="r" t="t"/>
              <a:pathLst>
                <a:path extrusionOk="0" h="14009" w="46481">
                  <a:moveTo>
                    <a:pt x="0" y="0"/>
                  </a:moveTo>
                  <a:cubicBezTo>
                    <a:pt x="0" y="1"/>
                    <a:pt x="4594" y="14008"/>
                    <a:pt x="15145" y="14008"/>
                  </a:cubicBezTo>
                  <a:lnTo>
                    <a:pt x="46481" y="14008"/>
                  </a:lnTo>
                  <a:lnTo>
                    <a:pt x="46481" y="5367"/>
                  </a:lnTo>
                  <a:lnTo>
                    <a:pt x="14872" y="5367"/>
                  </a:lnTo>
                  <a:cubicBezTo>
                    <a:pt x="7050" y="5367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0" name="Google Shape;23050;p24"/>
            <p:cNvSpPr/>
            <p:nvPr/>
          </p:nvSpPr>
          <p:spPr>
            <a:xfrm>
              <a:off x="8470875" y="2056475"/>
              <a:ext cx="673125" cy="216050"/>
            </a:xfrm>
            <a:custGeom>
              <a:rect b="b" l="l" r="r" t="t"/>
              <a:pathLst>
                <a:path extrusionOk="0" h="8642" w="26925">
                  <a:moveTo>
                    <a:pt x="1" y="0"/>
                  </a:moveTo>
                  <a:cubicBezTo>
                    <a:pt x="1456" y="3957"/>
                    <a:pt x="3957" y="8641"/>
                    <a:pt x="7687" y="8641"/>
                  </a:cubicBezTo>
                  <a:lnTo>
                    <a:pt x="26925" y="8641"/>
                  </a:lnTo>
                  <a:lnTo>
                    <a:pt x="2692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1" name="Google Shape;23051;p24"/>
            <p:cNvSpPr/>
            <p:nvPr/>
          </p:nvSpPr>
          <p:spPr>
            <a:xfrm>
              <a:off x="8238925" y="2845525"/>
              <a:ext cx="905075" cy="372975"/>
            </a:xfrm>
            <a:custGeom>
              <a:rect b="b" l="l" r="r" t="t"/>
              <a:pathLst>
                <a:path extrusionOk="0" h="14919" w="36203">
                  <a:moveTo>
                    <a:pt x="1" y="1"/>
                  </a:moveTo>
                  <a:lnTo>
                    <a:pt x="1" y="14918"/>
                  </a:lnTo>
                  <a:lnTo>
                    <a:pt x="36203" y="14918"/>
                  </a:lnTo>
                  <a:lnTo>
                    <a:pt x="3620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2" name="Google Shape;23052;p24"/>
            <p:cNvSpPr/>
            <p:nvPr/>
          </p:nvSpPr>
          <p:spPr>
            <a:xfrm>
              <a:off x="7954675" y="3468600"/>
              <a:ext cx="1189325" cy="79625"/>
            </a:xfrm>
            <a:custGeom>
              <a:rect b="b" l="l" r="r" t="t"/>
              <a:pathLst>
                <a:path extrusionOk="0" h="3185" w="47573">
                  <a:moveTo>
                    <a:pt x="1" y="1"/>
                  </a:moveTo>
                  <a:lnTo>
                    <a:pt x="1" y="3184"/>
                  </a:lnTo>
                  <a:lnTo>
                    <a:pt x="47573" y="3184"/>
                  </a:lnTo>
                  <a:lnTo>
                    <a:pt x="475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3" name="Google Shape;23053;p24"/>
            <p:cNvSpPr/>
            <p:nvPr/>
          </p:nvSpPr>
          <p:spPr>
            <a:xfrm>
              <a:off x="8152525" y="3468600"/>
              <a:ext cx="134175" cy="582175"/>
            </a:xfrm>
            <a:custGeom>
              <a:rect b="b" l="l" r="r" t="t"/>
              <a:pathLst>
                <a:path extrusionOk="0" h="23287" w="5367">
                  <a:moveTo>
                    <a:pt x="0" y="1"/>
                  </a:moveTo>
                  <a:lnTo>
                    <a:pt x="0" y="23286"/>
                  </a:lnTo>
                  <a:lnTo>
                    <a:pt x="5367" y="23286"/>
                  </a:lnTo>
                  <a:lnTo>
                    <a:pt x="536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4" name="Google Shape;23054;p24"/>
            <p:cNvSpPr/>
            <p:nvPr/>
          </p:nvSpPr>
          <p:spPr>
            <a:xfrm>
              <a:off x="8117275" y="4050750"/>
              <a:ext cx="204675" cy="155800"/>
            </a:xfrm>
            <a:custGeom>
              <a:rect b="b" l="l" r="r" t="t"/>
              <a:pathLst>
                <a:path extrusionOk="0" h="6232" w="8187">
                  <a:moveTo>
                    <a:pt x="0" y="0"/>
                  </a:moveTo>
                  <a:lnTo>
                    <a:pt x="0" y="6231"/>
                  </a:lnTo>
                  <a:lnTo>
                    <a:pt x="8187" y="6231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5" name="Google Shape;23055;p24"/>
            <p:cNvSpPr/>
            <p:nvPr/>
          </p:nvSpPr>
          <p:spPr>
            <a:xfrm>
              <a:off x="7407775" y="4309975"/>
              <a:ext cx="1736225" cy="142150"/>
            </a:xfrm>
            <a:custGeom>
              <a:rect b="b" l="l" r="r" t="t"/>
              <a:pathLst>
                <a:path extrusionOk="0" h="5686" w="69449">
                  <a:moveTo>
                    <a:pt x="1" y="1"/>
                  </a:moveTo>
                  <a:lnTo>
                    <a:pt x="1" y="5686"/>
                  </a:lnTo>
                  <a:lnTo>
                    <a:pt x="69449" y="5686"/>
                  </a:lnTo>
                  <a:lnTo>
                    <a:pt x="6944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6" name="Google Shape;23056;p24"/>
            <p:cNvSpPr/>
            <p:nvPr/>
          </p:nvSpPr>
          <p:spPr>
            <a:xfrm>
              <a:off x="8449275" y="2272500"/>
              <a:ext cx="694725" cy="357025"/>
            </a:xfrm>
            <a:custGeom>
              <a:rect b="b" l="l" r="r" t="t"/>
              <a:pathLst>
                <a:path extrusionOk="0" h="14281" w="27789">
                  <a:moveTo>
                    <a:pt x="1" y="0"/>
                  </a:moveTo>
                  <a:lnTo>
                    <a:pt x="1" y="14281"/>
                  </a:lnTo>
                  <a:lnTo>
                    <a:pt x="27789" y="14281"/>
                  </a:lnTo>
                  <a:lnTo>
                    <a:pt x="277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7" name="Google Shape;23057;p24"/>
            <p:cNvSpPr/>
            <p:nvPr/>
          </p:nvSpPr>
          <p:spPr>
            <a:xfrm>
              <a:off x="8374225" y="2272500"/>
              <a:ext cx="769775" cy="54600"/>
            </a:xfrm>
            <a:custGeom>
              <a:rect b="b" l="l" r="r" t="t"/>
              <a:pathLst>
                <a:path extrusionOk="0" h="2184" w="30791">
                  <a:moveTo>
                    <a:pt x="1" y="0"/>
                  </a:moveTo>
                  <a:lnTo>
                    <a:pt x="1" y="2183"/>
                  </a:lnTo>
                  <a:lnTo>
                    <a:pt x="30791" y="2183"/>
                  </a:lnTo>
                  <a:lnTo>
                    <a:pt x="307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8" name="Google Shape;23058;p24"/>
            <p:cNvSpPr/>
            <p:nvPr/>
          </p:nvSpPr>
          <p:spPr>
            <a:xfrm>
              <a:off x="8374225" y="2272500"/>
              <a:ext cx="769775" cy="27300"/>
            </a:xfrm>
            <a:custGeom>
              <a:rect b="b" l="l" r="r" t="t"/>
              <a:pathLst>
                <a:path extrusionOk="0" h="1092" w="30791">
                  <a:moveTo>
                    <a:pt x="1" y="0"/>
                  </a:moveTo>
                  <a:lnTo>
                    <a:pt x="1" y="1092"/>
                  </a:lnTo>
                  <a:lnTo>
                    <a:pt x="30791" y="1092"/>
                  </a:lnTo>
                  <a:lnTo>
                    <a:pt x="307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9" name="Google Shape;23059;p24"/>
            <p:cNvSpPr/>
            <p:nvPr/>
          </p:nvSpPr>
          <p:spPr>
            <a:xfrm>
              <a:off x="8506125" y="3468600"/>
              <a:ext cx="134200" cy="582175"/>
            </a:xfrm>
            <a:custGeom>
              <a:rect b="b" l="l" r="r" t="t"/>
              <a:pathLst>
                <a:path extrusionOk="0" h="23287" w="5368">
                  <a:moveTo>
                    <a:pt x="1" y="1"/>
                  </a:moveTo>
                  <a:lnTo>
                    <a:pt x="1" y="23286"/>
                  </a:lnTo>
                  <a:lnTo>
                    <a:pt x="5367" y="23286"/>
                  </a:lnTo>
                  <a:lnTo>
                    <a:pt x="536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0" name="Google Shape;23060;p24"/>
            <p:cNvSpPr/>
            <p:nvPr/>
          </p:nvSpPr>
          <p:spPr>
            <a:xfrm>
              <a:off x="8472025" y="4050750"/>
              <a:ext cx="203550" cy="155800"/>
            </a:xfrm>
            <a:custGeom>
              <a:rect b="b" l="l" r="r" t="t"/>
              <a:pathLst>
                <a:path extrusionOk="0" h="6232" w="8142">
                  <a:moveTo>
                    <a:pt x="0" y="0"/>
                  </a:moveTo>
                  <a:lnTo>
                    <a:pt x="0" y="6231"/>
                  </a:lnTo>
                  <a:lnTo>
                    <a:pt x="8141" y="6231"/>
                  </a:lnTo>
                  <a:lnTo>
                    <a:pt x="81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1" name="Google Shape;23061;p24"/>
            <p:cNvSpPr/>
            <p:nvPr/>
          </p:nvSpPr>
          <p:spPr>
            <a:xfrm>
              <a:off x="8353775" y="1343575"/>
              <a:ext cx="790225" cy="712925"/>
            </a:xfrm>
            <a:custGeom>
              <a:rect b="b" l="l" r="r" t="t"/>
              <a:pathLst>
                <a:path extrusionOk="0" h="28517" w="31609">
                  <a:moveTo>
                    <a:pt x="31609" y="0"/>
                  </a:moveTo>
                  <a:lnTo>
                    <a:pt x="0" y="28516"/>
                  </a:lnTo>
                  <a:lnTo>
                    <a:pt x="31609" y="28516"/>
                  </a:lnTo>
                  <a:lnTo>
                    <a:pt x="31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2" name="Google Shape;23062;p24"/>
            <p:cNvSpPr/>
            <p:nvPr/>
          </p:nvSpPr>
          <p:spPr>
            <a:xfrm>
              <a:off x="8553875" y="1524350"/>
              <a:ext cx="590125" cy="532150"/>
            </a:xfrm>
            <a:custGeom>
              <a:rect b="b" l="l" r="r" t="t"/>
              <a:pathLst>
                <a:path extrusionOk="0" h="21286" w="23605">
                  <a:moveTo>
                    <a:pt x="23605" y="1"/>
                  </a:moveTo>
                  <a:lnTo>
                    <a:pt x="1" y="21285"/>
                  </a:lnTo>
                  <a:lnTo>
                    <a:pt x="23605" y="21285"/>
                  </a:lnTo>
                  <a:lnTo>
                    <a:pt x="236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3" name="Google Shape;23063;p24"/>
            <p:cNvSpPr/>
            <p:nvPr/>
          </p:nvSpPr>
          <p:spPr>
            <a:xfrm>
              <a:off x="7875100" y="3468600"/>
              <a:ext cx="1268900" cy="79625"/>
            </a:xfrm>
            <a:custGeom>
              <a:rect b="b" l="l" r="r" t="t"/>
              <a:pathLst>
                <a:path extrusionOk="0" h="3185" w="50756">
                  <a:moveTo>
                    <a:pt x="0" y="1"/>
                  </a:moveTo>
                  <a:lnTo>
                    <a:pt x="0" y="3184"/>
                  </a:lnTo>
                  <a:lnTo>
                    <a:pt x="50756" y="3184"/>
                  </a:lnTo>
                  <a:lnTo>
                    <a:pt x="507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4" name="Google Shape;23064;p24"/>
            <p:cNvSpPr/>
            <p:nvPr/>
          </p:nvSpPr>
          <p:spPr>
            <a:xfrm>
              <a:off x="7875100" y="3468600"/>
              <a:ext cx="1268900" cy="26175"/>
            </a:xfrm>
            <a:custGeom>
              <a:rect b="b" l="l" r="r" t="t"/>
              <a:pathLst>
                <a:path extrusionOk="0" h="1047" w="50756">
                  <a:moveTo>
                    <a:pt x="0" y="1"/>
                  </a:moveTo>
                  <a:lnTo>
                    <a:pt x="0" y="1047"/>
                  </a:lnTo>
                  <a:lnTo>
                    <a:pt x="50756" y="1047"/>
                  </a:lnTo>
                  <a:lnTo>
                    <a:pt x="507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5" name="Google Shape;23065;p24"/>
            <p:cNvSpPr/>
            <p:nvPr/>
          </p:nvSpPr>
          <p:spPr>
            <a:xfrm>
              <a:off x="8897250" y="2993350"/>
              <a:ext cx="19350" cy="227425"/>
            </a:xfrm>
            <a:custGeom>
              <a:rect b="b" l="l" r="r" t="t"/>
              <a:pathLst>
                <a:path extrusionOk="0" h="9097" w="774">
                  <a:moveTo>
                    <a:pt x="1" y="0"/>
                  </a:moveTo>
                  <a:lnTo>
                    <a:pt x="1" y="9096"/>
                  </a:lnTo>
                  <a:lnTo>
                    <a:pt x="774" y="9096"/>
                  </a:lnTo>
                  <a:lnTo>
                    <a:pt x="7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6" name="Google Shape;23066;p24"/>
            <p:cNvSpPr/>
            <p:nvPr/>
          </p:nvSpPr>
          <p:spPr>
            <a:xfrm>
              <a:off x="8422000" y="2993350"/>
              <a:ext cx="19350" cy="227425"/>
            </a:xfrm>
            <a:custGeom>
              <a:rect b="b" l="l" r="r" t="t"/>
              <a:pathLst>
                <a:path extrusionOk="0" h="9097" w="774">
                  <a:moveTo>
                    <a:pt x="0" y="0"/>
                  </a:moveTo>
                  <a:lnTo>
                    <a:pt x="0" y="9096"/>
                  </a:lnTo>
                  <a:lnTo>
                    <a:pt x="773" y="9096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7" name="Google Shape;23067;p24"/>
            <p:cNvSpPr/>
            <p:nvPr/>
          </p:nvSpPr>
          <p:spPr>
            <a:xfrm>
              <a:off x="8238925" y="2984250"/>
              <a:ext cx="905075" cy="19350"/>
            </a:xfrm>
            <a:custGeom>
              <a:rect b="b" l="l" r="r" t="t"/>
              <a:pathLst>
                <a:path extrusionOk="0" h="774" w="36203">
                  <a:moveTo>
                    <a:pt x="1" y="0"/>
                  </a:moveTo>
                  <a:lnTo>
                    <a:pt x="1" y="774"/>
                  </a:lnTo>
                  <a:lnTo>
                    <a:pt x="36203" y="774"/>
                  </a:lnTo>
                  <a:lnTo>
                    <a:pt x="362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8" name="Google Shape;23068;p24"/>
            <p:cNvSpPr/>
            <p:nvPr/>
          </p:nvSpPr>
          <p:spPr>
            <a:xfrm>
              <a:off x="8951825" y="2420300"/>
              <a:ext cx="19350" cy="209225"/>
            </a:xfrm>
            <a:custGeom>
              <a:rect b="b" l="l" r="r" t="t"/>
              <a:pathLst>
                <a:path extrusionOk="0" h="8369" w="774">
                  <a:moveTo>
                    <a:pt x="1" y="1"/>
                  </a:moveTo>
                  <a:lnTo>
                    <a:pt x="1" y="8369"/>
                  </a:lnTo>
                  <a:lnTo>
                    <a:pt x="774" y="8369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9" name="Google Shape;23069;p24"/>
            <p:cNvSpPr/>
            <p:nvPr/>
          </p:nvSpPr>
          <p:spPr>
            <a:xfrm>
              <a:off x="8586850" y="2420300"/>
              <a:ext cx="19350" cy="209225"/>
            </a:xfrm>
            <a:custGeom>
              <a:rect b="b" l="l" r="r" t="t"/>
              <a:pathLst>
                <a:path extrusionOk="0" h="8369" w="774">
                  <a:moveTo>
                    <a:pt x="1" y="1"/>
                  </a:moveTo>
                  <a:lnTo>
                    <a:pt x="1" y="8369"/>
                  </a:lnTo>
                  <a:lnTo>
                    <a:pt x="774" y="8369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0" name="Google Shape;23070;p24"/>
            <p:cNvSpPr/>
            <p:nvPr/>
          </p:nvSpPr>
          <p:spPr>
            <a:xfrm>
              <a:off x="8449275" y="2410075"/>
              <a:ext cx="694725" cy="19350"/>
            </a:xfrm>
            <a:custGeom>
              <a:rect b="b" l="l" r="r" t="t"/>
              <a:pathLst>
                <a:path extrusionOk="0" h="774" w="27789">
                  <a:moveTo>
                    <a:pt x="1" y="0"/>
                  </a:moveTo>
                  <a:lnTo>
                    <a:pt x="1" y="773"/>
                  </a:lnTo>
                  <a:lnTo>
                    <a:pt x="27789" y="773"/>
                  </a:lnTo>
                  <a:lnTo>
                    <a:pt x="277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1" name="Google Shape;23071;p24"/>
            <p:cNvSpPr/>
            <p:nvPr/>
          </p:nvSpPr>
          <p:spPr>
            <a:xfrm>
              <a:off x="8229825" y="2486250"/>
              <a:ext cx="46650" cy="46650"/>
            </a:xfrm>
            <a:custGeom>
              <a:rect b="b" l="l" r="r" t="t"/>
              <a:pathLst>
                <a:path extrusionOk="0" h="1866" w="1866">
                  <a:moveTo>
                    <a:pt x="911" y="774"/>
                  </a:moveTo>
                  <a:cubicBezTo>
                    <a:pt x="1001" y="774"/>
                    <a:pt x="1092" y="864"/>
                    <a:pt x="1092" y="955"/>
                  </a:cubicBezTo>
                  <a:cubicBezTo>
                    <a:pt x="1092" y="1046"/>
                    <a:pt x="1001" y="1092"/>
                    <a:pt x="911" y="1092"/>
                  </a:cubicBezTo>
                  <a:cubicBezTo>
                    <a:pt x="820" y="1092"/>
                    <a:pt x="729" y="1046"/>
                    <a:pt x="729" y="955"/>
                  </a:cubicBezTo>
                  <a:cubicBezTo>
                    <a:pt x="729" y="864"/>
                    <a:pt x="820" y="774"/>
                    <a:pt x="911" y="774"/>
                  </a:cubicBezTo>
                  <a:close/>
                  <a:moveTo>
                    <a:pt x="911" y="0"/>
                  </a:moveTo>
                  <a:cubicBezTo>
                    <a:pt x="410" y="0"/>
                    <a:pt x="1" y="410"/>
                    <a:pt x="1" y="955"/>
                  </a:cubicBezTo>
                  <a:cubicBezTo>
                    <a:pt x="1" y="1456"/>
                    <a:pt x="410" y="1865"/>
                    <a:pt x="911" y="1865"/>
                  </a:cubicBezTo>
                  <a:cubicBezTo>
                    <a:pt x="1456" y="1865"/>
                    <a:pt x="1866" y="1456"/>
                    <a:pt x="1866" y="955"/>
                  </a:cubicBezTo>
                  <a:cubicBezTo>
                    <a:pt x="1866" y="410"/>
                    <a:pt x="1456" y="0"/>
                    <a:pt x="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2" name="Google Shape;23072;p24"/>
            <p:cNvSpPr/>
            <p:nvPr/>
          </p:nvSpPr>
          <p:spPr>
            <a:xfrm>
              <a:off x="8243475" y="2513525"/>
              <a:ext cx="900525" cy="150125"/>
            </a:xfrm>
            <a:custGeom>
              <a:rect b="b" l="l" r="r" t="t"/>
              <a:pathLst>
                <a:path extrusionOk="0" h="6005" w="36021">
                  <a:moveTo>
                    <a:pt x="1" y="1"/>
                  </a:moveTo>
                  <a:lnTo>
                    <a:pt x="1" y="6004"/>
                  </a:lnTo>
                  <a:lnTo>
                    <a:pt x="36021" y="6004"/>
                  </a:lnTo>
                  <a:lnTo>
                    <a:pt x="36021" y="5231"/>
                  </a:lnTo>
                  <a:lnTo>
                    <a:pt x="774" y="5231"/>
                  </a:lnTo>
                  <a:lnTo>
                    <a:pt x="774" y="774"/>
                  </a:lnTo>
                  <a:lnTo>
                    <a:pt x="36021" y="774"/>
                  </a:lnTo>
                  <a:lnTo>
                    <a:pt x="360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3" name="Google Shape;23073;p24"/>
            <p:cNvSpPr/>
            <p:nvPr/>
          </p:nvSpPr>
          <p:spPr>
            <a:xfrm>
              <a:off x="7786400" y="2495350"/>
              <a:ext cx="1357600" cy="350200"/>
            </a:xfrm>
            <a:custGeom>
              <a:rect b="b" l="l" r="r" t="t"/>
              <a:pathLst>
                <a:path extrusionOk="0" h="14008" w="54304">
                  <a:moveTo>
                    <a:pt x="1" y="0"/>
                  </a:moveTo>
                  <a:cubicBezTo>
                    <a:pt x="1" y="0"/>
                    <a:pt x="4594" y="14008"/>
                    <a:pt x="15146" y="14008"/>
                  </a:cubicBezTo>
                  <a:lnTo>
                    <a:pt x="54304" y="14008"/>
                  </a:lnTo>
                  <a:lnTo>
                    <a:pt x="54304" y="5367"/>
                  </a:lnTo>
                  <a:lnTo>
                    <a:pt x="14873" y="5367"/>
                  </a:lnTo>
                  <a:cubicBezTo>
                    <a:pt x="7050" y="536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4" name="Google Shape;23074;p24"/>
            <p:cNvSpPr/>
            <p:nvPr/>
          </p:nvSpPr>
          <p:spPr>
            <a:xfrm>
              <a:off x="8335575" y="2629500"/>
              <a:ext cx="808425" cy="216050"/>
            </a:xfrm>
            <a:custGeom>
              <a:rect b="b" l="l" r="r" t="t"/>
              <a:pathLst>
                <a:path extrusionOk="0" h="8642" w="32337">
                  <a:moveTo>
                    <a:pt x="1" y="1"/>
                  </a:moveTo>
                  <a:cubicBezTo>
                    <a:pt x="1501" y="3958"/>
                    <a:pt x="4048" y="8642"/>
                    <a:pt x="7869" y="8642"/>
                  </a:cubicBezTo>
                  <a:lnTo>
                    <a:pt x="32337" y="8642"/>
                  </a:lnTo>
                  <a:lnTo>
                    <a:pt x="3233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5" name="Google Shape;23075;p24"/>
            <p:cNvSpPr/>
            <p:nvPr/>
          </p:nvSpPr>
          <p:spPr>
            <a:xfrm>
              <a:off x="8165025" y="2845525"/>
              <a:ext cx="978975" cy="58025"/>
            </a:xfrm>
            <a:custGeom>
              <a:rect b="b" l="l" r="r" t="t"/>
              <a:pathLst>
                <a:path extrusionOk="0" h="2321" w="39159">
                  <a:moveTo>
                    <a:pt x="1" y="1"/>
                  </a:moveTo>
                  <a:lnTo>
                    <a:pt x="1" y="2320"/>
                  </a:lnTo>
                  <a:lnTo>
                    <a:pt x="39159" y="2320"/>
                  </a:lnTo>
                  <a:lnTo>
                    <a:pt x="391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6" name="Google Shape;23076;p24"/>
            <p:cNvSpPr/>
            <p:nvPr/>
          </p:nvSpPr>
          <p:spPr>
            <a:xfrm>
              <a:off x="8165025" y="2845525"/>
              <a:ext cx="978975" cy="29600"/>
            </a:xfrm>
            <a:custGeom>
              <a:rect b="b" l="l" r="r" t="t"/>
              <a:pathLst>
                <a:path extrusionOk="0" h="1184" w="39159">
                  <a:moveTo>
                    <a:pt x="1" y="1"/>
                  </a:moveTo>
                  <a:lnTo>
                    <a:pt x="1" y="1183"/>
                  </a:lnTo>
                  <a:lnTo>
                    <a:pt x="39159" y="1183"/>
                  </a:lnTo>
                  <a:lnTo>
                    <a:pt x="391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7" name="Google Shape;23077;p24"/>
            <p:cNvSpPr/>
            <p:nvPr/>
          </p:nvSpPr>
          <p:spPr>
            <a:xfrm>
              <a:off x="7363450" y="3067250"/>
              <a:ext cx="1780550" cy="401375"/>
            </a:xfrm>
            <a:custGeom>
              <a:rect b="b" l="l" r="r" t="t"/>
              <a:pathLst>
                <a:path extrusionOk="0" h="16055" w="71222">
                  <a:moveTo>
                    <a:pt x="0" y="1"/>
                  </a:moveTo>
                  <a:cubicBezTo>
                    <a:pt x="0" y="1"/>
                    <a:pt x="5231" y="16055"/>
                    <a:pt x="17328" y="16055"/>
                  </a:cubicBezTo>
                  <a:lnTo>
                    <a:pt x="71222" y="16055"/>
                  </a:lnTo>
                  <a:lnTo>
                    <a:pt x="71222" y="6140"/>
                  </a:lnTo>
                  <a:lnTo>
                    <a:pt x="17010" y="6140"/>
                  </a:lnTo>
                  <a:cubicBezTo>
                    <a:pt x="8050" y="614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8" name="Google Shape;23078;p24"/>
            <p:cNvSpPr/>
            <p:nvPr/>
          </p:nvSpPr>
          <p:spPr>
            <a:xfrm>
              <a:off x="8029725" y="3220750"/>
              <a:ext cx="1114275" cy="247875"/>
            </a:xfrm>
            <a:custGeom>
              <a:rect b="b" l="l" r="r" t="t"/>
              <a:pathLst>
                <a:path extrusionOk="0" h="9915" w="44571">
                  <a:moveTo>
                    <a:pt x="0" y="0"/>
                  </a:moveTo>
                  <a:cubicBezTo>
                    <a:pt x="1774" y="4503"/>
                    <a:pt x="4867" y="9915"/>
                    <a:pt x="9415" y="9915"/>
                  </a:cubicBezTo>
                  <a:lnTo>
                    <a:pt x="44571" y="9915"/>
                  </a:lnTo>
                  <a:lnTo>
                    <a:pt x="4457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9" name="Google Shape;23079;p24"/>
            <p:cNvSpPr/>
            <p:nvPr/>
          </p:nvSpPr>
          <p:spPr>
            <a:xfrm>
              <a:off x="7685225" y="4206525"/>
              <a:ext cx="1458775" cy="103475"/>
            </a:xfrm>
            <a:custGeom>
              <a:rect b="b" l="l" r="r" t="t"/>
              <a:pathLst>
                <a:path extrusionOk="0" h="4139" w="58351">
                  <a:moveTo>
                    <a:pt x="0" y="0"/>
                  </a:moveTo>
                  <a:lnTo>
                    <a:pt x="0" y="4139"/>
                  </a:lnTo>
                  <a:lnTo>
                    <a:pt x="58351" y="4139"/>
                  </a:lnTo>
                  <a:lnTo>
                    <a:pt x="583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0" name="Google Shape;23080;p24"/>
            <p:cNvSpPr/>
            <p:nvPr/>
          </p:nvSpPr>
          <p:spPr>
            <a:xfrm>
              <a:off x="8353775" y="2021225"/>
              <a:ext cx="790225" cy="35275"/>
            </a:xfrm>
            <a:custGeom>
              <a:rect b="b" l="l" r="r" t="t"/>
              <a:pathLst>
                <a:path extrusionOk="0" h="1411" w="31609">
                  <a:moveTo>
                    <a:pt x="1547" y="0"/>
                  </a:moveTo>
                  <a:lnTo>
                    <a:pt x="0" y="1410"/>
                  </a:lnTo>
                  <a:lnTo>
                    <a:pt x="31609" y="1410"/>
                  </a:lnTo>
                  <a:lnTo>
                    <a:pt x="31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081" name="Google Shape;23081;p24"/>
          <p:cNvGrpSpPr/>
          <p:nvPr/>
        </p:nvGrpSpPr>
        <p:grpSpPr>
          <a:xfrm flipH="1">
            <a:off x="436" y="1274025"/>
            <a:ext cx="1272915" cy="3108550"/>
            <a:chOff x="7363450" y="1343575"/>
            <a:chExt cx="1780550" cy="3108550"/>
          </a:xfrm>
        </p:grpSpPr>
        <p:sp>
          <p:nvSpPr>
            <p:cNvPr id="23082" name="Google Shape;23082;p24"/>
            <p:cNvSpPr/>
            <p:nvPr/>
          </p:nvSpPr>
          <p:spPr>
            <a:xfrm>
              <a:off x="7954675" y="3468600"/>
              <a:ext cx="1189325" cy="737950"/>
            </a:xfrm>
            <a:custGeom>
              <a:rect b="b" l="l" r="r" t="t"/>
              <a:pathLst>
                <a:path extrusionOk="0" h="29518" w="47573">
                  <a:moveTo>
                    <a:pt x="1" y="1"/>
                  </a:moveTo>
                  <a:lnTo>
                    <a:pt x="1" y="29517"/>
                  </a:lnTo>
                  <a:lnTo>
                    <a:pt x="47573" y="29517"/>
                  </a:lnTo>
                  <a:lnTo>
                    <a:pt x="475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3" name="Google Shape;23083;p24"/>
            <p:cNvSpPr/>
            <p:nvPr/>
          </p:nvSpPr>
          <p:spPr>
            <a:xfrm>
              <a:off x="8987075" y="3733525"/>
              <a:ext cx="156925" cy="473025"/>
            </a:xfrm>
            <a:custGeom>
              <a:rect b="b" l="l" r="r" t="t"/>
              <a:pathLst>
                <a:path extrusionOk="0" h="18921" w="6277">
                  <a:moveTo>
                    <a:pt x="1" y="1"/>
                  </a:moveTo>
                  <a:lnTo>
                    <a:pt x="1" y="18920"/>
                  </a:lnTo>
                  <a:lnTo>
                    <a:pt x="6277" y="18920"/>
                  </a:lnTo>
                  <a:lnTo>
                    <a:pt x="627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4" name="Google Shape;23084;p24"/>
            <p:cNvSpPr/>
            <p:nvPr/>
          </p:nvSpPr>
          <p:spPr>
            <a:xfrm>
              <a:off x="7981975" y="1922300"/>
              <a:ext cx="1162025" cy="350225"/>
            </a:xfrm>
            <a:custGeom>
              <a:rect b="b" l="l" r="r" t="t"/>
              <a:pathLst>
                <a:path extrusionOk="0" h="14009" w="46481">
                  <a:moveTo>
                    <a:pt x="0" y="0"/>
                  </a:moveTo>
                  <a:cubicBezTo>
                    <a:pt x="0" y="1"/>
                    <a:pt x="4594" y="14008"/>
                    <a:pt x="15145" y="14008"/>
                  </a:cubicBezTo>
                  <a:lnTo>
                    <a:pt x="46481" y="14008"/>
                  </a:lnTo>
                  <a:lnTo>
                    <a:pt x="46481" y="5367"/>
                  </a:lnTo>
                  <a:lnTo>
                    <a:pt x="14872" y="5367"/>
                  </a:lnTo>
                  <a:cubicBezTo>
                    <a:pt x="7050" y="5367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5" name="Google Shape;23085;p24"/>
            <p:cNvSpPr/>
            <p:nvPr/>
          </p:nvSpPr>
          <p:spPr>
            <a:xfrm>
              <a:off x="8470875" y="2056475"/>
              <a:ext cx="673125" cy="216050"/>
            </a:xfrm>
            <a:custGeom>
              <a:rect b="b" l="l" r="r" t="t"/>
              <a:pathLst>
                <a:path extrusionOk="0" h="8642" w="26925">
                  <a:moveTo>
                    <a:pt x="1" y="0"/>
                  </a:moveTo>
                  <a:cubicBezTo>
                    <a:pt x="1456" y="3957"/>
                    <a:pt x="3957" y="8641"/>
                    <a:pt x="7687" y="8641"/>
                  </a:cubicBezTo>
                  <a:lnTo>
                    <a:pt x="26925" y="8641"/>
                  </a:lnTo>
                  <a:lnTo>
                    <a:pt x="2692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6" name="Google Shape;23086;p24"/>
            <p:cNvSpPr/>
            <p:nvPr/>
          </p:nvSpPr>
          <p:spPr>
            <a:xfrm>
              <a:off x="8238925" y="2845525"/>
              <a:ext cx="905075" cy="372975"/>
            </a:xfrm>
            <a:custGeom>
              <a:rect b="b" l="l" r="r" t="t"/>
              <a:pathLst>
                <a:path extrusionOk="0" h="14919" w="36203">
                  <a:moveTo>
                    <a:pt x="1" y="1"/>
                  </a:moveTo>
                  <a:lnTo>
                    <a:pt x="1" y="14918"/>
                  </a:lnTo>
                  <a:lnTo>
                    <a:pt x="36203" y="14918"/>
                  </a:lnTo>
                  <a:lnTo>
                    <a:pt x="3620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7" name="Google Shape;23087;p24"/>
            <p:cNvSpPr/>
            <p:nvPr/>
          </p:nvSpPr>
          <p:spPr>
            <a:xfrm>
              <a:off x="7954675" y="3468600"/>
              <a:ext cx="1189325" cy="79625"/>
            </a:xfrm>
            <a:custGeom>
              <a:rect b="b" l="l" r="r" t="t"/>
              <a:pathLst>
                <a:path extrusionOk="0" h="3185" w="47573">
                  <a:moveTo>
                    <a:pt x="1" y="1"/>
                  </a:moveTo>
                  <a:lnTo>
                    <a:pt x="1" y="3184"/>
                  </a:lnTo>
                  <a:lnTo>
                    <a:pt x="47573" y="3184"/>
                  </a:lnTo>
                  <a:lnTo>
                    <a:pt x="475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8" name="Google Shape;23088;p24"/>
            <p:cNvSpPr/>
            <p:nvPr/>
          </p:nvSpPr>
          <p:spPr>
            <a:xfrm>
              <a:off x="8152525" y="3468600"/>
              <a:ext cx="134175" cy="582175"/>
            </a:xfrm>
            <a:custGeom>
              <a:rect b="b" l="l" r="r" t="t"/>
              <a:pathLst>
                <a:path extrusionOk="0" h="23287" w="5367">
                  <a:moveTo>
                    <a:pt x="0" y="1"/>
                  </a:moveTo>
                  <a:lnTo>
                    <a:pt x="0" y="23286"/>
                  </a:lnTo>
                  <a:lnTo>
                    <a:pt x="5367" y="23286"/>
                  </a:lnTo>
                  <a:lnTo>
                    <a:pt x="536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9" name="Google Shape;23089;p24"/>
            <p:cNvSpPr/>
            <p:nvPr/>
          </p:nvSpPr>
          <p:spPr>
            <a:xfrm>
              <a:off x="8117275" y="4050750"/>
              <a:ext cx="204675" cy="155800"/>
            </a:xfrm>
            <a:custGeom>
              <a:rect b="b" l="l" r="r" t="t"/>
              <a:pathLst>
                <a:path extrusionOk="0" h="6232" w="8187">
                  <a:moveTo>
                    <a:pt x="0" y="0"/>
                  </a:moveTo>
                  <a:lnTo>
                    <a:pt x="0" y="6231"/>
                  </a:lnTo>
                  <a:lnTo>
                    <a:pt x="8187" y="6231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0" name="Google Shape;23090;p24"/>
            <p:cNvSpPr/>
            <p:nvPr/>
          </p:nvSpPr>
          <p:spPr>
            <a:xfrm>
              <a:off x="7407775" y="4309975"/>
              <a:ext cx="1736225" cy="142150"/>
            </a:xfrm>
            <a:custGeom>
              <a:rect b="b" l="l" r="r" t="t"/>
              <a:pathLst>
                <a:path extrusionOk="0" h="5686" w="69449">
                  <a:moveTo>
                    <a:pt x="1" y="1"/>
                  </a:moveTo>
                  <a:lnTo>
                    <a:pt x="1" y="5686"/>
                  </a:lnTo>
                  <a:lnTo>
                    <a:pt x="69449" y="5686"/>
                  </a:lnTo>
                  <a:lnTo>
                    <a:pt x="6944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1" name="Google Shape;23091;p24"/>
            <p:cNvSpPr/>
            <p:nvPr/>
          </p:nvSpPr>
          <p:spPr>
            <a:xfrm>
              <a:off x="8449275" y="2272500"/>
              <a:ext cx="694725" cy="357025"/>
            </a:xfrm>
            <a:custGeom>
              <a:rect b="b" l="l" r="r" t="t"/>
              <a:pathLst>
                <a:path extrusionOk="0" h="14281" w="27789">
                  <a:moveTo>
                    <a:pt x="1" y="0"/>
                  </a:moveTo>
                  <a:lnTo>
                    <a:pt x="1" y="14281"/>
                  </a:lnTo>
                  <a:lnTo>
                    <a:pt x="27789" y="14281"/>
                  </a:lnTo>
                  <a:lnTo>
                    <a:pt x="277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2" name="Google Shape;23092;p24"/>
            <p:cNvSpPr/>
            <p:nvPr/>
          </p:nvSpPr>
          <p:spPr>
            <a:xfrm>
              <a:off x="8374225" y="2272500"/>
              <a:ext cx="769775" cy="54600"/>
            </a:xfrm>
            <a:custGeom>
              <a:rect b="b" l="l" r="r" t="t"/>
              <a:pathLst>
                <a:path extrusionOk="0" h="2184" w="30791">
                  <a:moveTo>
                    <a:pt x="1" y="0"/>
                  </a:moveTo>
                  <a:lnTo>
                    <a:pt x="1" y="2183"/>
                  </a:lnTo>
                  <a:lnTo>
                    <a:pt x="30791" y="2183"/>
                  </a:lnTo>
                  <a:lnTo>
                    <a:pt x="30791" y="0"/>
                  </a:ln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3" name="Google Shape;23093;p24"/>
            <p:cNvSpPr/>
            <p:nvPr/>
          </p:nvSpPr>
          <p:spPr>
            <a:xfrm>
              <a:off x="8374225" y="2272500"/>
              <a:ext cx="769775" cy="27300"/>
            </a:xfrm>
            <a:custGeom>
              <a:rect b="b" l="l" r="r" t="t"/>
              <a:pathLst>
                <a:path extrusionOk="0" h="1092" w="30791">
                  <a:moveTo>
                    <a:pt x="1" y="0"/>
                  </a:moveTo>
                  <a:lnTo>
                    <a:pt x="1" y="1092"/>
                  </a:lnTo>
                  <a:lnTo>
                    <a:pt x="30791" y="1092"/>
                  </a:lnTo>
                  <a:lnTo>
                    <a:pt x="307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4" name="Google Shape;23094;p24"/>
            <p:cNvSpPr/>
            <p:nvPr/>
          </p:nvSpPr>
          <p:spPr>
            <a:xfrm>
              <a:off x="8506125" y="3468600"/>
              <a:ext cx="134200" cy="582175"/>
            </a:xfrm>
            <a:custGeom>
              <a:rect b="b" l="l" r="r" t="t"/>
              <a:pathLst>
                <a:path extrusionOk="0" h="23287" w="5368">
                  <a:moveTo>
                    <a:pt x="1" y="1"/>
                  </a:moveTo>
                  <a:lnTo>
                    <a:pt x="1" y="23286"/>
                  </a:lnTo>
                  <a:lnTo>
                    <a:pt x="5367" y="23286"/>
                  </a:lnTo>
                  <a:lnTo>
                    <a:pt x="536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5" name="Google Shape;23095;p24"/>
            <p:cNvSpPr/>
            <p:nvPr/>
          </p:nvSpPr>
          <p:spPr>
            <a:xfrm>
              <a:off x="8472025" y="4050750"/>
              <a:ext cx="203550" cy="155800"/>
            </a:xfrm>
            <a:custGeom>
              <a:rect b="b" l="l" r="r" t="t"/>
              <a:pathLst>
                <a:path extrusionOk="0" h="6232" w="8142">
                  <a:moveTo>
                    <a:pt x="0" y="0"/>
                  </a:moveTo>
                  <a:lnTo>
                    <a:pt x="0" y="6231"/>
                  </a:lnTo>
                  <a:lnTo>
                    <a:pt x="8141" y="6231"/>
                  </a:lnTo>
                  <a:lnTo>
                    <a:pt x="81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6" name="Google Shape;23096;p24"/>
            <p:cNvSpPr/>
            <p:nvPr/>
          </p:nvSpPr>
          <p:spPr>
            <a:xfrm>
              <a:off x="8353775" y="1343575"/>
              <a:ext cx="790225" cy="712925"/>
            </a:xfrm>
            <a:custGeom>
              <a:rect b="b" l="l" r="r" t="t"/>
              <a:pathLst>
                <a:path extrusionOk="0" h="28517" w="31609">
                  <a:moveTo>
                    <a:pt x="31609" y="0"/>
                  </a:moveTo>
                  <a:lnTo>
                    <a:pt x="0" y="28516"/>
                  </a:lnTo>
                  <a:lnTo>
                    <a:pt x="31609" y="28516"/>
                  </a:lnTo>
                  <a:lnTo>
                    <a:pt x="31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7" name="Google Shape;23097;p24"/>
            <p:cNvSpPr/>
            <p:nvPr/>
          </p:nvSpPr>
          <p:spPr>
            <a:xfrm>
              <a:off x="8553875" y="1524350"/>
              <a:ext cx="590125" cy="532150"/>
            </a:xfrm>
            <a:custGeom>
              <a:rect b="b" l="l" r="r" t="t"/>
              <a:pathLst>
                <a:path extrusionOk="0" h="21286" w="23605">
                  <a:moveTo>
                    <a:pt x="23605" y="1"/>
                  </a:moveTo>
                  <a:lnTo>
                    <a:pt x="1" y="21285"/>
                  </a:lnTo>
                  <a:lnTo>
                    <a:pt x="23605" y="21285"/>
                  </a:lnTo>
                  <a:lnTo>
                    <a:pt x="236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8" name="Google Shape;23098;p24"/>
            <p:cNvSpPr/>
            <p:nvPr/>
          </p:nvSpPr>
          <p:spPr>
            <a:xfrm>
              <a:off x="7875100" y="3468600"/>
              <a:ext cx="1268900" cy="79625"/>
            </a:xfrm>
            <a:custGeom>
              <a:rect b="b" l="l" r="r" t="t"/>
              <a:pathLst>
                <a:path extrusionOk="0" h="3185" w="50756">
                  <a:moveTo>
                    <a:pt x="0" y="1"/>
                  </a:moveTo>
                  <a:lnTo>
                    <a:pt x="0" y="3184"/>
                  </a:lnTo>
                  <a:lnTo>
                    <a:pt x="50756" y="3184"/>
                  </a:lnTo>
                  <a:lnTo>
                    <a:pt x="507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9" name="Google Shape;23099;p24"/>
            <p:cNvSpPr/>
            <p:nvPr/>
          </p:nvSpPr>
          <p:spPr>
            <a:xfrm>
              <a:off x="7875100" y="3468600"/>
              <a:ext cx="1268900" cy="26175"/>
            </a:xfrm>
            <a:custGeom>
              <a:rect b="b" l="l" r="r" t="t"/>
              <a:pathLst>
                <a:path extrusionOk="0" h="1047" w="50756">
                  <a:moveTo>
                    <a:pt x="0" y="1"/>
                  </a:moveTo>
                  <a:lnTo>
                    <a:pt x="0" y="1047"/>
                  </a:lnTo>
                  <a:lnTo>
                    <a:pt x="50756" y="1047"/>
                  </a:lnTo>
                  <a:lnTo>
                    <a:pt x="507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0" name="Google Shape;23100;p24"/>
            <p:cNvSpPr/>
            <p:nvPr/>
          </p:nvSpPr>
          <p:spPr>
            <a:xfrm>
              <a:off x="8897250" y="2993350"/>
              <a:ext cx="19350" cy="227425"/>
            </a:xfrm>
            <a:custGeom>
              <a:rect b="b" l="l" r="r" t="t"/>
              <a:pathLst>
                <a:path extrusionOk="0" h="9097" w="774">
                  <a:moveTo>
                    <a:pt x="1" y="0"/>
                  </a:moveTo>
                  <a:lnTo>
                    <a:pt x="1" y="9096"/>
                  </a:lnTo>
                  <a:lnTo>
                    <a:pt x="774" y="9096"/>
                  </a:lnTo>
                  <a:lnTo>
                    <a:pt x="7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1" name="Google Shape;23101;p24"/>
            <p:cNvSpPr/>
            <p:nvPr/>
          </p:nvSpPr>
          <p:spPr>
            <a:xfrm>
              <a:off x="8422000" y="2993350"/>
              <a:ext cx="19350" cy="227425"/>
            </a:xfrm>
            <a:custGeom>
              <a:rect b="b" l="l" r="r" t="t"/>
              <a:pathLst>
                <a:path extrusionOk="0" h="9097" w="774">
                  <a:moveTo>
                    <a:pt x="0" y="0"/>
                  </a:moveTo>
                  <a:lnTo>
                    <a:pt x="0" y="9096"/>
                  </a:lnTo>
                  <a:lnTo>
                    <a:pt x="773" y="9096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2" name="Google Shape;23102;p24"/>
            <p:cNvSpPr/>
            <p:nvPr/>
          </p:nvSpPr>
          <p:spPr>
            <a:xfrm>
              <a:off x="8238925" y="2984250"/>
              <a:ext cx="905075" cy="19350"/>
            </a:xfrm>
            <a:custGeom>
              <a:rect b="b" l="l" r="r" t="t"/>
              <a:pathLst>
                <a:path extrusionOk="0" h="774" w="36203">
                  <a:moveTo>
                    <a:pt x="1" y="0"/>
                  </a:moveTo>
                  <a:lnTo>
                    <a:pt x="1" y="774"/>
                  </a:lnTo>
                  <a:lnTo>
                    <a:pt x="36203" y="774"/>
                  </a:lnTo>
                  <a:lnTo>
                    <a:pt x="362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3" name="Google Shape;23103;p24"/>
            <p:cNvSpPr/>
            <p:nvPr/>
          </p:nvSpPr>
          <p:spPr>
            <a:xfrm>
              <a:off x="8951825" y="2420300"/>
              <a:ext cx="19350" cy="209225"/>
            </a:xfrm>
            <a:custGeom>
              <a:rect b="b" l="l" r="r" t="t"/>
              <a:pathLst>
                <a:path extrusionOk="0" h="8369" w="774">
                  <a:moveTo>
                    <a:pt x="1" y="1"/>
                  </a:moveTo>
                  <a:lnTo>
                    <a:pt x="1" y="8369"/>
                  </a:lnTo>
                  <a:lnTo>
                    <a:pt x="774" y="8369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4" name="Google Shape;23104;p24"/>
            <p:cNvSpPr/>
            <p:nvPr/>
          </p:nvSpPr>
          <p:spPr>
            <a:xfrm>
              <a:off x="8586850" y="2420300"/>
              <a:ext cx="19350" cy="209225"/>
            </a:xfrm>
            <a:custGeom>
              <a:rect b="b" l="l" r="r" t="t"/>
              <a:pathLst>
                <a:path extrusionOk="0" h="8369" w="774">
                  <a:moveTo>
                    <a:pt x="1" y="1"/>
                  </a:moveTo>
                  <a:lnTo>
                    <a:pt x="1" y="8369"/>
                  </a:lnTo>
                  <a:lnTo>
                    <a:pt x="774" y="8369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5" name="Google Shape;23105;p24"/>
            <p:cNvSpPr/>
            <p:nvPr/>
          </p:nvSpPr>
          <p:spPr>
            <a:xfrm>
              <a:off x="8449275" y="2410075"/>
              <a:ext cx="694725" cy="19350"/>
            </a:xfrm>
            <a:custGeom>
              <a:rect b="b" l="l" r="r" t="t"/>
              <a:pathLst>
                <a:path extrusionOk="0" h="774" w="27789">
                  <a:moveTo>
                    <a:pt x="1" y="0"/>
                  </a:moveTo>
                  <a:lnTo>
                    <a:pt x="1" y="773"/>
                  </a:lnTo>
                  <a:lnTo>
                    <a:pt x="27789" y="773"/>
                  </a:lnTo>
                  <a:lnTo>
                    <a:pt x="277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6" name="Google Shape;23106;p24"/>
            <p:cNvSpPr/>
            <p:nvPr/>
          </p:nvSpPr>
          <p:spPr>
            <a:xfrm>
              <a:off x="8229825" y="2486250"/>
              <a:ext cx="46650" cy="46650"/>
            </a:xfrm>
            <a:custGeom>
              <a:rect b="b" l="l" r="r" t="t"/>
              <a:pathLst>
                <a:path extrusionOk="0" h="1866" w="1866">
                  <a:moveTo>
                    <a:pt x="911" y="774"/>
                  </a:moveTo>
                  <a:cubicBezTo>
                    <a:pt x="1001" y="774"/>
                    <a:pt x="1092" y="864"/>
                    <a:pt x="1092" y="955"/>
                  </a:cubicBezTo>
                  <a:cubicBezTo>
                    <a:pt x="1092" y="1046"/>
                    <a:pt x="1001" y="1092"/>
                    <a:pt x="911" y="1092"/>
                  </a:cubicBezTo>
                  <a:cubicBezTo>
                    <a:pt x="820" y="1092"/>
                    <a:pt x="729" y="1046"/>
                    <a:pt x="729" y="955"/>
                  </a:cubicBezTo>
                  <a:cubicBezTo>
                    <a:pt x="729" y="864"/>
                    <a:pt x="820" y="774"/>
                    <a:pt x="911" y="774"/>
                  </a:cubicBezTo>
                  <a:close/>
                  <a:moveTo>
                    <a:pt x="911" y="0"/>
                  </a:moveTo>
                  <a:cubicBezTo>
                    <a:pt x="410" y="0"/>
                    <a:pt x="1" y="410"/>
                    <a:pt x="1" y="955"/>
                  </a:cubicBezTo>
                  <a:cubicBezTo>
                    <a:pt x="1" y="1456"/>
                    <a:pt x="410" y="1865"/>
                    <a:pt x="911" y="1865"/>
                  </a:cubicBezTo>
                  <a:cubicBezTo>
                    <a:pt x="1456" y="1865"/>
                    <a:pt x="1866" y="1456"/>
                    <a:pt x="1866" y="955"/>
                  </a:cubicBezTo>
                  <a:cubicBezTo>
                    <a:pt x="1866" y="410"/>
                    <a:pt x="1456" y="0"/>
                    <a:pt x="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7" name="Google Shape;23107;p24"/>
            <p:cNvSpPr/>
            <p:nvPr/>
          </p:nvSpPr>
          <p:spPr>
            <a:xfrm>
              <a:off x="8243475" y="2513525"/>
              <a:ext cx="900525" cy="150125"/>
            </a:xfrm>
            <a:custGeom>
              <a:rect b="b" l="l" r="r" t="t"/>
              <a:pathLst>
                <a:path extrusionOk="0" h="6005" w="36021">
                  <a:moveTo>
                    <a:pt x="1" y="1"/>
                  </a:moveTo>
                  <a:lnTo>
                    <a:pt x="1" y="6004"/>
                  </a:lnTo>
                  <a:lnTo>
                    <a:pt x="36021" y="6004"/>
                  </a:lnTo>
                  <a:lnTo>
                    <a:pt x="36021" y="5231"/>
                  </a:lnTo>
                  <a:lnTo>
                    <a:pt x="774" y="5231"/>
                  </a:lnTo>
                  <a:lnTo>
                    <a:pt x="774" y="774"/>
                  </a:lnTo>
                  <a:lnTo>
                    <a:pt x="36021" y="774"/>
                  </a:lnTo>
                  <a:lnTo>
                    <a:pt x="360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8" name="Google Shape;23108;p24"/>
            <p:cNvSpPr/>
            <p:nvPr/>
          </p:nvSpPr>
          <p:spPr>
            <a:xfrm>
              <a:off x="7786400" y="2495350"/>
              <a:ext cx="1357600" cy="350200"/>
            </a:xfrm>
            <a:custGeom>
              <a:rect b="b" l="l" r="r" t="t"/>
              <a:pathLst>
                <a:path extrusionOk="0" h="14008" w="54304">
                  <a:moveTo>
                    <a:pt x="1" y="0"/>
                  </a:moveTo>
                  <a:cubicBezTo>
                    <a:pt x="1" y="0"/>
                    <a:pt x="4594" y="14008"/>
                    <a:pt x="15146" y="14008"/>
                  </a:cubicBezTo>
                  <a:lnTo>
                    <a:pt x="54304" y="14008"/>
                  </a:lnTo>
                  <a:lnTo>
                    <a:pt x="54304" y="5367"/>
                  </a:lnTo>
                  <a:lnTo>
                    <a:pt x="14873" y="5367"/>
                  </a:lnTo>
                  <a:cubicBezTo>
                    <a:pt x="7050" y="536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9" name="Google Shape;23109;p24"/>
            <p:cNvSpPr/>
            <p:nvPr/>
          </p:nvSpPr>
          <p:spPr>
            <a:xfrm>
              <a:off x="8335575" y="2629500"/>
              <a:ext cx="808425" cy="216050"/>
            </a:xfrm>
            <a:custGeom>
              <a:rect b="b" l="l" r="r" t="t"/>
              <a:pathLst>
                <a:path extrusionOk="0" h="8642" w="32337">
                  <a:moveTo>
                    <a:pt x="1" y="1"/>
                  </a:moveTo>
                  <a:cubicBezTo>
                    <a:pt x="1501" y="3958"/>
                    <a:pt x="4048" y="8642"/>
                    <a:pt x="7869" y="8642"/>
                  </a:cubicBezTo>
                  <a:lnTo>
                    <a:pt x="32337" y="8642"/>
                  </a:lnTo>
                  <a:lnTo>
                    <a:pt x="3233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0" name="Google Shape;23110;p24"/>
            <p:cNvSpPr/>
            <p:nvPr/>
          </p:nvSpPr>
          <p:spPr>
            <a:xfrm>
              <a:off x="8165025" y="2845525"/>
              <a:ext cx="978975" cy="58025"/>
            </a:xfrm>
            <a:custGeom>
              <a:rect b="b" l="l" r="r" t="t"/>
              <a:pathLst>
                <a:path extrusionOk="0" h="2321" w="39159">
                  <a:moveTo>
                    <a:pt x="1" y="1"/>
                  </a:moveTo>
                  <a:lnTo>
                    <a:pt x="1" y="2320"/>
                  </a:lnTo>
                  <a:lnTo>
                    <a:pt x="39159" y="2320"/>
                  </a:lnTo>
                  <a:lnTo>
                    <a:pt x="391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1" name="Google Shape;23111;p24"/>
            <p:cNvSpPr/>
            <p:nvPr/>
          </p:nvSpPr>
          <p:spPr>
            <a:xfrm>
              <a:off x="8165025" y="2845525"/>
              <a:ext cx="978975" cy="29600"/>
            </a:xfrm>
            <a:custGeom>
              <a:rect b="b" l="l" r="r" t="t"/>
              <a:pathLst>
                <a:path extrusionOk="0" h="1184" w="39159">
                  <a:moveTo>
                    <a:pt x="1" y="1"/>
                  </a:moveTo>
                  <a:lnTo>
                    <a:pt x="1" y="1183"/>
                  </a:lnTo>
                  <a:lnTo>
                    <a:pt x="39159" y="1183"/>
                  </a:lnTo>
                  <a:lnTo>
                    <a:pt x="391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2" name="Google Shape;23112;p24"/>
            <p:cNvSpPr/>
            <p:nvPr/>
          </p:nvSpPr>
          <p:spPr>
            <a:xfrm>
              <a:off x="7363450" y="3067250"/>
              <a:ext cx="1780550" cy="401375"/>
            </a:xfrm>
            <a:custGeom>
              <a:rect b="b" l="l" r="r" t="t"/>
              <a:pathLst>
                <a:path extrusionOk="0" h="16055" w="71222">
                  <a:moveTo>
                    <a:pt x="0" y="1"/>
                  </a:moveTo>
                  <a:cubicBezTo>
                    <a:pt x="0" y="1"/>
                    <a:pt x="5231" y="16055"/>
                    <a:pt x="17328" y="16055"/>
                  </a:cubicBezTo>
                  <a:lnTo>
                    <a:pt x="71222" y="16055"/>
                  </a:lnTo>
                  <a:lnTo>
                    <a:pt x="71222" y="6140"/>
                  </a:lnTo>
                  <a:lnTo>
                    <a:pt x="17010" y="6140"/>
                  </a:lnTo>
                  <a:cubicBezTo>
                    <a:pt x="8050" y="614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3" name="Google Shape;23113;p24"/>
            <p:cNvSpPr/>
            <p:nvPr/>
          </p:nvSpPr>
          <p:spPr>
            <a:xfrm>
              <a:off x="8029725" y="3220750"/>
              <a:ext cx="1114275" cy="247875"/>
            </a:xfrm>
            <a:custGeom>
              <a:rect b="b" l="l" r="r" t="t"/>
              <a:pathLst>
                <a:path extrusionOk="0" h="9915" w="44571">
                  <a:moveTo>
                    <a:pt x="0" y="0"/>
                  </a:moveTo>
                  <a:cubicBezTo>
                    <a:pt x="1774" y="4503"/>
                    <a:pt x="4867" y="9915"/>
                    <a:pt x="9415" y="9915"/>
                  </a:cubicBezTo>
                  <a:lnTo>
                    <a:pt x="44571" y="9915"/>
                  </a:lnTo>
                  <a:lnTo>
                    <a:pt x="4457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4" name="Google Shape;23114;p24"/>
            <p:cNvSpPr/>
            <p:nvPr/>
          </p:nvSpPr>
          <p:spPr>
            <a:xfrm>
              <a:off x="7685225" y="4206525"/>
              <a:ext cx="1458775" cy="103475"/>
            </a:xfrm>
            <a:custGeom>
              <a:rect b="b" l="l" r="r" t="t"/>
              <a:pathLst>
                <a:path extrusionOk="0" h="4139" w="58351">
                  <a:moveTo>
                    <a:pt x="0" y="0"/>
                  </a:moveTo>
                  <a:lnTo>
                    <a:pt x="0" y="4139"/>
                  </a:lnTo>
                  <a:lnTo>
                    <a:pt x="58351" y="4139"/>
                  </a:lnTo>
                  <a:lnTo>
                    <a:pt x="583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5" name="Google Shape;23115;p24"/>
            <p:cNvSpPr/>
            <p:nvPr/>
          </p:nvSpPr>
          <p:spPr>
            <a:xfrm>
              <a:off x="8353775" y="2021225"/>
              <a:ext cx="790225" cy="35275"/>
            </a:xfrm>
            <a:custGeom>
              <a:rect b="b" l="l" r="r" t="t"/>
              <a:pathLst>
                <a:path extrusionOk="0" h="1411" w="31609">
                  <a:moveTo>
                    <a:pt x="1547" y="0"/>
                  </a:moveTo>
                  <a:lnTo>
                    <a:pt x="0" y="1410"/>
                  </a:lnTo>
                  <a:lnTo>
                    <a:pt x="31609" y="1410"/>
                  </a:lnTo>
                  <a:lnTo>
                    <a:pt x="31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2">
    <p:spTree>
      <p:nvGrpSpPr>
        <p:cNvPr id="23116" name="Shape 23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117" name="Google Shape;23117;p25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3118" name="Google Shape;23118;p25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9" name="Google Shape;23119;p25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0" name="Google Shape;23120;p25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1" name="Google Shape;23121;p25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2" name="Google Shape;23122;p25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3" name="Google Shape;23123;p25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4" name="Google Shape;23124;p25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5" name="Google Shape;23125;p25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6" name="Google Shape;23126;p25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7" name="Google Shape;23127;p25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8" name="Google Shape;23128;p25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9" name="Google Shape;23129;p25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0" name="Google Shape;23130;p25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1" name="Google Shape;23131;p25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2" name="Google Shape;23132;p25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3" name="Google Shape;23133;p25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4" name="Google Shape;23134;p25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5" name="Google Shape;23135;p25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6" name="Google Shape;23136;p25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7" name="Google Shape;23137;p25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8" name="Google Shape;23138;p25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9" name="Google Shape;23139;p25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0" name="Google Shape;23140;p25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1" name="Google Shape;23141;p25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2" name="Google Shape;23142;p25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3" name="Google Shape;23143;p25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4" name="Google Shape;23144;p25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5" name="Google Shape;23145;p25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6" name="Google Shape;23146;p25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7" name="Google Shape;23147;p25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8" name="Google Shape;23148;p25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9" name="Google Shape;23149;p25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0" name="Google Shape;23150;p25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1" name="Google Shape;23151;p25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2" name="Google Shape;23152;p25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3" name="Google Shape;23153;p25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4" name="Google Shape;23154;p25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5" name="Google Shape;23155;p25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6" name="Google Shape;23156;p25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7" name="Google Shape;23157;p25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8" name="Google Shape;23158;p25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9" name="Google Shape;23159;p25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0" name="Google Shape;23160;p25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1" name="Google Shape;23161;p25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2" name="Google Shape;23162;p25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3" name="Google Shape;23163;p25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4" name="Google Shape;23164;p25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5" name="Google Shape;23165;p25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6" name="Google Shape;23166;p25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7" name="Google Shape;23167;p25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8" name="Google Shape;23168;p25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9" name="Google Shape;23169;p25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0" name="Google Shape;23170;p25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1" name="Google Shape;23171;p25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2" name="Google Shape;23172;p25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3" name="Google Shape;23173;p25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4" name="Google Shape;23174;p25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5" name="Google Shape;23175;p25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6" name="Google Shape;23176;p25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7" name="Google Shape;23177;p25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8" name="Google Shape;23178;p25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9" name="Google Shape;23179;p25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0" name="Google Shape;23180;p25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1" name="Google Shape;23181;p25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2" name="Google Shape;23182;p25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3" name="Google Shape;23183;p25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4" name="Google Shape;23184;p25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5" name="Google Shape;23185;p25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6" name="Google Shape;23186;p25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7" name="Google Shape;23187;p25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8" name="Google Shape;23188;p25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9" name="Google Shape;23189;p25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0" name="Google Shape;23190;p25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1" name="Google Shape;23191;p25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2" name="Google Shape;23192;p25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3" name="Google Shape;23193;p25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4" name="Google Shape;23194;p25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5" name="Google Shape;23195;p25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6" name="Google Shape;23196;p25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7" name="Google Shape;23197;p25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8" name="Google Shape;23198;p25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9" name="Google Shape;23199;p25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0" name="Google Shape;23200;p25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1" name="Google Shape;23201;p25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2" name="Google Shape;23202;p25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3" name="Google Shape;23203;p25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4" name="Google Shape;23204;p25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5" name="Google Shape;23205;p25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6" name="Google Shape;23206;p25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7" name="Google Shape;23207;p25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8" name="Google Shape;23208;p25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9" name="Google Shape;23209;p25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0" name="Google Shape;23210;p25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1" name="Google Shape;23211;p25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2" name="Google Shape;23212;p25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3" name="Google Shape;23213;p25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4" name="Google Shape;23214;p25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5" name="Google Shape;23215;p25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6" name="Google Shape;23216;p25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7" name="Google Shape;23217;p25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8" name="Google Shape;23218;p25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9" name="Google Shape;23219;p25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0" name="Google Shape;23220;p25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1" name="Google Shape;23221;p25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2" name="Google Shape;23222;p25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3" name="Google Shape;23223;p25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4" name="Google Shape;23224;p25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5" name="Google Shape;23225;p25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6" name="Google Shape;23226;p25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7" name="Google Shape;23227;p25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8" name="Google Shape;23228;p25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9" name="Google Shape;23229;p25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0" name="Google Shape;23230;p25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1" name="Google Shape;23231;p25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2" name="Google Shape;23232;p25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3" name="Google Shape;23233;p25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4" name="Google Shape;23234;p25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5" name="Google Shape;23235;p25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6" name="Google Shape;23236;p25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7" name="Google Shape;23237;p25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8" name="Google Shape;23238;p25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9" name="Google Shape;23239;p25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0" name="Google Shape;23240;p25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1" name="Google Shape;23241;p25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2" name="Google Shape;23242;p25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3" name="Google Shape;23243;p25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4" name="Google Shape;23244;p25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5" name="Google Shape;23245;p25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6" name="Google Shape;23246;p25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7" name="Google Shape;23247;p25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8" name="Google Shape;23248;p25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9" name="Google Shape;23249;p25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0" name="Google Shape;23250;p25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1" name="Google Shape;23251;p25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2" name="Google Shape;23252;p25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3" name="Google Shape;23253;p25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4" name="Google Shape;23254;p25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5" name="Google Shape;23255;p25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6" name="Google Shape;23256;p25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7" name="Google Shape;23257;p25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8" name="Google Shape;23258;p25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9" name="Google Shape;23259;p25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0" name="Google Shape;23260;p25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1" name="Google Shape;23261;p25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2" name="Google Shape;23262;p25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3" name="Google Shape;23263;p25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4" name="Google Shape;23264;p25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5" name="Google Shape;23265;p25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6" name="Google Shape;23266;p25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7" name="Google Shape;23267;p25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8" name="Google Shape;23268;p25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9" name="Google Shape;23269;p25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0" name="Google Shape;23270;p25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1" name="Google Shape;23271;p25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2" name="Google Shape;23272;p25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3" name="Google Shape;23273;p25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4" name="Google Shape;23274;p25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5" name="Google Shape;23275;p25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6" name="Google Shape;23276;p25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7" name="Google Shape;23277;p25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8" name="Google Shape;23278;p25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9" name="Google Shape;23279;p25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0" name="Google Shape;23280;p25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1" name="Google Shape;23281;p25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2" name="Google Shape;23282;p25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3" name="Google Shape;23283;p25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4" name="Google Shape;23284;p25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5" name="Google Shape;23285;p25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6" name="Google Shape;23286;p25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7" name="Google Shape;23287;p25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8" name="Google Shape;23288;p25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9" name="Google Shape;23289;p25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0" name="Google Shape;23290;p25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1" name="Google Shape;23291;p25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2" name="Google Shape;23292;p25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3" name="Google Shape;23293;p25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4" name="Google Shape;23294;p25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5" name="Google Shape;23295;p25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6" name="Google Shape;23296;p25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7" name="Google Shape;23297;p25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8" name="Google Shape;23298;p25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9" name="Google Shape;23299;p25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0" name="Google Shape;23300;p25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1" name="Google Shape;23301;p25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2" name="Google Shape;23302;p25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3" name="Google Shape;23303;p25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4" name="Google Shape;23304;p25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5" name="Google Shape;23305;p25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6" name="Google Shape;23306;p25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7" name="Google Shape;23307;p25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8" name="Google Shape;23308;p25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9" name="Google Shape;23309;p25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0" name="Google Shape;23310;p25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1" name="Google Shape;23311;p25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2" name="Google Shape;23312;p25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3" name="Google Shape;23313;p25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4" name="Google Shape;23314;p25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5" name="Google Shape;23315;p25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6" name="Google Shape;23316;p25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7" name="Google Shape;23317;p25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8" name="Google Shape;23318;p25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9" name="Google Shape;23319;p25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0" name="Google Shape;23320;p25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1" name="Google Shape;23321;p25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2" name="Google Shape;23322;p25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3" name="Google Shape;23323;p25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4" name="Google Shape;23324;p25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5" name="Google Shape;23325;p25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6" name="Google Shape;23326;p25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7" name="Google Shape;23327;p25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8" name="Google Shape;23328;p25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9" name="Google Shape;23329;p25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0" name="Google Shape;23330;p25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1" name="Google Shape;23331;p25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2" name="Google Shape;23332;p25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3" name="Google Shape;23333;p25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4" name="Google Shape;23334;p25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5" name="Google Shape;23335;p25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6" name="Google Shape;23336;p25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7" name="Google Shape;23337;p25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8" name="Google Shape;23338;p25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9" name="Google Shape;23339;p25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0" name="Google Shape;23340;p25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1" name="Google Shape;23341;p25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2" name="Google Shape;23342;p25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3" name="Google Shape;23343;p25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4" name="Google Shape;23344;p25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5" name="Google Shape;23345;p25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6" name="Google Shape;23346;p25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7" name="Google Shape;23347;p25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8" name="Google Shape;23348;p25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9" name="Google Shape;23349;p25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0" name="Google Shape;23350;p25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1" name="Google Shape;23351;p25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2" name="Google Shape;23352;p25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3" name="Google Shape;23353;p25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4" name="Google Shape;23354;p25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5" name="Google Shape;23355;p25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6" name="Google Shape;23356;p25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7" name="Google Shape;23357;p25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8" name="Google Shape;23358;p25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9" name="Google Shape;23359;p25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0" name="Google Shape;23360;p25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1" name="Google Shape;23361;p25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2" name="Google Shape;23362;p25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3" name="Google Shape;23363;p25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4" name="Google Shape;23364;p25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5" name="Google Shape;23365;p25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6" name="Google Shape;23366;p25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7" name="Google Shape;23367;p25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8" name="Google Shape;23368;p25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9" name="Google Shape;23369;p25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0" name="Google Shape;23370;p25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1" name="Google Shape;23371;p25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2" name="Google Shape;23372;p25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3" name="Google Shape;23373;p25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4" name="Google Shape;23374;p25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5" name="Google Shape;23375;p25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6" name="Google Shape;23376;p25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7" name="Google Shape;23377;p25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8" name="Google Shape;23378;p25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9" name="Google Shape;23379;p25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0" name="Google Shape;23380;p25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1" name="Google Shape;23381;p25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2" name="Google Shape;23382;p25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3" name="Google Shape;23383;p25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4" name="Google Shape;23384;p25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5" name="Google Shape;23385;p25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6" name="Google Shape;23386;p25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7" name="Google Shape;23387;p25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8" name="Google Shape;23388;p25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9" name="Google Shape;23389;p25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0" name="Google Shape;23390;p25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1" name="Google Shape;23391;p25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2" name="Google Shape;23392;p25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3" name="Google Shape;23393;p25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4" name="Google Shape;23394;p25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5" name="Google Shape;23395;p25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6" name="Google Shape;23396;p25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7" name="Google Shape;23397;p25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8" name="Google Shape;23398;p25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9" name="Google Shape;23399;p25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0" name="Google Shape;23400;p25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1" name="Google Shape;23401;p25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2" name="Google Shape;23402;p25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3" name="Google Shape;23403;p25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4" name="Google Shape;23404;p25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5" name="Google Shape;23405;p25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6" name="Google Shape;23406;p25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7" name="Google Shape;23407;p25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8" name="Google Shape;23408;p25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9" name="Google Shape;23409;p25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0" name="Google Shape;23410;p25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1" name="Google Shape;23411;p25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2" name="Google Shape;23412;p25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3" name="Google Shape;23413;p25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4" name="Google Shape;23414;p25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5" name="Google Shape;23415;p25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6" name="Google Shape;23416;p25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7" name="Google Shape;23417;p25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8" name="Google Shape;23418;p25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9" name="Google Shape;23419;p25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0" name="Google Shape;23420;p25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1" name="Google Shape;23421;p25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2" name="Google Shape;23422;p25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3" name="Google Shape;23423;p25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4" name="Google Shape;23424;p25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5" name="Google Shape;23425;p25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6" name="Google Shape;23426;p25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7" name="Google Shape;23427;p25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8" name="Google Shape;23428;p25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9" name="Google Shape;23429;p25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0" name="Google Shape;23430;p25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1" name="Google Shape;23431;p25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2" name="Google Shape;23432;p25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3" name="Google Shape;23433;p25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4" name="Google Shape;23434;p25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5" name="Google Shape;23435;p25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6" name="Google Shape;23436;p25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7" name="Google Shape;23437;p25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8" name="Google Shape;23438;p25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9" name="Google Shape;23439;p25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0" name="Google Shape;23440;p25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1" name="Google Shape;23441;p25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2" name="Google Shape;23442;p25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3" name="Google Shape;23443;p25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4" name="Google Shape;23444;p25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5" name="Google Shape;23445;p25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6" name="Google Shape;23446;p25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7" name="Google Shape;23447;p25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8" name="Google Shape;23448;p25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9" name="Google Shape;23449;p25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0" name="Google Shape;23450;p25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1" name="Google Shape;23451;p25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2" name="Google Shape;23452;p25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3" name="Google Shape;23453;p25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4" name="Google Shape;23454;p25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5" name="Google Shape;23455;p25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6" name="Google Shape;23456;p25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7" name="Google Shape;23457;p25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8" name="Google Shape;23458;p25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9" name="Google Shape;23459;p25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0" name="Google Shape;23460;p25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1" name="Google Shape;23461;p25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2" name="Google Shape;23462;p25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3" name="Google Shape;23463;p25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4" name="Google Shape;23464;p25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5" name="Google Shape;23465;p25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6" name="Google Shape;23466;p25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7" name="Google Shape;23467;p25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8" name="Google Shape;23468;p25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9" name="Google Shape;23469;p25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0" name="Google Shape;23470;p25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1" name="Google Shape;23471;p25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2" name="Google Shape;23472;p25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3" name="Google Shape;23473;p25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4" name="Google Shape;23474;p25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5" name="Google Shape;23475;p25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6" name="Google Shape;23476;p25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7" name="Google Shape;23477;p25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8" name="Google Shape;23478;p25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9" name="Google Shape;23479;p25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0" name="Google Shape;23480;p25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1" name="Google Shape;23481;p25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2" name="Google Shape;23482;p25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3" name="Google Shape;23483;p25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4" name="Google Shape;23484;p25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5" name="Google Shape;23485;p25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6" name="Google Shape;23486;p25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7" name="Google Shape;23487;p25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8" name="Google Shape;23488;p25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9" name="Google Shape;23489;p25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0" name="Google Shape;23490;p25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1" name="Google Shape;23491;p25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2" name="Google Shape;23492;p25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3" name="Google Shape;23493;p25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4" name="Google Shape;23494;p25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5" name="Google Shape;23495;p25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6" name="Google Shape;23496;p25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7" name="Google Shape;23497;p25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8" name="Google Shape;23498;p25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9" name="Google Shape;23499;p25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0" name="Google Shape;23500;p25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1" name="Google Shape;23501;p25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2" name="Google Shape;23502;p25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3" name="Google Shape;23503;p25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4" name="Google Shape;23504;p25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5" name="Google Shape;23505;p25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6" name="Google Shape;23506;p25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7" name="Google Shape;23507;p25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8" name="Google Shape;23508;p25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9" name="Google Shape;23509;p25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0" name="Google Shape;23510;p25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1" name="Google Shape;23511;p25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2" name="Google Shape;23512;p25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3" name="Google Shape;23513;p25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4" name="Google Shape;23514;p25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5" name="Google Shape;23515;p25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6" name="Google Shape;23516;p25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7" name="Google Shape;23517;p25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8" name="Google Shape;23518;p25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9" name="Google Shape;23519;p25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0" name="Google Shape;23520;p25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1" name="Google Shape;23521;p25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2" name="Google Shape;23522;p25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3" name="Google Shape;23523;p25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4" name="Google Shape;23524;p25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5" name="Google Shape;23525;p25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6" name="Google Shape;23526;p25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7" name="Google Shape;23527;p25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8" name="Google Shape;23528;p25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9" name="Google Shape;23529;p25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0" name="Google Shape;23530;p25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1" name="Google Shape;23531;p25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2" name="Google Shape;23532;p25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3" name="Google Shape;23533;p25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4" name="Google Shape;23534;p25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5" name="Google Shape;23535;p25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6" name="Google Shape;23536;p25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7" name="Google Shape;23537;p25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8" name="Google Shape;23538;p25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9" name="Google Shape;23539;p25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0" name="Google Shape;23540;p25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1" name="Google Shape;23541;p25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2" name="Google Shape;23542;p25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3" name="Google Shape;23543;p25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4" name="Google Shape;23544;p25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5" name="Google Shape;23545;p25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6" name="Google Shape;23546;p25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7" name="Google Shape;23547;p25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8" name="Google Shape;23548;p25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9" name="Google Shape;23549;p25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0" name="Google Shape;23550;p25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1" name="Google Shape;23551;p25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2" name="Google Shape;23552;p25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3" name="Google Shape;23553;p25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4" name="Google Shape;23554;p25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5" name="Google Shape;23555;p25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6" name="Google Shape;23556;p25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7" name="Google Shape;23557;p25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8" name="Google Shape;23558;p25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9" name="Google Shape;23559;p25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0" name="Google Shape;23560;p25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1" name="Google Shape;23561;p25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2" name="Google Shape;23562;p25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3" name="Google Shape;23563;p25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4" name="Google Shape;23564;p25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5" name="Google Shape;23565;p25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6" name="Google Shape;23566;p25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7" name="Google Shape;23567;p25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8" name="Google Shape;23568;p25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9" name="Google Shape;23569;p25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0" name="Google Shape;23570;p25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1" name="Google Shape;23571;p25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2" name="Google Shape;23572;p25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3" name="Google Shape;23573;p25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4" name="Google Shape;23574;p25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5" name="Google Shape;23575;p25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6" name="Google Shape;23576;p25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7" name="Google Shape;23577;p25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8" name="Google Shape;23578;p25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9" name="Google Shape;23579;p25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0" name="Google Shape;23580;p25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1" name="Google Shape;23581;p25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2" name="Google Shape;23582;p25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3" name="Google Shape;23583;p25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4" name="Google Shape;23584;p25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5" name="Google Shape;23585;p25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6" name="Google Shape;23586;p25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7" name="Google Shape;23587;p25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8" name="Google Shape;23588;p25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9" name="Google Shape;23589;p25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0" name="Google Shape;23590;p25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1" name="Google Shape;23591;p25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2" name="Google Shape;23592;p25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3" name="Google Shape;23593;p25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4" name="Google Shape;23594;p25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5" name="Google Shape;23595;p25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6" name="Google Shape;23596;p25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7" name="Google Shape;23597;p25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8" name="Google Shape;23598;p25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9" name="Google Shape;23599;p25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0" name="Google Shape;23600;p25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1" name="Google Shape;23601;p25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2" name="Google Shape;23602;p25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3" name="Google Shape;23603;p25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4" name="Google Shape;23604;p25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5" name="Google Shape;23605;p25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6" name="Google Shape;23606;p25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7" name="Google Shape;23607;p25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8" name="Google Shape;23608;p25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9" name="Google Shape;23609;p25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0" name="Google Shape;23610;p25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1" name="Google Shape;23611;p25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2" name="Google Shape;23612;p25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3" name="Google Shape;23613;p25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4" name="Google Shape;23614;p25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5" name="Google Shape;23615;p25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6" name="Google Shape;23616;p25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7" name="Google Shape;23617;p25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8" name="Google Shape;23618;p25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9" name="Google Shape;23619;p25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0" name="Google Shape;23620;p25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1" name="Google Shape;23621;p25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2" name="Google Shape;23622;p25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3" name="Google Shape;23623;p25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4" name="Google Shape;23624;p25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5" name="Google Shape;23625;p25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6" name="Google Shape;23626;p25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7" name="Google Shape;23627;p25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8" name="Google Shape;23628;p25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9" name="Google Shape;23629;p25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0" name="Google Shape;23630;p25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1" name="Google Shape;23631;p25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2" name="Google Shape;23632;p25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3" name="Google Shape;23633;p25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4" name="Google Shape;23634;p25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5" name="Google Shape;23635;p25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6" name="Google Shape;23636;p25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7" name="Google Shape;23637;p25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8" name="Google Shape;23638;p25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9" name="Google Shape;23639;p25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0" name="Google Shape;23640;p25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1" name="Google Shape;23641;p25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2" name="Google Shape;23642;p25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3" name="Google Shape;23643;p25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4" name="Google Shape;23644;p25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5" name="Google Shape;23645;p25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6" name="Google Shape;23646;p25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7" name="Google Shape;23647;p25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8" name="Google Shape;23648;p25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9" name="Google Shape;23649;p25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0" name="Google Shape;23650;p25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1" name="Google Shape;23651;p25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2" name="Google Shape;23652;p25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3" name="Google Shape;23653;p25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4" name="Google Shape;23654;p25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5" name="Google Shape;23655;p25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6" name="Google Shape;23656;p25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7" name="Google Shape;23657;p25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8" name="Google Shape;23658;p25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9" name="Google Shape;23659;p25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0" name="Google Shape;23660;p25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1" name="Google Shape;23661;p25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2" name="Google Shape;23662;p25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3" name="Google Shape;23663;p25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4" name="Google Shape;23664;p25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5" name="Google Shape;23665;p25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6" name="Google Shape;23666;p25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7" name="Google Shape;23667;p25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8" name="Google Shape;23668;p25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9" name="Google Shape;23669;p25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0" name="Google Shape;23670;p25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1" name="Google Shape;23671;p25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2" name="Google Shape;23672;p25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3" name="Google Shape;23673;p25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4" name="Google Shape;23674;p25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5" name="Google Shape;23675;p25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6" name="Google Shape;23676;p25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7" name="Google Shape;23677;p25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8" name="Google Shape;23678;p25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9" name="Google Shape;23679;p25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0" name="Google Shape;23680;p25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1" name="Google Shape;23681;p25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2" name="Google Shape;23682;p25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3" name="Google Shape;23683;p25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4" name="Google Shape;23684;p25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5" name="Google Shape;23685;p25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6" name="Google Shape;23686;p25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7" name="Google Shape;23687;p25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8" name="Google Shape;23688;p25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9" name="Google Shape;23689;p25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0" name="Google Shape;23690;p25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1" name="Google Shape;23691;p25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2" name="Google Shape;23692;p25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3" name="Google Shape;23693;p25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4" name="Google Shape;23694;p25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5" name="Google Shape;23695;p25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6" name="Google Shape;23696;p25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7" name="Google Shape;23697;p25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8" name="Google Shape;23698;p25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9" name="Google Shape;23699;p25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0" name="Google Shape;23700;p25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1" name="Google Shape;23701;p25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2" name="Google Shape;23702;p25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3" name="Google Shape;23703;p25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4" name="Google Shape;23704;p25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5" name="Google Shape;23705;p25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6" name="Google Shape;23706;p25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7" name="Google Shape;23707;p25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8" name="Google Shape;23708;p25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9" name="Google Shape;23709;p25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0" name="Google Shape;23710;p25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1" name="Google Shape;23711;p25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2" name="Google Shape;23712;p25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3" name="Google Shape;23713;p25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4" name="Google Shape;23714;p25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5" name="Google Shape;23715;p25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6" name="Google Shape;23716;p25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7" name="Google Shape;23717;p25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8" name="Google Shape;23718;p25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9" name="Google Shape;23719;p25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0" name="Google Shape;23720;p25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1" name="Google Shape;23721;p25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2" name="Google Shape;23722;p25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3" name="Google Shape;23723;p25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4" name="Google Shape;23724;p25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5" name="Google Shape;23725;p25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6" name="Google Shape;23726;p25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7" name="Google Shape;23727;p25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8" name="Google Shape;23728;p25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9" name="Google Shape;23729;p25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0" name="Google Shape;23730;p25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1" name="Google Shape;23731;p25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2" name="Google Shape;23732;p25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3" name="Google Shape;23733;p25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4" name="Google Shape;23734;p25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5" name="Google Shape;23735;p25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6" name="Google Shape;23736;p25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7" name="Google Shape;23737;p25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8" name="Google Shape;23738;p25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9" name="Google Shape;23739;p25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0" name="Google Shape;23740;p25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1" name="Google Shape;23741;p25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2" name="Google Shape;23742;p25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3" name="Google Shape;23743;p25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4" name="Google Shape;23744;p25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5" name="Google Shape;23745;p25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6" name="Google Shape;23746;p25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7" name="Google Shape;23747;p25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8" name="Google Shape;23748;p25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9" name="Google Shape;23749;p25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0" name="Google Shape;23750;p25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1" name="Google Shape;23751;p25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2" name="Google Shape;23752;p25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3" name="Google Shape;23753;p25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4" name="Google Shape;23754;p25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5" name="Google Shape;23755;p25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6" name="Google Shape;23756;p25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7" name="Google Shape;23757;p25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8" name="Google Shape;23758;p25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9" name="Google Shape;23759;p25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0" name="Google Shape;23760;p25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1" name="Google Shape;23761;p25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2" name="Google Shape;23762;p25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3" name="Google Shape;23763;p25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4" name="Google Shape;23764;p25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5" name="Google Shape;23765;p25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6" name="Google Shape;23766;p25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7" name="Google Shape;23767;p25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8" name="Google Shape;23768;p25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9" name="Google Shape;23769;p25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0" name="Google Shape;23770;p25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1" name="Google Shape;23771;p25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2" name="Google Shape;23772;p25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3" name="Google Shape;23773;p25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4" name="Google Shape;23774;p25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5" name="Google Shape;23775;p25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6" name="Google Shape;23776;p25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7" name="Google Shape;23777;p25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8" name="Google Shape;23778;p25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9" name="Google Shape;23779;p25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0" name="Google Shape;23780;p25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1" name="Google Shape;23781;p25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2" name="Google Shape;23782;p25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3" name="Google Shape;23783;p25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4" name="Google Shape;23784;p25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5" name="Google Shape;23785;p25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6" name="Google Shape;23786;p25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7" name="Google Shape;23787;p25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8" name="Google Shape;23788;p25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9" name="Google Shape;23789;p25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0" name="Google Shape;23790;p25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1" name="Google Shape;23791;p25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2" name="Google Shape;23792;p25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3" name="Google Shape;23793;p25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4" name="Google Shape;23794;p25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5" name="Google Shape;23795;p25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6" name="Google Shape;23796;p25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7" name="Google Shape;23797;p25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8" name="Google Shape;23798;p25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9" name="Google Shape;23799;p25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0" name="Google Shape;23800;p25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1" name="Google Shape;23801;p25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2" name="Google Shape;23802;p25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3" name="Google Shape;23803;p25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4" name="Google Shape;23804;p25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5" name="Google Shape;23805;p25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6" name="Google Shape;23806;p25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7" name="Google Shape;23807;p25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8" name="Google Shape;23808;p25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9" name="Google Shape;23809;p25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0" name="Google Shape;23810;p25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1" name="Google Shape;23811;p25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2" name="Google Shape;23812;p25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3" name="Google Shape;23813;p25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4" name="Google Shape;23814;p25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5" name="Google Shape;23815;p25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6" name="Google Shape;23816;p25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7" name="Google Shape;23817;p25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8" name="Google Shape;23818;p25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9" name="Google Shape;23819;p25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0" name="Google Shape;23820;p25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1" name="Google Shape;23821;p25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2" name="Google Shape;23822;p25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3" name="Google Shape;23823;p25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4" name="Google Shape;23824;p25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5" name="Google Shape;23825;p25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6" name="Google Shape;23826;p25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7" name="Google Shape;23827;p25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8" name="Google Shape;23828;p25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9" name="Google Shape;23829;p25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0" name="Google Shape;23830;p25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1" name="Google Shape;23831;p25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2" name="Google Shape;23832;p25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3" name="Google Shape;23833;p25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4" name="Google Shape;23834;p25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5" name="Google Shape;23835;p25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6" name="Google Shape;23836;p25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7" name="Google Shape;23837;p25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8" name="Google Shape;23838;p25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9" name="Google Shape;23839;p25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0" name="Google Shape;23840;p25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1" name="Google Shape;23841;p25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2" name="Google Shape;23842;p25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3" name="Google Shape;23843;p25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4" name="Google Shape;23844;p25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5" name="Google Shape;23845;p25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6" name="Google Shape;23846;p25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7" name="Google Shape;23847;p25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8" name="Google Shape;23848;p25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9" name="Google Shape;23849;p25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0" name="Google Shape;23850;p25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1" name="Google Shape;23851;p25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2" name="Google Shape;23852;p25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3" name="Google Shape;23853;p25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4" name="Google Shape;23854;p25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5" name="Google Shape;23855;p25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6" name="Google Shape;23856;p25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7" name="Google Shape;23857;p25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8" name="Google Shape;23858;p25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9" name="Google Shape;23859;p25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0" name="Google Shape;23860;p25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1" name="Google Shape;23861;p25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2" name="Google Shape;23862;p25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3" name="Google Shape;23863;p25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4" name="Google Shape;23864;p25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5" name="Google Shape;23865;p25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6" name="Google Shape;23866;p25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7" name="Google Shape;23867;p25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8" name="Google Shape;23868;p25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9" name="Google Shape;23869;p25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0" name="Google Shape;23870;p25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1" name="Google Shape;23871;p25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2" name="Google Shape;23872;p25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3" name="Google Shape;23873;p25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4" name="Google Shape;23874;p25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5" name="Google Shape;23875;p25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6" name="Google Shape;23876;p25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7" name="Google Shape;23877;p25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8" name="Google Shape;23878;p25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9" name="Google Shape;23879;p25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0" name="Google Shape;23880;p25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1" name="Google Shape;23881;p25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2" name="Google Shape;23882;p25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3" name="Google Shape;23883;p25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4" name="Google Shape;23884;p25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5" name="Google Shape;23885;p25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6" name="Google Shape;23886;p25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7" name="Google Shape;23887;p25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8" name="Google Shape;23888;p25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9" name="Google Shape;23889;p25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0" name="Google Shape;23890;p25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1" name="Google Shape;23891;p25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2" name="Google Shape;23892;p25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3" name="Google Shape;23893;p25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4" name="Google Shape;23894;p25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5" name="Google Shape;23895;p25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6" name="Google Shape;23896;p25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7" name="Google Shape;23897;p25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8" name="Google Shape;23898;p25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9" name="Google Shape;23899;p25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0" name="Google Shape;23900;p25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1" name="Google Shape;23901;p25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2" name="Google Shape;23902;p25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3" name="Google Shape;23903;p25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4" name="Google Shape;23904;p25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5" name="Google Shape;23905;p25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6" name="Google Shape;23906;p25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7" name="Google Shape;23907;p25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8" name="Google Shape;23908;p25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9" name="Google Shape;23909;p25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0" name="Google Shape;23910;p25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1" name="Google Shape;23911;p25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2" name="Google Shape;23912;p25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3" name="Google Shape;23913;p25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4" name="Google Shape;23914;p25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5" name="Google Shape;23915;p25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6" name="Google Shape;23916;p25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7" name="Google Shape;23917;p25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8" name="Google Shape;23918;p25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9" name="Google Shape;23919;p25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0" name="Google Shape;23920;p25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1" name="Google Shape;23921;p25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2" name="Google Shape;23922;p25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3" name="Google Shape;23923;p25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4" name="Google Shape;23924;p25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5" name="Google Shape;23925;p25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6" name="Google Shape;23926;p25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7" name="Google Shape;23927;p25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8" name="Google Shape;23928;p25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9" name="Google Shape;23929;p25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0" name="Google Shape;23930;p25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1" name="Google Shape;23931;p25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2" name="Google Shape;23932;p25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3" name="Google Shape;23933;p25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4" name="Google Shape;23934;p25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5" name="Google Shape;23935;p25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6" name="Google Shape;23936;p25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7" name="Google Shape;23937;p25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8" name="Google Shape;23938;p25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9" name="Google Shape;23939;p25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0" name="Google Shape;23940;p25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1" name="Google Shape;23941;p25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2" name="Google Shape;23942;p25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3" name="Google Shape;23943;p25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4" name="Google Shape;23944;p25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5" name="Google Shape;23945;p25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6" name="Google Shape;23946;p25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7" name="Google Shape;23947;p25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8" name="Google Shape;23948;p25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9" name="Google Shape;23949;p25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0" name="Google Shape;23950;p25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1" name="Google Shape;23951;p25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2" name="Google Shape;23952;p25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3" name="Google Shape;23953;p25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4" name="Google Shape;23954;p25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5" name="Google Shape;23955;p25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6" name="Google Shape;23956;p25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7" name="Google Shape;23957;p25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8" name="Google Shape;23958;p25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9" name="Google Shape;23959;p25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0" name="Google Shape;23960;p25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1" name="Google Shape;23961;p25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2" name="Google Shape;23962;p25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3" name="Google Shape;23963;p25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4" name="Google Shape;23964;p25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5" name="Google Shape;23965;p25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6" name="Google Shape;23966;p25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7" name="Google Shape;23967;p25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8" name="Google Shape;23968;p25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9" name="Google Shape;23969;p25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0" name="Google Shape;23970;p25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1" name="Google Shape;23971;p25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2" name="Google Shape;23972;p25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3" name="Google Shape;23973;p25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4" name="Google Shape;23974;p25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5" name="Google Shape;23975;p25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6" name="Google Shape;23976;p25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7" name="Google Shape;23977;p25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8" name="Google Shape;23978;p25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9" name="Google Shape;23979;p25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0" name="Google Shape;23980;p25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1" name="Google Shape;23981;p25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2" name="Google Shape;23982;p25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3" name="Google Shape;23983;p25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4" name="Google Shape;23984;p25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5" name="Google Shape;23985;p25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6" name="Google Shape;23986;p25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7" name="Google Shape;23987;p25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8" name="Google Shape;23988;p25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9" name="Google Shape;23989;p25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0" name="Google Shape;23990;p25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1" name="Google Shape;23991;p25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2" name="Google Shape;23992;p25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3" name="Google Shape;23993;p25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4" name="Google Shape;23994;p25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5" name="Google Shape;23995;p25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6" name="Google Shape;23996;p25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7" name="Google Shape;23997;p25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8" name="Google Shape;23998;p25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9" name="Google Shape;23999;p25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0" name="Google Shape;24000;p25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1" name="Google Shape;24001;p25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2" name="Google Shape;24002;p25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3" name="Google Shape;24003;p25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4" name="Google Shape;24004;p25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5" name="Google Shape;24005;p25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6" name="Google Shape;24006;p25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7" name="Google Shape;24007;p25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8" name="Google Shape;24008;p25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9" name="Google Shape;24009;p25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0" name="Google Shape;24010;p25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1" name="Google Shape;24011;p25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2" name="Google Shape;24012;p25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3" name="Google Shape;24013;p25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4" name="Google Shape;24014;p25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5" name="Google Shape;24015;p25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6" name="Google Shape;24016;p25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7" name="Google Shape;24017;p25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8" name="Google Shape;24018;p25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9" name="Google Shape;24019;p25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0" name="Google Shape;24020;p25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1" name="Google Shape;24021;p25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2" name="Google Shape;24022;p25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3" name="Google Shape;24023;p25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4" name="Google Shape;24024;p25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5" name="Google Shape;24025;p25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6" name="Google Shape;24026;p25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7" name="Google Shape;24027;p25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8" name="Google Shape;24028;p25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9" name="Google Shape;24029;p25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0" name="Google Shape;24030;p25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1" name="Google Shape;24031;p25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2" name="Google Shape;24032;p25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3" name="Google Shape;24033;p25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4" name="Google Shape;24034;p25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5" name="Google Shape;24035;p25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6" name="Google Shape;24036;p25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7" name="Google Shape;24037;p25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8" name="Google Shape;24038;p25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9" name="Google Shape;24039;p25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0" name="Google Shape;24040;p25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1" name="Google Shape;24041;p25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2" name="Google Shape;24042;p25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3" name="Google Shape;24043;p25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4" name="Google Shape;24044;p25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5" name="Google Shape;24045;p25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6" name="Google Shape;24046;p25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7" name="Google Shape;24047;p25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8" name="Google Shape;24048;p25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9" name="Google Shape;24049;p25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0" name="Google Shape;24050;p25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1" name="Google Shape;24051;p25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2" name="Google Shape;24052;p25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3" name="Google Shape;24053;p25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4" name="Google Shape;24054;p25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5" name="Google Shape;24055;p25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6" name="Google Shape;24056;p25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7" name="Google Shape;24057;p25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8" name="Google Shape;24058;p25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9" name="Google Shape;24059;p25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0" name="Google Shape;24060;p25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1" name="Google Shape;24061;p25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2" name="Google Shape;24062;p25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3" name="Google Shape;24063;p25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4" name="Google Shape;24064;p25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5" name="Google Shape;24065;p25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6" name="Google Shape;24066;p25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7" name="Google Shape;24067;p25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8" name="Google Shape;24068;p25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9" name="Google Shape;24069;p25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0" name="Google Shape;24070;p25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1" name="Google Shape;24071;p25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2" name="Google Shape;24072;p25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3" name="Google Shape;24073;p25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4" name="Google Shape;24074;p25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5" name="Google Shape;24075;p25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6" name="Google Shape;24076;p25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7" name="Google Shape;24077;p25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8" name="Google Shape;24078;p25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9" name="Google Shape;24079;p25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0" name="Google Shape;24080;p25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1" name="Google Shape;24081;p25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2" name="Google Shape;24082;p25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3" name="Google Shape;24083;p25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4" name="Google Shape;24084;p25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5" name="Google Shape;24085;p25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6" name="Google Shape;24086;p25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7" name="Google Shape;24087;p25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8" name="Google Shape;24088;p25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9" name="Google Shape;24089;p25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0" name="Google Shape;24090;p25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1" name="Google Shape;24091;p25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2" name="Google Shape;24092;p25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3" name="Google Shape;24093;p25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4" name="Google Shape;24094;p25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5" name="Google Shape;24095;p25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6" name="Google Shape;24096;p25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7" name="Google Shape;24097;p25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8" name="Google Shape;24098;p25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9" name="Google Shape;24099;p25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0" name="Google Shape;24100;p25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1" name="Google Shape;24101;p25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2" name="Google Shape;24102;p25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3" name="Google Shape;24103;p25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4" name="Google Shape;24104;p25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5" name="Google Shape;24105;p25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6" name="Google Shape;24106;p25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7" name="Google Shape;24107;p25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8" name="Google Shape;24108;p25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9" name="Google Shape;24109;p25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0" name="Google Shape;24110;p25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1" name="Google Shape;24111;p25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2" name="Google Shape;24112;p25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3" name="Google Shape;24113;p25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4" name="Google Shape;24114;p25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5" name="Google Shape;24115;p25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6" name="Google Shape;24116;p25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7" name="Google Shape;24117;p25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8" name="Google Shape;24118;p25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9" name="Google Shape;24119;p25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0" name="Google Shape;24120;p25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1" name="Google Shape;24121;p25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2" name="Google Shape;24122;p25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3" name="Google Shape;24123;p25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4" name="Google Shape;24124;p25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5" name="Google Shape;24125;p25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6" name="Google Shape;24126;p25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7" name="Google Shape;24127;p25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8" name="Google Shape;24128;p25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9" name="Google Shape;24129;p25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0" name="Google Shape;24130;p25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1" name="Google Shape;24131;p25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2" name="Google Shape;24132;p25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3" name="Google Shape;24133;p25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4" name="Google Shape;24134;p25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5" name="Google Shape;24135;p25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6" name="Google Shape;24136;p25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7" name="Google Shape;24137;p25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8" name="Google Shape;24138;p25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9" name="Google Shape;24139;p25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140" name="Google Shape;24140;p25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1" name="Google Shape;24141;p25"/>
          <p:cNvSpPr txBox="1"/>
          <p:nvPr>
            <p:ph type="title"/>
          </p:nvPr>
        </p:nvSpPr>
        <p:spPr>
          <a:xfrm>
            <a:off x="726225" y="441350"/>
            <a:ext cx="7691400" cy="57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2_1">
    <p:spTree>
      <p:nvGrpSpPr>
        <p:cNvPr id="24142" name="Shape 24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43" name="Google Shape;24143;p26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4144" name="Google Shape;24144;p26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5" name="Google Shape;24145;p26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6" name="Google Shape;24146;p26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7" name="Google Shape;24147;p26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8" name="Google Shape;24148;p26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9" name="Google Shape;24149;p26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0" name="Google Shape;24150;p26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1" name="Google Shape;24151;p26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2" name="Google Shape;24152;p26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3" name="Google Shape;24153;p26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4" name="Google Shape;24154;p26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5" name="Google Shape;24155;p26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6" name="Google Shape;24156;p26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7" name="Google Shape;24157;p26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8" name="Google Shape;24158;p26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9" name="Google Shape;24159;p26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0" name="Google Shape;24160;p26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1" name="Google Shape;24161;p26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2" name="Google Shape;24162;p26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3" name="Google Shape;24163;p26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4" name="Google Shape;24164;p26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5" name="Google Shape;24165;p26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6" name="Google Shape;24166;p26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7" name="Google Shape;24167;p26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8" name="Google Shape;24168;p26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9" name="Google Shape;24169;p26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0" name="Google Shape;24170;p26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1" name="Google Shape;24171;p26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2" name="Google Shape;24172;p26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3" name="Google Shape;24173;p26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4" name="Google Shape;24174;p26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5" name="Google Shape;24175;p26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6" name="Google Shape;24176;p26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7" name="Google Shape;24177;p26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8" name="Google Shape;24178;p26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9" name="Google Shape;24179;p26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0" name="Google Shape;24180;p26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1" name="Google Shape;24181;p26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2" name="Google Shape;24182;p26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3" name="Google Shape;24183;p26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4" name="Google Shape;24184;p26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5" name="Google Shape;24185;p26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6" name="Google Shape;24186;p26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7" name="Google Shape;24187;p26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8" name="Google Shape;24188;p26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9" name="Google Shape;24189;p26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0" name="Google Shape;24190;p26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1" name="Google Shape;24191;p26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2" name="Google Shape;24192;p26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3" name="Google Shape;24193;p26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4" name="Google Shape;24194;p26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5" name="Google Shape;24195;p26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6" name="Google Shape;24196;p26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7" name="Google Shape;24197;p26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8" name="Google Shape;24198;p26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9" name="Google Shape;24199;p26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0" name="Google Shape;24200;p26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1" name="Google Shape;24201;p26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2" name="Google Shape;24202;p26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3" name="Google Shape;24203;p26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4" name="Google Shape;24204;p26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5" name="Google Shape;24205;p26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6" name="Google Shape;24206;p26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7" name="Google Shape;24207;p26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8" name="Google Shape;24208;p26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9" name="Google Shape;24209;p26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0" name="Google Shape;24210;p26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1" name="Google Shape;24211;p26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2" name="Google Shape;24212;p26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3" name="Google Shape;24213;p26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4" name="Google Shape;24214;p26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5" name="Google Shape;24215;p26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6" name="Google Shape;24216;p26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7" name="Google Shape;24217;p26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8" name="Google Shape;24218;p26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9" name="Google Shape;24219;p26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0" name="Google Shape;24220;p26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1" name="Google Shape;24221;p26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2" name="Google Shape;24222;p26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3" name="Google Shape;24223;p26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4" name="Google Shape;24224;p26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5" name="Google Shape;24225;p26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6" name="Google Shape;24226;p26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7" name="Google Shape;24227;p26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8" name="Google Shape;24228;p26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9" name="Google Shape;24229;p26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0" name="Google Shape;24230;p26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1" name="Google Shape;24231;p26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2" name="Google Shape;24232;p26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3" name="Google Shape;24233;p26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4" name="Google Shape;24234;p26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5" name="Google Shape;24235;p26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6" name="Google Shape;24236;p26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7" name="Google Shape;24237;p26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8" name="Google Shape;24238;p26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9" name="Google Shape;24239;p26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0" name="Google Shape;24240;p26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1" name="Google Shape;24241;p26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2" name="Google Shape;24242;p26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3" name="Google Shape;24243;p26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4" name="Google Shape;24244;p26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5" name="Google Shape;24245;p26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6" name="Google Shape;24246;p26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7" name="Google Shape;24247;p26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8" name="Google Shape;24248;p26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9" name="Google Shape;24249;p26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0" name="Google Shape;24250;p26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1" name="Google Shape;24251;p26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2" name="Google Shape;24252;p26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3" name="Google Shape;24253;p26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4" name="Google Shape;24254;p26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5" name="Google Shape;24255;p26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6" name="Google Shape;24256;p26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7" name="Google Shape;24257;p26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8" name="Google Shape;24258;p26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9" name="Google Shape;24259;p26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0" name="Google Shape;24260;p26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1" name="Google Shape;24261;p26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2" name="Google Shape;24262;p26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3" name="Google Shape;24263;p26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4" name="Google Shape;24264;p26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5" name="Google Shape;24265;p26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6" name="Google Shape;24266;p26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7" name="Google Shape;24267;p26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8" name="Google Shape;24268;p26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9" name="Google Shape;24269;p26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0" name="Google Shape;24270;p26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1" name="Google Shape;24271;p26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2" name="Google Shape;24272;p26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3" name="Google Shape;24273;p26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4" name="Google Shape;24274;p26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5" name="Google Shape;24275;p26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6" name="Google Shape;24276;p26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7" name="Google Shape;24277;p26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8" name="Google Shape;24278;p26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9" name="Google Shape;24279;p26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0" name="Google Shape;24280;p26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1" name="Google Shape;24281;p26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2" name="Google Shape;24282;p26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3" name="Google Shape;24283;p26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4" name="Google Shape;24284;p26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5" name="Google Shape;24285;p26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6" name="Google Shape;24286;p26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7" name="Google Shape;24287;p26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8" name="Google Shape;24288;p26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9" name="Google Shape;24289;p26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0" name="Google Shape;24290;p26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1" name="Google Shape;24291;p26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2" name="Google Shape;24292;p26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3" name="Google Shape;24293;p26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4" name="Google Shape;24294;p26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5" name="Google Shape;24295;p26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6" name="Google Shape;24296;p26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7" name="Google Shape;24297;p26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8" name="Google Shape;24298;p26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9" name="Google Shape;24299;p26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0" name="Google Shape;24300;p26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1" name="Google Shape;24301;p26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2" name="Google Shape;24302;p26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3" name="Google Shape;24303;p26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4" name="Google Shape;24304;p26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5" name="Google Shape;24305;p26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6" name="Google Shape;24306;p26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7" name="Google Shape;24307;p26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8" name="Google Shape;24308;p26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9" name="Google Shape;24309;p26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0" name="Google Shape;24310;p26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1" name="Google Shape;24311;p26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2" name="Google Shape;24312;p26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3" name="Google Shape;24313;p26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4" name="Google Shape;24314;p26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5" name="Google Shape;24315;p26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6" name="Google Shape;24316;p26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7" name="Google Shape;24317;p26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8" name="Google Shape;24318;p26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9" name="Google Shape;24319;p26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0" name="Google Shape;24320;p26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1" name="Google Shape;24321;p26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2" name="Google Shape;24322;p26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3" name="Google Shape;24323;p26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4" name="Google Shape;24324;p26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5" name="Google Shape;24325;p26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6" name="Google Shape;24326;p26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7" name="Google Shape;24327;p26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8" name="Google Shape;24328;p26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9" name="Google Shape;24329;p26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0" name="Google Shape;24330;p26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1" name="Google Shape;24331;p26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2" name="Google Shape;24332;p26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3" name="Google Shape;24333;p26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4" name="Google Shape;24334;p26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5" name="Google Shape;24335;p26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6" name="Google Shape;24336;p26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7" name="Google Shape;24337;p26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8" name="Google Shape;24338;p26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9" name="Google Shape;24339;p26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0" name="Google Shape;24340;p26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1" name="Google Shape;24341;p26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2" name="Google Shape;24342;p26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3" name="Google Shape;24343;p26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4" name="Google Shape;24344;p26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5" name="Google Shape;24345;p26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6" name="Google Shape;24346;p26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7" name="Google Shape;24347;p26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8" name="Google Shape;24348;p26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9" name="Google Shape;24349;p26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0" name="Google Shape;24350;p26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1" name="Google Shape;24351;p26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2" name="Google Shape;24352;p26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3" name="Google Shape;24353;p26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4" name="Google Shape;24354;p26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5" name="Google Shape;24355;p26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6" name="Google Shape;24356;p26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7" name="Google Shape;24357;p26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8" name="Google Shape;24358;p26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9" name="Google Shape;24359;p26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0" name="Google Shape;24360;p26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1" name="Google Shape;24361;p26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2" name="Google Shape;24362;p26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3" name="Google Shape;24363;p26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4" name="Google Shape;24364;p26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5" name="Google Shape;24365;p26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6" name="Google Shape;24366;p26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7" name="Google Shape;24367;p26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8" name="Google Shape;24368;p26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9" name="Google Shape;24369;p26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0" name="Google Shape;24370;p26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1" name="Google Shape;24371;p26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2" name="Google Shape;24372;p26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3" name="Google Shape;24373;p26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4" name="Google Shape;24374;p26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5" name="Google Shape;24375;p26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6" name="Google Shape;24376;p26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7" name="Google Shape;24377;p26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8" name="Google Shape;24378;p26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9" name="Google Shape;24379;p26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0" name="Google Shape;24380;p26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1" name="Google Shape;24381;p26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2" name="Google Shape;24382;p26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3" name="Google Shape;24383;p26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4" name="Google Shape;24384;p26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5" name="Google Shape;24385;p26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6" name="Google Shape;24386;p26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7" name="Google Shape;24387;p26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8" name="Google Shape;24388;p26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9" name="Google Shape;24389;p26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0" name="Google Shape;24390;p26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1" name="Google Shape;24391;p26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2" name="Google Shape;24392;p26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3" name="Google Shape;24393;p26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4" name="Google Shape;24394;p26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5" name="Google Shape;24395;p26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6" name="Google Shape;24396;p26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7" name="Google Shape;24397;p26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8" name="Google Shape;24398;p26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9" name="Google Shape;24399;p26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0" name="Google Shape;24400;p26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1" name="Google Shape;24401;p26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2" name="Google Shape;24402;p26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3" name="Google Shape;24403;p26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4" name="Google Shape;24404;p26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5" name="Google Shape;24405;p26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6" name="Google Shape;24406;p26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7" name="Google Shape;24407;p26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8" name="Google Shape;24408;p26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9" name="Google Shape;24409;p26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0" name="Google Shape;24410;p26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1" name="Google Shape;24411;p26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2" name="Google Shape;24412;p26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3" name="Google Shape;24413;p26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4" name="Google Shape;24414;p26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5" name="Google Shape;24415;p26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6" name="Google Shape;24416;p26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7" name="Google Shape;24417;p26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8" name="Google Shape;24418;p26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9" name="Google Shape;24419;p26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0" name="Google Shape;24420;p26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1" name="Google Shape;24421;p26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2" name="Google Shape;24422;p26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3" name="Google Shape;24423;p26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4" name="Google Shape;24424;p26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5" name="Google Shape;24425;p26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6" name="Google Shape;24426;p26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7" name="Google Shape;24427;p26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8" name="Google Shape;24428;p26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9" name="Google Shape;24429;p26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0" name="Google Shape;24430;p26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1" name="Google Shape;24431;p26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2" name="Google Shape;24432;p26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3" name="Google Shape;24433;p26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4" name="Google Shape;24434;p26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5" name="Google Shape;24435;p26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6" name="Google Shape;24436;p26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7" name="Google Shape;24437;p26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8" name="Google Shape;24438;p26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9" name="Google Shape;24439;p26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0" name="Google Shape;24440;p26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1" name="Google Shape;24441;p26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2" name="Google Shape;24442;p26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3" name="Google Shape;24443;p26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4" name="Google Shape;24444;p26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5" name="Google Shape;24445;p26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6" name="Google Shape;24446;p26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7" name="Google Shape;24447;p26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8" name="Google Shape;24448;p26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9" name="Google Shape;24449;p26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0" name="Google Shape;24450;p26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1" name="Google Shape;24451;p26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2" name="Google Shape;24452;p26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3" name="Google Shape;24453;p26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4" name="Google Shape;24454;p26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5" name="Google Shape;24455;p26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6" name="Google Shape;24456;p26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7" name="Google Shape;24457;p26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8" name="Google Shape;24458;p26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9" name="Google Shape;24459;p26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0" name="Google Shape;24460;p26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1" name="Google Shape;24461;p26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2" name="Google Shape;24462;p26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3" name="Google Shape;24463;p26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4" name="Google Shape;24464;p26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5" name="Google Shape;24465;p26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6" name="Google Shape;24466;p26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7" name="Google Shape;24467;p26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8" name="Google Shape;24468;p26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9" name="Google Shape;24469;p26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0" name="Google Shape;24470;p26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1" name="Google Shape;24471;p26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2" name="Google Shape;24472;p26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3" name="Google Shape;24473;p26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4" name="Google Shape;24474;p26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5" name="Google Shape;24475;p26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6" name="Google Shape;24476;p26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7" name="Google Shape;24477;p26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8" name="Google Shape;24478;p26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9" name="Google Shape;24479;p26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0" name="Google Shape;24480;p26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1" name="Google Shape;24481;p26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2" name="Google Shape;24482;p26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3" name="Google Shape;24483;p26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4" name="Google Shape;24484;p26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5" name="Google Shape;24485;p26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6" name="Google Shape;24486;p26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7" name="Google Shape;24487;p26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8" name="Google Shape;24488;p26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9" name="Google Shape;24489;p26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0" name="Google Shape;24490;p26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1" name="Google Shape;24491;p26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2" name="Google Shape;24492;p26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3" name="Google Shape;24493;p26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4" name="Google Shape;24494;p26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5" name="Google Shape;24495;p26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6" name="Google Shape;24496;p26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7" name="Google Shape;24497;p26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8" name="Google Shape;24498;p26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9" name="Google Shape;24499;p26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0" name="Google Shape;24500;p26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1" name="Google Shape;24501;p26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2" name="Google Shape;24502;p26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3" name="Google Shape;24503;p26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4" name="Google Shape;24504;p26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5" name="Google Shape;24505;p26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6" name="Google Shape;24506;p26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7" name="Google Shape;24507;p26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8" name="Google Shape;24508;p26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9" name="Google Shape;24509;p26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0" name="Google Shape;24510;p26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1" name="Google Shape;24511;p26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2" name="Google Shape;24512;p26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3" name="Google Shape;24513;p26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4" name="Google Shape;24514;p26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5" name="Google Shape;24515;p26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6" name="Google Shape;24516;p26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7" name="Google Shape;24517;p26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8" name="Google Shape;24518;p26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9" name="Google Shape;24519;p26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0" name="Google Shape;24520;p26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1" name="Google Shape;24521;p26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2" name="Google Shape;24522;p26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3" name="Google Shape;24523;p26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4" name="Google Shape;24524;p26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5" name="Google Shape;24525;p26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6" name="Google Shape;24526;p26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7" name="Google Shape;24527;p26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8" name="Google Shape;24528;p26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9" name="Google Shape;24529;p26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0" name="Google Shape;24530;p26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1" name="Google Shape;24531;p26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2" name="Google Shape;24532;p26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3" name="Google Shape;24533;p26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4" name="Google Shape;24534;p26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5" name="Google Shape;24535;p26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6" name="Google Shape;24536;p26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7" name="Google Shape;24537;p26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8" name="Google Shape;24538;p26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9" name="Google Shape;24539;p26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0" name="Google Shape;24540;p26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1" name="Google Shape;24541;p26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2" name="Google Shape;24542;p26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3" name="Google Shape;24543;p26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4" name="Google Shape;24544;p26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5" name="Google Shape;24545;p26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6" name="Google Shape;24546;p26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7" name="Google Shape;24547;p26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8" name="Google Shape;24548;p26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9" name="Google Shape;24549;p26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0" name="Google Shape;24550;p26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1" name="Google Shape;24551;p26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2" name="Google Shape;24552;p26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3" name="Google Shape;24553;p26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4" name="Google Shape;24554;p26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5" name="Google Shape;24555;p26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6" name="Google Shape;24556;p26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7" name="Google Shape;24557;p26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8" name="Google Shape;24558;p26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9" name="Google Shape;24559;p26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0" name="Google Shape;24560;p26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1" name="Google Shape;24561;p26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2" name="Google Shape;24562;p26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3" name="Google Shape;24563;p26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4" name="Google Shape;24564;p26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5" name="Google Shape;24565;p26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6" name="Google Shape;24566;p26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7" name="Google Shape;24567;p26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8" name="Google Shape;24568;p26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9" name="Google Shape;24569;p26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0" name="Google Shape;24570;p26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1" name="Google Shape;24571;p26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2" name="Google Shape;24572;p26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3" name="Google Shape;24573;p26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4" name="Google Shape;24574;p26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5" name="Google Shape;24575;p26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6" name="Google Shape;24576;p26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7" name="Google Shape;24577;p26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8" name="Google Shape;24578;p26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9" name="Google Shape;24579;p26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0" name="Google Shape;24580;p26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1" name="Google Shape;24581;p26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2" name="Google Shape;24582;p26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3" name="Google Shape;24583;p26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4" name="Google Shape;24584;p26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5" name="Google Shape;24585;p26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6" name="Google Shape;24586;p26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7" name="Google Shape;24587;p26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8" name="Google Shape;24588;p26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9" name="Google Shape;24589;p26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0" name="Google Shape;24590;p26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1" name="Google Shape;24591;p26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2" name="Google Shape;24592;p26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3" name="Google Shape;24593;p26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4" name="Google Shape;24594;p26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5" name="Google Shape;24595;p26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6" name="Google Shape;24596;p26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7" name="Google Shape;24597;p26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8" name="Google Shape;24598;p26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9" name="Google Shape;24599;p26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0" name="Google Shape;24600;p26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1" name="Google Shape;24601;p26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2" name="Google Shape;24602;p26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3" name="Google Shape;24603;p26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4" name="Google Shape;24604;p26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5" name="Google Shape;24605;p26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6" name="Google Shape;24606;p26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7" name="Google Shape;24607;p26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8" name="Google Shape;24608;p26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9" name="Google Shape;24609;p26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0" name="Google Shape;24610;p26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1" name="Google Shape;24611;p26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2" name="Google Shape;24612;p26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3" name="Google Shape;24613;p26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4" name="Google Shape;24614;p26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5" name="Google Shape;24615;p26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6" name="Google Shape;24616;p26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7" name="Google Shape;24617;p26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8" name="Google Shape;24618;p26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9" name="Google Shape;24619;p26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0" name="Google Shape;24620;p26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1" name="Google Shape;24621;p26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2" name="Google Shape;24622;p26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3" name="Google Shape;24623;p26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4" name="Google Shape;24624;p26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5" name="Google Shape;24625;p26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6" name="Google Shape;24626;p26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7" name="Google Shape;24627;p26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8" name="Google Shape;24628;p26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9" name="Google Shape;24629;p26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0" name="Google Shape;24630;p26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1" name="Google Shape;24631;p26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2" name="Google Shape;24632;p26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3" name="Google Shape;24633;p26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4" name="Google Shape;24634;p26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5" name="Google Shape;24635;p26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6" name="Google Shape;24636;p26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7" name="Google Shape;24637;p26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8" name="Google Shape;24638;p26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9" name="Google Shape;24639;p26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0" name="Google Shape;24640;p26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1" name="Google Shape;24641;p26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2" name="Google Shape;24642;p26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3" name="Google Shape;24643;p26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4" name="Google Shape;24644;p26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5" name="Google Shape;24645;p26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6" name="Google Shape;24646;p26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7" name="Google Shape;24647;p26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8" name="Google Shape;24648;p26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9" name="Google Shape;24649;p26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0" name="Google Shape;24650;p26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1" name="Google Shape;24651;p26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2" name="Google Shape;24652;p26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3" name="Google Shape;24653;p26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4" name="Google Shape;24654;p26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5" name="Google Shape;24655;p26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6" name="Google Shape;24656;p26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7" name="Google Shape;24657;p26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8" name="Google Shape;24658;p26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9" name="Google Shape;24659;p26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0" name="Google Shape;24660;p26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1" name="Google Shape;24661;p26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2" name="Google Shape;24662;p26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3" name="Google Shape;24663;p26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4" name="Google Shape;24664;p26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5" name="Google Shape;24665;p26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6" name="Google Shape;24666;p26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7" name="Google Shape;24667;p26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8" name="Google Shape;24668;p26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9" name="Google Shape;24669;p26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0" name="Google Shape;24670;p26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1" name="Google Shape;24671;p26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2" name="Google Shape;24672;p26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3" name="Google Shape;24673;p26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4" name="Google Shape;24674;p26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5" name="Google Shape;24675;p26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6" name="Google Shape;24676;p26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7" name="Google Shape;24677;p26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8" name="Google Shape;24678;p26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9" name="Google Shape;24679;p26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0" name="Google Shape;24680;p26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1" name="Google Shape;24681;p26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2" name="Google Shape;24682;p26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3" name="Google Shape;24683;p26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4" name="Google Shape;24684;p26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5" name="Google Shape;24685;p26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6" name="Google Shape;24686;p26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7" name="Google Shape;24687;p26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8" name="Google Shape;24688;p26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9" name="Google Shape;24689;p26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0" name="Google Shape;24690;p26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1" name="Google Shape;24691;p26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2" name="Google Shape;24692;p26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3" name="Google Shape;24693;p26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4" name="Google Shape;24694;p26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5" name="Google Shape;24695;p26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6" name="Google Shape;24696;p26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7" name="Google Shape;24697;p26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8" name="Google Shape;24698;p26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9" name="Google Shape;24699;p26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0" name="Google Shape;24700;p26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1" name="Google Shape;24701;p26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2" name="Google Shape;24702;p26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3" name="Google Shape;24703;p26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4" name="Google Shape;24704;p26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5" name="Google Shape;24705;p26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6" name="Google Shape;24706;p26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7" name="Google Shape;24707;p26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8" name="Google Shape;24708;p26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9" name="Google Shape;24709;p26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0" name="Google Shape;24710;p26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1" name="Google Shape;24711;p26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2" name="Google Shape;24712;p26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3" name="Google Shape;24713;p26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4" name="Google Shape;24714;p26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5" name="Google Shape;24715;p26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6" name="Google Shape;24716;p26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7" name="Google Shape;24717;p26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8" name="Google Shape;24718;p26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9" name="Google Shape;24719;p26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0" name="Google Shape;24720;p26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1" name="Google Shape;24721;p26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2" name="Google Shape;24722;p26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3" name="Google Shape;24723;p26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4" name="Google Shape;24724;p26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5" name="Google Shape;24725;p26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6" name="Google Shape;24726;p26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7" name="Google Shape;24727;p26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8" name="Google Shape;24728;p26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9" name="Google Shape;24729;p26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0" name="Google Shape;24730;p26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1" name="Google Shape;24731;p26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2" name="Google Shape;24732;p26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3" name="Google Shape;24733;p26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4" name="Google Shape;24734;p26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5" name="Google Shape;24735;p26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6" name="Google Shape;24736;p26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7" name="Google Shape;24737;p26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8" name="Google Shape;24738;p26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9" name="Google Shape;24739;p26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0" name="Google Shape;24740;p26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1" name="Google Shape;24741;p26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2" name="Google Shape;24742;p26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3" name="Google Shape;24743;p26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4" name="Google Shape;24744;p26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5" name="Google Shape;24745;p26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6" name="Google Shape;24746;p26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7" name="Google Shape;24747;p26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8" name="Google Shape;24748;p26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9" name="Google Shape;24749;p26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0" name="Google Shape;24750;p26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1" name="Google Shape;24751;p26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2" name="Google Shape;24752;p26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3" name="Google Shape;24753;p26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4" name="Google Shape;24754;p26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5" name="Google Shape;24755;p26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6" name="Google Shape;24756;p26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7" name="Google Shape;24757;p26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8" name="Google Shape;24758;p26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9" name="Google Shape;24759;p26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0" name="Google Shape;24760;p26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1" name="Google Shape;24761;p26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2" name="Google Shape;24762;p26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3" name="Google Shape;24763;p26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4" name="Google Shape;24764;p26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5" name="Google Shape;24765;p26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6" name="Google Shape;24766;p26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7" name="Google Shape;24767;p26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8" name="Google Shape;24768;p26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9" name="Google Shape;24769;p26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0" name="Google Shape;24770;p26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1" name="Google Shape;24771;p26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2" name="Google Shape;24772;p26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3" name="Google Shape;24773;p26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4" name="Google Shape;24774;p26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5" name="Google Shape;24775;p26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6" name="Google Shape;24776;p26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7" name="Google Shape;24777;p26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8" name="Google Shape;24778;p26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9" name="Google Shape;24779;p26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0" name="Google Shape;24780;p26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1" name="Google Shape;24781;p26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2" name="Google Shape;24782;p26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3" name="Google Shape;24783;p26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4" name="Google Shape;24784;p26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5" name="Google Shape;24785;p26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6" name="Google Shape;24786;p26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7" name="Google Shape;24787;p26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8" name="Google Shape;24788;p26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9" name="Google Shape;24789;p26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0" name="Google Shape;24790;p26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1" name="Google Shape;24791;p26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2" name="Google Shape;24792;p26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3" name="Google Shape;24793;p26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4" name="Google Shape;24794;p26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5" name="Google Shape;24795;p26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6" name="Google Shape;24796;p26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7" name="Google Shape;24797;p26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8" name="Google Shape;24798;p26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9" name="Google Shape;24799;p26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0" name="Google Shape;24800;p26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1" name="Google Shape;24801;p26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2" name="Google Shape;24802;p26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3" name="Google Shape;24803;p26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4" name="Google Shape;24804;p26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5" name="Google Shape;24805;p26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6" name="Google Shape;24806;p26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7" name="Google Shape;24807;p26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8" name="Google Shape;24808;p26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9" name="Google Shape;24809;p26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0" name="Google Shape;24810;p26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1" name="Google Shape;24811;p26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2" name="Google Shape;24812;p26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3" name="Google Shape;24813;p26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4" name="Google Shape;24814;p26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5" name="Google Shape;24815;p26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6" name="Google Shape;24816;p26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7" name="Google Shape;24817;p26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8" name="Google Shape;24818;p26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9" name="Google Shape;24819;p26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0" name="Google Shape;24820;p26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1" name="Google Shape;24821;p26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2" name="Google Shape;24822;p26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3" name="Google Shape;24823;p26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4" name="Google Shape;24824;p26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5" name="Google Shape;24825;p26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6" name="Google Shape;24826;p26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7" name="Google Shape;24827;p26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8" name="Google Shape;24828;p26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9" name="Google Shape;24829;p26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0" name="Google Shape;24830;p26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1" name="Google Shape;24831;p26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2" name="Google Shape;24832;p26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3" name="Google Shape;24833;p26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4" name="Google Shape;24834;p26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5" name="Google Shape;24835;p26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6" name="Google Shape;24836;p26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7" name="Google Shape;24837;p26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8" name="Google Shape;24838;p26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9" name="Google Shape;24839;p26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0" name="Google Shape;24840;p26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1" name="Google Shape;24841;p26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2" name="Google Shape;24842;p26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3" name="Google Shape;24843;p26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4" name="Google Shape;24844;p26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5" name="Google Shape;24845;p26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6" name="Google Shape;24846;p26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7" name="Google Shape;24847;p26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8" name="Google Shape;24848;p26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9" name="Google Shape;24849;p26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0" name="Google Shape;24850;p26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1" name="Google Shape;24851;p26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2" name="Google Shape;24852;p26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3" name="Google Shape;24853;p26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4" name="Google Shape;24854;p26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5" name="Google Shape;24855;p26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6" name="Google Shape;24856;p26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7" name="Google Shape;24857;p26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8" name="Google Shape;24858;p26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9" name="Google Shape;24859;p26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0" name="Google Shape;24860;p26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1" name="Google Shape;24861;p26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2" name="Google Shape;24862;p26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3" name="Google Shape;24863;p26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4" name="Google Shape;24864;p26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5" name="Google Shape;24865;p26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6" name="Google Shape;24866;p26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7" name="Google Shape;24867;p26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8" name="Google Shape;24868;p26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9" name="Google Shape;24869;p26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0" name="Google Shape;24870;p26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1" name="Google Shape;24871;p26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2" name="Google Shape;24872;p26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3" name="Google Shape;24873;p26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4" name="Google Shape;24874;p26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5" name="Google Shape;24875;p26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6" name="Google Shape;24876;p26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7" name="Google Shape;24877;p26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8" name="Google Shape;24878;p26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9" name="Google Shape;24879;p26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0" name="Google Shape;24880;p26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1" name="Google Shape;24881;p26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2" name="Google Shape;24882;p26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3" name="Google Shape;24883;p26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4" name="Google Shape;24884;p26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5" name="Google Shape;24885;p26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6" name="Google Shape;24886;p26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7" name="Google Shape;24887;p26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8" name="Google Shape;24888;p26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9" name="Google Shape;24889;p26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0" name="Google Shape;24890;p26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1" name="Google Shape;24891;p26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2" name="Google Shape;24892;p26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3" name="Google Shape;24893;p26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4" name="Google Shape;24894;p26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5" name="Google Shape;24895;p26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6" name="Google Shape;24896;p26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7" name="Google Shape;24897;p26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8" name="Google Shape;24898;p26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9" name="Google Shape;24899;p26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0" name="Google Shape;24900;p26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1" name="Google Shape;24901;p26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2" name="Google Shape;24902;p26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3" name="Google Shape;24903;p26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4" name="Google Shape;24904;p26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5" name="Google Shape;24905;p26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6" name="Google Shape;24906;p26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7" name="Google Shape;24907;p26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8" name="Google Shape;24908;p26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9" name="Google Shape;24909;p26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0" name="Google Shape;24910;p26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1" name="Google Shape;24911;p26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2" name="Google Shape;24912;p26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3" name="Google Shape;24913;p26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4" name="Google Shape;24914;p26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5" name="Google Shape;24915;p26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6" name="Google Shape;24916;p26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7" name="Google Shape;24917;p26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8" name="Google Shape;24918;p26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9" name="Google Shape;24919;p26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0" name="Google Shape;24920;p26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1" name="Google Shape;24921;p26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2" name="Google Shape;24922;p26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3" name="Google Shape;24923;p26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4" name="Google Shape;24924;p26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5" name="Google Shape;24925;p26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6" name="Google Shape;24926;p26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7" name="Google Shape;24927;p26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8" name="Google Shape;24928;p26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9" name="Google Shape;24929;p26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0" name="Google Shape;24930;p26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1" name="Google Shape;24931;p26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2" name="Google Shape;24932;p26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3" name="Google Shape;24933;p26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4" name="Google Shape;24934;p26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5" name="Google Shape;24935;p26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6" name="Google Shape;24936;p26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7" name="Google Shape;24937;p26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8" name="Google Shape;24938;p26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9" name="Google Shape;24939;p26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0" name="Google Shape;24940;p26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1" name="Google Shape;24941;p26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2" name="Google Shape;24942;p26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3" name="Google Shape;24943;p26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4" name="Google Shape;24944;p26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5" name="Google Shape;24945;p26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6" name="Google Shape;24946;p26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7" name="Google Shape;24947;p26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8" name="Google Shape;24948;p26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9" name="Google Shape;24949;p26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0" name="Google Shape;24950;p26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1" name="Google Shape;24951;p26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2" name="Google Shape;24952;p26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3" name="Google Shape;24953;p26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4" name="Google Shape;24954;p26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5" name="Google Shape;24955;p26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6" name="Google Shape;24956;p26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7" name="Google Shape;24957;p26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8" name="Google Shape;24958;p26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9" name="Google Shape;24959;p26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0" name="Google Shape;24960;p26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1" name="Google Shape;24961;p26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2" name="Google Shape;24962;p26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3" name="Google Shape;24963;p26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4" name="Google Shape;24964;p26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5" name="Google Shape;24965;p26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6" name="Google Shape;24966;p26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7" name="Google Shape;24967;p26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8" name="Google Shape;24968;p26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9" name="Google Shape;24969;p26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0" name="Google Shape;24970;p26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1" name="Google Shape;24971;p26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2" name="Google Shape;24972;p26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3" name="Google Shape;24973;p26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4" name="Google Shape;24974;p26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5" name="Google Shape;24975;p26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6" name="Google Shape;24976;p26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7" name="Google Shape;24977;p26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8" name="Google Shape;24978;p26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9" name="Google Shape;24979;p26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0" name="Google Shape;24980;p26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1" name="Google Shape;24981;p26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2" name="Google Shape;24982;p26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3" name="Google Shape;24983;p26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4" name="Google Shape;24984;p26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5" name="Google Shape;24985;p26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6" name="Google Shape;24986;p26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7" name="Google Shape;24987;p26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8" name="Google Shape;24988;p26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9" name="Google Shape;24989;p26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0" name="Google Shape;24990;p26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1" name="Google Shape;24991;p26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2" name="Google Shape;24992;p26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3" name="Google Shape;24993;p26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4" name="Google Shape;24994;p26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5" name="Google Shape;24995;p26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6" name="Google Shape;24996;p26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7" name="Google Shape;24997;p26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8" name="Google Shape;24998;p26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9" name="Google Shape;24999;p26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0" name="Google Shape;25000;p26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1" name="Google Shape;25001;p26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2" name="Google Shape;25002;p26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3" name="Google Shape;25003;p26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4" name="Google Shape;25004;p26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5" name="Google Shape;25005;p26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6" name="Google Shape;25006;p26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7" name="Google Shape;25007;p26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8" name="Google Shape;25008;p26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9" name="Google Shape;25009;p26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0" name="Google Shape;25010;p26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1" name="Google Shape;25011;p26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2" name="Google Shape;25012;p26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3" name="Google Shape;25013;p26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4" name="Google Shape;25014;p26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5" name="Google Shape;25015;p26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6" name="Google Shape;25016;p26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7" name="Google Shape;25017;p26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8" name="Google Shape;25018;p26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9" name="Google Shape;25019;p26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0" name="Google Shape;25020;p26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1" name="Google Shape;25021;p26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2" name="Google Shape;25022;p26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3" name="Google Shape;25023;p26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4" name="Google Shape;25024;p26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5" name="Google Shape;25025;p26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6" name="Google Shape;25026;p26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7" name="Google Shape;25027;p26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8" name="Google Shape;25028;p26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9" name="Google Shape;25029;p26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0" name="Google Shape;25030;p26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1" name="Google Shape;25031;p26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2" name="Google Shape;25032;p26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3" name="Google Shape;25033;p26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4" name="Google Shape;25034;p26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5" name="Google Shape;25035;p26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6" name="Google Shape;25036;p26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7" name="Google Shape;25037;p26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8" name="Google Shape;25038;p26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9" name="Google Shape;25039;p26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0" name="Google Shape;25040;p26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1" name="Google Shape;25041;p26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2" name="Google Shape;25042;p26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3" name="Google Shape;25043;p26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4" name="Google Shape;25044;p26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5" name="Google Shape;25045;p26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6" name="Google Shape;25046;p26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7" name="Google Shape;25047;p26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8" name="Google Shape;25048;p26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9" name="Google Shape;25049;p26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0" name="Google Shape;25050;p26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1" name="Google Shape;25051;p26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2" name="Google Shape;25052;p26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3" name="Google Shape;25053;p26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4" name="Google Shape;25054;p26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5" name="Google Shape;25055;p26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6" name="Google Shape;25056;p26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7" name="Google Shape;25057;p26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8" name="Google Shape;25058;p26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9" name="Google Shape;25059;p26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0" name="Google Shape;25060;p26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1" name="Google Shape;25061;p26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2" name="Google Shape;25062;p26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3" name="Google Shape;25063;p26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4" name="Google Shape;25064;p26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5" name="Google Shape;25065;p26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6" name="Google Shape;25066;p26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7" name="Google Shape;25067;p26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8" name="Google Shape;25068;p26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9" name="Google Shape;25069;p26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0" name="Google Shape;25070;p26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1" name="Google Shape;25071;p26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2" name="Google Shape;25072;p26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3" name="Google Shape;25073;p26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4" name="Google Shape;25074;p26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5" name="Google Shape;25075;p26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6" name="Google Shape;25076;p26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7" name="Google Shape;25077;p26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8" name="Google Shape;25078;p26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9" name="Google Shape;25079;p26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0" name="Google Shape;25080;p26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1" name="Google Shape;25081;p26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2" name="Google Shape;25082;p26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3" name="Google Shape;25083;p26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4" name="Google Shape;25084;p26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5" name="Google Shape;25085;p26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6" name="Google Shape;25086;p26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7" name="Google Shape;25087;p26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8" name="Google Shape;25088;p26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9" name="Google Shape;25089;p26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0" name="Google Shape;25090;p26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1" name="Google Shape;25091;p26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2" name="Google Shape;25092;p26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3" name="Google Shape;25093;p26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4" name="Google Shape;25094;p26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5" name="Google Shape;25095;p26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6" name="Google Shape;25096;p26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7" name="Google Shape;25097;p26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8" name="Google Shape;25098;p26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9" name="Google Shape;25099;p26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0" name="Google Shape;25100;p26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1" name="Google Shape;25101;p26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2" name="Google Shape;25102;p26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3" name="Google Shape;25103;p26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4" name="Google Shape;25104;p26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5" name="Google Shape;25105;p26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6" name="Google Shape;25106;p26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7" name="Google Shape;25107;p26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8" name="Google Shape;25108;p26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9" name="Google Shape;25109;p26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0" name="Google Shape;25110;p26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1" name="Google Shape;25111;p26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2" name="Google Shape;25112;p26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3" name="Google Shape;25113;p26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4" name="Google Shape;25114;p26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5" name="Google Shape;25115;p26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6" name="Google Shape;25116;p26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7" name="Google Shape;25117;p26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8" name="Google Shape;25118;p26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9" name="Google Shape;25119;p26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0" name="Google Shape;25120;p26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1" name="Google Shape;25121;p26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2" name="Google Shape;25122;p26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3" name="Google Shape;25123;p26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4" name="Google Shape;25124;p26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5" name="Google Shape;25125;p26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6" name="Google Shape;25126;p26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7" name="Google Shape;25127;p26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8" name="Google Shape;25128;p26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9" name="Google Shape;25129;p26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0" name="Google Shape;25130;p26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1" name="Google Shape;25131;p26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2" name="Google Shape;25132;p26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3" name="Google Shape;25133;p26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4" name="Google Shape;25134;p26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5" name="Google Shape;25135;p26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6" name="Google Shape;25136;p26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7" name="Google Shape;25137;p26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8" name="Google Shape;25138;p26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9" name="Google Shape;25139;p26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0" name="Google Shape;25140;p26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1" name="Google Shape;25141;p26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2" name="Google Shape;25142;p26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3" name="Google Shape;25143;p26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4" name="Google Shape;25144;p26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5" name="Google Shape;25145;p26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6" name="Google Shape;25146;p26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7" name="Google Shape;25147;p26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8" name="Google Shape;25148;p26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9" name="Google Shape;25149;p26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0" name="Google Shape;25150;p26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1" name="Google Shape;25151;p26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2" name="Google Shape;25152;p26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3" name="Google Shape;25153;p26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4" name="Google Shape;25154;p26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5" name="Google Shape;25155;p26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6" name="Google Shape;25156;p26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7" name="Google Shape;25157;p26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8" name="Google Shape;25158;p26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9" name="Google Shape;25159;p26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0" name="Google Shape;25160;p26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1" name="Google Shape;25161;p26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2" name="Google Shape;25162;p26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3" name="Google Shape;25163;p26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4" name="Google Shape;25164;p26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5" name="Google Shape;25165;p26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66" name="Google Shape;25166;p26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7" name="Google Shape;25167;p26"/>
          <p:cNvSpPr txBox="1"/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5168" name="Google Shape;25168;p26"/>
          <p:cNvSpPr/>
          <p:nvPr/>
        </p:nvSpPr>
        <p:spPr>
          <a:xfrm>
            <a:off x="264374" y="1144897"/>
            <a:ext cx="1790682" cy="572718"/>
          </a:xfrm>
          <a:custGeom>
            <a:rect b="b" l="l" r="r" t="t"/>
            <a:pathLst>
              <a:path extrusionOk="0" h="23627" w="73873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9" name="Google Shape;25169;p26"/>
          <p:cNvSpPr/>
          <p:nvPr/>
        </p:nvSpPr>
        <p:spPr>
          <a:xfrm flipH="1">
            <a:off x="6866000" y="4095888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170" name="Google Shape;25170;p26"/>
          <p:cNvGrpSpPr/>
          <p:nvPr/>
        </p:nvGrpSpPr>
        <p:grpSpPr>
          <a:xfrm>
            <a:off x="604482" y="3502311"/>
            <a:ext cx="443090" cy="415211"/>
            <a:chOff x="2987700" y="3560325"/>
            <a:chExt cx="386708" cy="362377"/>
          </a:xfrm>
        </p:grpSpPr>
        <p:sp>
          <p:nvSpPr>
            <p:cNvPr id="25171" name="Google Shape;25171;p2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2" name="Google Shape;25172;p2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3" name="Google Shape;25173;p2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4" name="Google Shape;25174;p2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5" name="Google Shape;25175;p2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6" name="Google Shape;25176;p2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7" name="Google Shape;25177;p2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8" name="Google Shape;25178;p2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9" name="Google Shape;25179;p2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0" name="Google Shape;25180;p2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1" name="Google Shape;25181;p2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2" name="Google Shape;25182;p2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3" name="Google Shape;25183;p2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4" name="Google Shape;25184;p2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5" name="Google Shape;25185;p2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6" name="Google Shape;25186;p2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7" name="Google Shape;25187;p2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8" name="Google Shape;25188;p2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9" name="Google Shape;25189;p2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0" name="Google Shape;25190;p2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1" name="Google Shape;25191;p2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2" name="Google Shape;25192;p2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3" name="Google Shape;25193;p2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194" name="Google Shape;25194;p26"/>
          <p:cNvGrpSpPr/>
          <p:nvPr/>
        </p:nvGrpSpPr>
        <p:grpSpPr>
          <a:xfrm>
            <a:off x="1047587" y="4172111"/>
            <a:ext cx="295252" cy="276675"/>
            <a:chOff x="2987700" y="3560325"/>
            <a:chExt cx="386708" cy="362377"/>
          </a:xfrm>
        </p:grpSpPr>
        <p:sp>
          <p:nvSpPr>
            <p:cNvPr id="25195" name="Google Shape;25195;p2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6" name="Google Shape;25196;p2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7" name="Google Shape;25197;p2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8" name="Google Shape;25198;p2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9" name="Google Shape;25199;p2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0" name="Google Shape;25200;p2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1" name="Google Shape;25201;p2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2" name="Google Shape;25202;p2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3" name="Google Shape;25203;p2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4" name="Google Shape;25204;p2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5" name="Google Shape;25205;p2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6" name="Google Shape;25206;p2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7" name="Google Shape;25207;p2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8" name="Google Shape;25208;p2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9" name="Google Shape;25209;p2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0" name="Google Shape;25210;p2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1" name="Google Shape;25211;p2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2" name="Google Shape;25212;p2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3" name="Google Shape;25213;p2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4" name="Google Shape;25214;p2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5" name="Google Shape;25215;p2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6" name="Google Shape;25216;p2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7" name="Google Shape;25217;p2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218" name="Google Shape;25218;p26"/>
          <p:cNvGrpSpPr/>
          <p:nvPr/>
        </p:nvGrpSpPr>
        <p:grpSpPr>
          <a:xfrm>
            <a:off x="8449837" y="3282811"/>
            <a:ext cx="295252" cy="276675"/>
            <a:chOff x="2987700" y="3560325"/>
            <a:chExt cx="386708" cy="362377"/>
          </a:xfrm>
        </p:grpSpPr>
        <p:sp>
          <p:nvSpPr>
            <p:cNvPr id="25219" name="Google Shape;25219;p26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0" name="Google Shape;25220;p26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1" name="Google Shape;25221;p26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2" name="Google Shape;25222;p26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3" name="Google Shape;25223;p26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4" name="Google Shape;25224;p26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5" name="Google Shape;25225;p26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6" name="Google Shape;25226;p26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7" name="Google Shape;25227;p26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8" name="Google Shape;25228;p26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9" name="Google Shape;25229;p26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0" name="Google Shape;25230;p26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1" name="Google Shape;25231;p26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2" name="Google Shape;25232;p26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3" name="Google Shape;25233;p26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4" name="Google Shape;25234;p26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5" name="Google Shape;25235;p26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6" name="Google Shape;25236;p26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7" name="Google Shape;25237;p26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8" name="Google Shape;25238;p26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9" name="Google Shape;25239;p26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0" name="Google Shape;25240;p26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1" name="Google Shape;25241;p26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0_1_1">
    <p:spTree>
      <p:nvGrpSpPr>
        <p:cNvPr id="25242" name="Shape 25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43" name="Google Shape;25243;p27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5244" name="Google Shape;25244;p27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5" name="Google Shape;25245;p27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6" name="Google Shape;25246;p27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7" name="Google Shape;25247;p27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8" name="Google Shape;25248;p27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9" name="Google Shape;25249;p27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0" name="Google Shape;25250;p27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1" name="Google Shape;25251;p27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2" name="Google Shape;25252;p27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3" name="Google Shape;25253;p27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4" name="Google Shape;25254;p27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5" name="Google Shape;25255;p27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6" name="Google Shape;25256;p27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7" name="Google Shape;25257;p27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8" name="Google Shape;25258;p27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9" name="Google Shape;25259;p27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0" name="Google Shape;25260;p27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1" name="Google Shape;25261;p27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2" name="Google Shape;25262;p27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3" name="Google Shape;25263;p27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4" name="Google Shape;25264;p27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5" name="Google Shape;25265;p27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6" name="Google Shape;25266;p27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7" name="Google Shape;25267;p27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8" name="Google Shape;25268;p27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9" name="Google Shape;25269;p27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0" name="Google Shape;25270;p27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1" name="Google Shape;25271;p27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2" name="Google Shape;25272;p27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3" name="Google Shape;25273;p27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4" name="Google Shape;25274;p27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5" name="Google Shape;25275;p27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6" name="Google Shape;25276;p27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7" name="Google Shape;25277;p27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8" name="Google Shape;25278;p27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9" name="Google Shape;25279;p27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0" name="Google Shape;25280;p27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1" name="Google Shape;25281;p27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2" name="Google Shape;25282;p27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3" name="Google Shape;25283;p27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4" name="Google Shape;25284;p27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5" name="Google Shape;25285;p27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6" name="Google Shape;25286;p27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7" name="Google Shape;25287;p27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8" name="Google Shape;25288;p27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9" name="Google Shape;25289;p27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0" name="Google Shape;25290;p27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1" name="Google Shape;25291;p27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2" name="Google Shape;25292;p27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3" name="Google Shape;25293;p27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4" name="Google Shape;25294;p27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5" name="Google Shape;25295;p27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6" name="Google Shape;25296;p27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7" name="Google Shape;25297;p27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8" name="Google Shape;25298;p27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9" name="Google Shape;25299;p27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0" name="Google Shape;25300;p27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1" name="Google Shape;25301;p27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2" name="Google Shape;25302;p27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3" name="Google Shape;25303;p27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4" name="Google Shape;25304;p27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5" name="Google Shape;25305;p27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6" name="Google Shape;25306;p27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7" name="Google Shape;25307;p27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8" name="Google Shape;25308;p27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9" name="Google Shape;25309;p27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0" name="Google Shape;25310;p27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1" name="Google Shape;25311;p27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2" name="Google Shape;25312;p27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3" name="Google Shape;25313;p27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4" name="Google Shape;25314;p27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5" name="Google Shape;25315;p27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6" name="Google Shape;25316;p27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7" name="Google Shape;25317;p27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8" name="Google Shape;25318;p27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9" name="Google Shape;25319;p27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0" name="Google Shape;25320;p27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1" name="Google Shape;25321;p27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2" name="Google Shape;25322;p27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3" name="Google Shape;25323;p27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4" name="Google Shape;25324;p27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5" name="Google Shape;25325;p27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6" name="Google Shape;25326;p27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7" name="Google Shape;25327;p27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8" name="Google Shape;25328;p27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9" name="Google Shape;25329;p27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0" name="Google Shape;25330;p27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1" name="Google Shape;25331;p27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2" name="Google Shape;25332;p27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3" name="Google Shape;25333;p27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4" name="Google Shape;25334;p27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5" name="Google Shape;25335;p27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6" name="Google Shape;25336;p27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7" name="Google Shape;25337;p27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8" name="Google Shape;25338;p27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9" name="Google Shape;25339;p27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0" name="Google Shape;25340;p27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1" name="Google Shape;25341;p27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2" name="Google Shape;25342;p27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3" name="Google Shape;25343;p27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4" name="Google Shape;25344;p27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5" name="Google Shape;25345;p27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6" name="Google Shape;25346;p27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7" name="Google Shape;25347;p27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8" name="Google Shape;25348;p27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9" name="Google Shape;25349;p27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0" name="Google Shape;25350;p27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1" name="Google Shape;25351;p27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2" name="Google Shape;25352;p27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3" name="Google Shape;25353;p27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4" name="Google Shape;25354;p27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5" name="Google Shape;25355;p27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6" name="Google Shape;25356;p27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7" name="Google Shape;25357;p27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8" name="Google Shape;25358;p27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9" name="Google Shape;25359;p27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0" name="Google Shape;25360;p27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1" name="Google Shape;25361;p27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2" name="Google Shape;25362;p27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3" name="Google Shape;25363;p27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4" name="Google Shape;25364;p27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5" name="Google Shape;25365;p27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6" name="Google Shape;25366;p27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7" name="Google Shape;25367;p27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8" name="Google Shape;25368;p27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9" name="Google Shape;25369;p27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0" name="Google Shape;25370;p27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1" name="Google Shape;25371;p27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2" name="Google Shape;25372;p27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3" name="Google Shape;25373;p27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4" name="Google Shape;25374;p27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5" name="Google Shape;25375;p27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6" name="Google Shape;25376;p27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7" name="Google Shape;25377;p27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8" name="Google Shape;25378;p27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9" name="Google Shape;25379;p27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0" name="Google Shape;25380;p27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1" name="Google Shape;25381;p27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2" name="Google Shape;25382;p27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3" name="Google Shape;25383;p27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4" name="Google Shape;25384;p27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5" name="Google Shape;25385;p27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6" name="Google Shape;25386;p27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7" name="Google Shape;25387;p27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8" name="Google Shape;25388;p27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9" name="Google Shape;25389;p27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0" name="Google Shape;25390;p27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1" name="Google Shape;25391;p27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2" name="Google Shape;25392;p27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3" name="Google Shape;25393;p27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4" name="Google Shape;25394;p27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5" name="Google Shape;25395;p27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6" name="Google Shape;25396;p27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7" name="Google Shape;25397;p27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8" name="Google Shape;25398;p27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9" name="Google Shape;25399;p27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0" name="Google Shape;25400;p27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1" name="Google Shape;25401;p27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2" name="Google Shape;25402;p27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3" name="Google Shape;25403;p27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4" name="Google Shape;25404;p27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5" name="Google Shape;25405;p27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6" name="Google Shape;25406;p27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7" name="Google Shape;25407;p27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8" name="Google Shape;25408;p27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9" name="Google Shape;25409;p27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0" name="Google Shape;25410;p27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1" name="Google Shape;25411;p27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2" name="Google Shape;25412;p27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3" name="Google Shape;25413;p27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4" name="Google Shape;25414;p27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5" name="Google Shape;25415;p27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6" name="Google Shape;25416;p27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7" name="Google Shape;25417;p27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8" name="Google Shape;25418;p27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9" name="Google Shape;25419;p27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0" name="Google Shape;25420;p27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1" name="Google Shape;25421;p27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2" name="Google Shape;25422;p27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3" name="Google Shape;25423;p27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4" name="Google Shape;25424;p27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5" name="Google Shape;25425;p27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6" name="Google Shape;25426;p27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7" name="Google Shape;25427;p27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8" name="Google Shape;25428;p27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9" name="Google Shape;25429;p27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0" name="Google Shape;25430;p27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1" name="Google Shape;25431;p27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2" name="Google Shape;25432;p27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3" name="Google Shape;25433;p27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4" name="Google Shape;25434;p27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5" name="Google Shape;25435;p27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6" name="Google Shape;25436;p27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7" name="Google Shape;25437;p27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8" name="Google Shape;25438;p27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9" name="Google Shape;25439;p27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0" name="Google Shape;25440;p27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1" name="Google Shape;25441;p27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2" name="Google Shape;25442;p27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3" name="Google Shape;25443;p27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4" name="Google Shape;25444;p27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5" name="Google Shape;25445;p27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6" name="Google Shape;25446;p27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7" name="Google Shape;25447;p27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8" name="Google Shape;25448;p27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9" name="Google Shape;25449;p27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0" name="Google Shape;25450;p27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1" name="Google Shape;25451;p27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2" name="Google Shape;25452;p27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3" name="Google Shape;25453;p27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4" name="Google Shape;25454;p27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5" name="Google Shape;25455;p27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6" name="Google Shape;25456;p27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7" name="Google Shape;25457;p27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8" name="Google Shape;25458;p27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9" name="Google Shape;25459;p27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0" name="Google Shape;25460;p27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1" name="Google Shape;25461;p27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2" name="Google Shape;25462;p27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3" name="Google Shape;25463;p27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4" name="Google Shape;25464;p27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5" name="Google Shape;25465;p27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6" name="Google Shape;25466;p27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7" name="Google Shape;25467;p27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8" name="Google Shape;25468;p27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9" name="Google Shape;25469;p27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0" name="Google Shape;25470;p27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1" name="Google Shape;25471;p27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2" name="Google Shape;25472;p27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3" name="Google Shape;25473;p27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4" name="Google Shape;25474;p27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5" name="Google Shape;25475;p27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6" name="Google Shape;25476;p27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7" name="Google Shape;25477;p27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8" name="Google Shape;25478;p27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9" name="Google Shape;25479;p27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0" name="Google Shape;25480;p27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1" name="Google Shape;25481;p27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2" name="Google Shape;25482;p27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3" name="Google Shape;25483;p27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4" name="Google Shape;25484;p27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5" name="Google Shape;25485;p27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6" name="Google Shape;25486;p27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7" name="Google Shape;25487;p27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8" name="Google Shape;25488;p27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9" name="Google Shape;25489;p27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0" name="Google Shape;25490;p27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1" name="Google Shape;25491;p27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2" name="Google Shape;25492;p27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3" name="Google Shape;25493;p27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4" name="Google Shape;25494;p27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5" name="Google Shape;25495;p27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6" name="Google Shape;25496;p27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7" name="Google Shape;25497;p27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8" name="Google Shape;25498;p27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9" name="Google Shape;25499;p27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0" name="Google Shape;25500;p27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1" name="Google Shape;25501;p27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2" name="Google Shape;25502;p27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3" name="Google Shape;25503;p27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4" name="Google Shape;25504;p27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5" name="Google Shape;25505;p27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6" name="Google Shape;25506;p27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7" name="Google Shape;25507;p27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8" name="Google Shape;25508;p27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9" name="Google Shape;25509;p27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0" name="Google Shape;25510;p27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1" name="Google Shape;25511;p27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2" name="Google Shape;25512;p27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3" name="Google Shape;25513;p27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4" name="Google Shape;25514;p27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5" name="Google Shape;25515;p27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6" name="Google Shape;25516;p27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7" name="Google Shape;25517;p27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8" name="Google Shape;25518;p27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9" name="Google Shape;25519;p27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0" name="Google Shape;25520;p27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1" name="Google Shape;25521;p27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2" name="Google Shape;25522;p27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3" name="Google Shape;25523;p27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4" name="Google Shape;25524;p27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5" name="Google Shape;25525;p27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6" name="Google Shape;25526;p27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7" name="Google Shape;25527;p27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8" name="Google Shape;25528;p27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9" name="Google Shape;25529;p27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0" name="Google Shape;25530;p27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1" name="Google Shape;25531;p27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2" name="Google Shape;25532;p27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3" name="Google Shape;25533;p27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4" name="Google Shape;25534;p27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5" name="Google Shape;25535;p27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6" name="Google Shape;25536;p27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7" name="Google Shape;25537;p27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8" name="Google Shape;25538;p27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9" name="Google Shape;25539;p27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0" name="Google Shape;25540;p27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1" name="Google Shape;25541;p27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2" name="Google Shape;25542;p27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3" name="Google Shape;25543;p27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4" name="Google Shape;25544;p27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5" name="Google Shape;25545;p27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6" name="Google Shape;25546;p27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7" name="Google Shape;25547;p27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8" name="Google Shape;25548;p27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9" name="Google Shape;25549;p27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0" name="Google Shape;25550;p27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1" name="Google Shape;25551;p27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2" name="Google Shape;25552;p27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3" name="Google Shape;25553;p27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4" name="Google Shape;25554;p27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5" name="Google Shape;25555;p27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6" name="Google Shape;25556;p27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7" name="Google Shape;25557;p27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8" name="Google Shape;25558;p27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9" name="Google Shape;25559;p27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0" name="Google Shape;25560;p27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1" name="Google Shape;25561;p27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2" name="Google Shape;25562;p27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3" name="Google Shape;25563;p27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4" name="Google Shape;25564;p27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5" name="Google Shape;25565;p27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6" name="Google Shape;25566;p27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7" name="Google Shape;25567;p27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8" name="Google Shape;25568;p27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9" name="Google Shape;25569;p27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0" name="Google Shape;25570;p27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1" name="Google Shape;25571;p27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2" name="Google Shape;25572;p27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3" name="Google Shape;25573;p27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4" name="Google Shape;25574;p27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5" name="Google Shape;25575;p27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6" name="Google Shape;25576;p27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7" name="Google Shape;25577;p27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8" name="Google Shape;25578;p27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9" name="Google Shape;25579;p27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0" name="Google Shape;25580;p27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1" name="Google Shape;25581;p27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2" name="Google Shape;25582;p27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3" name="Google Shape;25583;p27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4" name="Google Shape;25584;p27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5" name="Google Shape;25585;p27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6" name="Google Shape;25586;p27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7" name="Google Shape;25587;p27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8" name="Google Shape;25588;p27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9" name="Google Shape;25589;p27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0" name="Google Shape;25590;p27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1" name="Google Shape;25591;p27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2" name="Google Shape;25592;p27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3" name="Google Shape;25593;p27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4" name="Google Shape;25594;p27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5" name="Google Shape;25595;p27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6" name="Google Shape;25596;p27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7" name="Google Shape;25597;p27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8" name="Google Shape;25598;p27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9" name="Google Shape;25599;p27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0" name="Google Shape;25600;p27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1" name="Google Shape;25601;p27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2" name="Google Shape;25602;p27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3" name="Google Shape;25603;p27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4" name="Google Shape;25604;p27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5" name="Google Shape;25605;p27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6" name="Google Shape;25606;p27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7" name="Google Shape;25607;p27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8" name="Google Shape;25608;p27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9" name="Google Shape;25609;p27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0" name="Google Shape;25610;p27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1" name="Google Shape;25611;p27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2" name="Google Shape;25612;p27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3" name="Google Shape;25613;p27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4" name="Google Shape;25614;p27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5" name="Google Shape;25615;p27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6" name="Google Shape;25616;p27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7" name="Google Shape;25617;p27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8" name="Google Shape;25618;p27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9" name="Google Shape;25619;p27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0" name="Google Shape;25620;p27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1" name="Google Shape;25621;p27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2" name="Google Shape;25622;p27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3" name="Google Shape;25623;p27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4" name="Google Shape;25624;p27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5" name="Google Shape;25625;p27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6" name="Google Shape;25626;p27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7" name="Google Shape;25627;p27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8" name="Google Shape;25628;p27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9" name="Google Shape;25629;p27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0" name="Google Shape;25630;p27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1" name="Google Shape;25631;p27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2" name="Google Shape;25632;p27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3" name="Google Shape;25633;p27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4" name="Google Shape;25634;p27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5" name="Google Shape;25635;p27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6" name="Google Shape;25636;p27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7" name="Google Shape;25637;p27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8" name="Google Shape;25638;p27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9" name="Google Shape;25639;p27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0" name="Google Shape;25640;p27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1" name="Google Shape;25641;p27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2" name="Google Shape;25642;p27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3" name="Google Shape;25643;p27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4" name="Google Shape;25644;p27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5" name="Google Shape;25645;p27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6" name="Google Shape;25646;p27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7" name="Google Shape;25647;p27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8" name="Google Shape;25648;p27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9" name="Google Shape;25649;p27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0" name="Google Shape;25650;p27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1" name="Google Shape;25651;p27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2" name="Google Shape;25652;p27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3" name="Google Shape;25653;p27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4" name="Google Shape;25654;p27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5" name="Google Shape;25655;p27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6" name="Google Shape;25656;p27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7" name="Google Shape;25657;p27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8" name="Google Shape;25658;p27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9" name="Google Shape;25659;p27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0" name="Google Shape;25660;p27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1" name="Google Shape;25661;p27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2" name="Google Shape;25662;p27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3" name="Google Shape;25663;p27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4" name="Google Shape;25664;p27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5" name="Google Shape;25665;p27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6" name="Google Shape;25666;p27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7" name="Google Shape;25667;p27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8" name="Google Shape;25668;p27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9" name="Google Shape;25669;p27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0" name="Google Shape;25670;p27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1" name="Google Shape;25671;p27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2" name="Google Shape;25672;p27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3" name="Google Shape;25673;p27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4" name="Google Shape;25674;p27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5" name="Google Shape;25675;p27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6" name="Google Shape;25676;p27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7" name="Google Shape;25677;p27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8" name="Google Shape;25678;p27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9" name="Google Shape;25679;p27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0" name="Google Shape;25680;p27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1" name="Google Shape;25681;p27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2" name="Google Shape;25682;p27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3" name="Google Shape;25683;p27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4" name="Google Shape;25684;p27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5" name="Google Shape;25685;p27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6" name="Google Shape;25686;p27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7" name="Google Shape;25687;p27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8" name="Google Shape;25688;p27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9" name="Google Shape;25689;p27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0" name="Google Shape;25690;p27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1" name="Google Shape;25691;p27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2" name="Google Shape;25692;p27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3" name="Google Shape;25693;p27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4" name="Google Shape;25694;p27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5" name="Google Shape;25695;p27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6" name="Google Shape;25696;p27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7" name="Google Shape;25697;p27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8" name="Google Shape;25698;p27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9" name="Google Shape;25699;p27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0" name="Google Shape;25700;p27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1" name="Google Shape;25701;p27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2" name="Google Shape;25702;p27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3" name="Google Shape;25703;p27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4" name="Google Shape;25704;p27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5" name="Google Shape;25705;p27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6" name="Google Shape;25706;p27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7" name="Google Shape;25707;p27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8" name="Google Shape;25708;p27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9" name="Google Shape;25709;p27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0" name="Google Shape;25710;p27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1" name="Google Shape;25711;p27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2" name="Google Shape;25712;p27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3" name="Google Shape;25713;p27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4" name="Google Shape;25714;p27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5" name="Google Shape;25715;p27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6" name="Google Shape;25716;p27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7" name="Google Shape;25717;p27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8" name="Google Shape;25718;p27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9" name="Google Shape;25719;p27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0" name="Google Shape;25720;p27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1" name="Google Shape;25721;p27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2" name="Google Shape;25722;p27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3" name="Google Shape;25723;p27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4" name="Google Shape;25724;p27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5" name="Google Shape;25725;p27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6" name="Google Shape;25726;p27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7" name="Google Shape;25727;p27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8" name="Google Shape;25728;p27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9" name="Google Shape;25729;p27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0" name="Google Shape;25730;p27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1" name="Google Shape;25731;p27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2" name="Google Shape;25732;p27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3" name="Google Shape;25733;p27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4" name="Google Shape;25734;p27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5" name="Google Shape;25735;p27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6" name="Google Shape;25736;p27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7" name="Google Shape;25737;p27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8" name="Google Shape;25738;p27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9" name="Google Shape;25739;p27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0" name="Google Shape;25740;p27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1" name="Google Shape;25741;p27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2" name="Google Shape;25742;p27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3" name="Google Shape;25743;p27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4" name="Google Shape;25744;p27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5" name="Google Shape;25745;p27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6" name="Google Shape;25746;p27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7" name="Google Shape;25747;p27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8" name="Google Shape;25748;p27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9" name="Google Shape;25749;p27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0" name="Google Shape;25750;p27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1" name="Google Shape;25751;p27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2" name="Google Shape;25752;p27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3" name="Google Shape;25753;p27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4" name="Google Shape;25754;p27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5" name="Google Shape;25755;p27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6" name="Google Shape;25756;p27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7" name="Google Shape;25757;p27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8" name="Google Shape;25758;p27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9" name="Google Shape;25759;p27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0" name="Google Shape;25760;p27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1" name="Google Shape;25761;p27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2" name="Google Shape;25762;p27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3" name="Google Shape;25763;p27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4" name="Google Shape;25764;p27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5" name="Google Shape;25765;p27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6" name="Google Shape;25766;p27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7" name="Google Shape;25767;p27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8" name="Google Shape;25768;p27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9" name="Google Shape;25769;p27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0" name="Google Shape;25770;p27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1" name="Google Shape;25771;p27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2" name="Google Shape;25772;p27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3" name="Google Shape;25773;p27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4" name="Google Shape;25774;p27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5" name="Google Shape;25775;p27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6" name="Google Shape;25776;p27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7" name="Google Shape;25777;p27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8" name="Google Shape;25778;p27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9" name="Google Shape;25779;p27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0" name="Google Shape;25780;p27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1" name="Google Shape;25781;p27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2" name="Google Shape;25782;p27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3" name="Google Shape;25783;p27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4" name="Google Shape;25784;p27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5" name="Google Shape;25785;p27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6" name="Google Shape;25786;p27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7" name="Google Shape;25787;p27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8" name="Google Shape;25788;p27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9" name="Google Shape;25789;p27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0" name="Google Shape;25790;p27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1" name="Google Shape;25791;p27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2" name="Google Shape;25792;p27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3" name="Google Shape;25793;p27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4" name="Google Shape;25794;p27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5" name="Google Shape;25795;p27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6" name="Google Shape;25796;p27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7" name="Google Shape;25797;p27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8" name="Google Shape;25798;p27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9" name="Google Shape;25799;p27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0" name="Google Shape;25800;p27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1" name="Google Shape;25801;p27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2" name="Google Shape;25802;p27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3" name="Google Shape;25803;p27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4" name="Google Shape;25804;p27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5" name="Google Shape;25805;p27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6" name="Google Shape;25806;p27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7" name="Google Shape;25807;p27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8" name="Google Shape;25808;p27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9" name="Google Shape;25809;p27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0" name="Google Shape;25810;p27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1" name="Google Shape;25811;p27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2" name="Google Shape;25812;p27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3" name="Google Shape;25813;p27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4" name="Google Shape;25814;p27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5" name="Google Shape;25815;p27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6" name="Google Shape;25816;p27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7" name="Google Shape;25817;p27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8" name="Google Shape;25818;p27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9" name="Google Shape;25819;p27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0" name="Google Shape;25820;p27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1" name="Google Shape;25821;p27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2" name="Google Shape;25822;p27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3" name="Google Shape;25823;p27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4" name="Google Shape;25824;p27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5" name="Google Shape;25825;p27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6" name="Google Shape;25826;p27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7" name="Google Shape;25827;p27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8" name="Google Shape;25828;p27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9" name="Google Shape;25829;p27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0" name="Google Shape;25830;p27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1" name="Google Shape;25831;p27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2" name="Google Shape;25832;p27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3" name="Google Shape;25833;p27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4" name="Google Shape;25834;p27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5" name="Google Shape;25835;p27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6" name="Google Shape;25836;p27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7" name="Google Shape;25837;p27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8" name="Google Shape;25838;p27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9" name="Google Shape;25839;p27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0" name="Google Shape;25840;p27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1" name="Google Shape;25841;p27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2" name="Google Shape;25842;p27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3" name="Google Shape;25843;p27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4" name="Google Shape;25844;p27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5" name="Google Shape;25845;p27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6" name="Google Shape;25846;p27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7" name="Google Shape;25847;p27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8" name="Google Shape;25848;p27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9" name="Google Shape;25849;p27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0" name="Google Shape;25850;p27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1" name="Google Shape;25851;p27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2" name="Google Shape;25852;p27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3" name="Google Shape;25853;p27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4" name="Google Shape;25854;p27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5" name="Google Shape;25855;p27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6" name="Google Shape;25856;p27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7" name="Google Shape;25857;p27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8" name="Google Shape;25858;p27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9" name="Google Shape;25859;p27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0" name="Google Shape;25860;p27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1" name="Google Shape;25861;p27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2" name="Google Shape;25862;p27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3" name="Google Shape;25863;p27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4" name="Google Shape;25864;p27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5" name="Google Shape;25865;p27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6" name="Google Shape;25866;p27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7" name="Google Shape;25867;p27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8" name="Google Shape;25868;p27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9" name="Google Shape;25869;p27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0" name="Google Shape;25870;p27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1" name="Google Shape;25871;p27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2" name="Google Shape;25872;p27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3" name="Google Shape;25873;p27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4" name="Google Shape;25874;p27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5" name="Google Shape;25875;p27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6" name="Google Shape;25876;p27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7" name="Google Shape;25877;p27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8" name="Google Shape;25878;p27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9" name="Google Shape;25879;p27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0" name="Google Shape;25880;p27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1" name="Google Shape;25881;p27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2" name="Google Shape;25882;p27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3" name="Google Shape;25883;p27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4" name="Google Shape;25884;p27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5" name="Google Shape;25885;p27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6" name="Google Shape;25886;p27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7" name="Google Shape;25887;p27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8" name="Google Shape;25888;p27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9" name="Google Shape;25889;p27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0" name="Google Shape;25890;p27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1" name="Google Shape;25891;p27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2" name="Google Shape;25892;p27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3" name="Google Shape;25893;p27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4" name="Google Shape;25894;p27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5" name="Google Shape;25895;p27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6" name="Google Shape;25896;p27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7" name="Google Shape;25897;p27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8" name="Google Shape;25898;p27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9" name="Google Shape;25899;p27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0" name="Google Shape;25900;p27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1" name="Google Shape;25901;p27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2" name="Google Shape;25902;p27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3" name="Google Shape;25903;p27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4" name="Google Shape;25904;p27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5" name="Google Shape;25905;p27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6" name="Google Shape;25906;p27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7" name="Google Shape;25907;p27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8" name="Google Shape;25908;p27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9" name="Google Shape;25909;p27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0" name="Google Shape;25910;p27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1" name="Google Shape;25911;p27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2" name="Google Shape;25912;p27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3" name="Google Shape;25913;p27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4" name="Google Shape;25914;p27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5" name="Google Shape;25915;p27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6" name="Google Shape;25916;p27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7" name="Google Shape;25917;p27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8" name="Google Shape;25918;p27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9" name="Google Shape;25919;p27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0" name="Google Shape;25920;p27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1" name="Google Shape;25921;p27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2" name="Google Shape;25922;p27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3" name="Google Shape;25923;p27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4" name="Google Shape;25924;p27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5" name="Google Shape;25925;p27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6" name="Google Shape;25926;p27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7" name="Google Shape;25927;p27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8" name="Google Shape;25928;p27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9" name="Google Shape;25929;p27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0" name="Google Shape;25930;p27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1" name="Google Shape;25931;p27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2" name="Google Shape;25932;p27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3" name="Google Shape;25933;p27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4" name="Google Shape;25934;p27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5" name="Google Shape;25935;p27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6" name="Google Shape;25936;p27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7" name="Google Shape;25937;p27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8" name="Google Shape;25938;p27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9" name="Google Shape;25939;p27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0" name="Google Shape;25940;p27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1" name="Google Shape;25941;p27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2" name="Google Shape;25942;p27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3" name="Google Shape;25943;p27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4" name="Google Shape;25944;p27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5" name="Google Shape;25945;p27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6" name="Google Shape;25946;p27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7" name="Google Shape;25947;p27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8" name="Google Shape;25948;p27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9" name="Google Shape;25949;p27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0" name="Google Shape;25950;p27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1" name="Google Shape;25951;p27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2" name="Google Shape;25952;p27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3" name="Google Shape;25953;p27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4" name="Google Shape;25954;p27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5" name="Google Shape;25955;p27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6" name="Google Shape;25956;p27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7" name="Google Shape;25957;p27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8" name="Google Shape;25958;p27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9" name="Google Shape;25959;p27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0" name="Google Shape;25960;p27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1" name="Google Shape;25961;p27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2" name="Google Shape;25962;p27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3" name="Google Shape;25963;p27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4" name="Google Shape;25964;p27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5" name="Google Shape;25965;p27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6" name="Google Shape;25966;p27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7" name="Google Shape;25967;p27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8" name="Google Shape;25968;p27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9" name="Google Shape;25969;p27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0" name="Google Shape;25970;p27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1" name="Google Shape;25971;p27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2" name="Google Shape;25972;p27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3" name="Google Shape;25973;p27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4" name="Google Shape;25974;p27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5" name="Google Shape;25975;p27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6" name="Google Shape;25976;p27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7" name="Google Shape;25977;p27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8" name="Google Shape;25978;p27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9" name="Google Shape;25979;p27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0" name="Google Shape;25980;p27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1" name="Google Shape;25981;p27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2" name="Google Shape;25982;p27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3" name="Google Shape;25983;p27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4" name="Google Shape;25984;p27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5" name="Google Shape;25985;p27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6" name="Google Shape;25986;p27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7" name="Google Shape;25987;p27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8" name="Google Shape;25988;p27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9" name="Google Shape;25989;p27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0" name="Google Shape;25990;p27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1" name="Google Shape;25991;p27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2" name="Google Shape;25992;p27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3" name="Google Shape;25993;p27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4" name="Google Shape;25994;p27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5" name="Google Shape;25995;p27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6" name="Google Shape;25996;p27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7" name="Google Shape;25997;p27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8" name="Google Shape;25998;p27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9" name="Google Shape;25999;p27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0" name="Google Shape;26000;p27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1" name="Google Shape;26001;p27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2" name="Google Shape;26002;p27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3" name="Google Shape;26003;p27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4" name="Google Shape;26004;p27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5" name="Google Shape;26005;p27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6" name="Google Shape;26006;p27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7" name="Google Shape;26007;p27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8" name="Google Shape;26008;p27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9" name="Google Shape;26009;p27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0" name="Google Shape;26010;p27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1" name="Google Shape;26011;p27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2" name="Google Shape;26012;p27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3" name="Google Shape;26013;p27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4" name="Google Shape;26014;p27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5" name="Google Shape;26015;p27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6" name="Google Shape;26016;p27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7" name="Google Shape;26017;p27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8" name="Google Shape;26018;p27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9" name="Google Shape;26019;p27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0" name="Google Shape;26020;p27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1" name="Google Shape;26021;p27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2" name="Google Shape;26022;p27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3" name="Google Shape;26023;p27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4" name="Google Shape;26024;p27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5" name="Google Shape;26025;p27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6" name="Google Shape;26026;p27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7" name="Google Shape;26027;p27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8" name="Google Shape;26028;p27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9" name="Google Shape;26029;p27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0" name="Google Shape;26030;p27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1" name="Google Shape;26031;p27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2" name="Google Shape;26032;p27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3" name="Google Shape;26033;p27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4" name="Google Shape;26034;p27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5" name="Google Shape;26035;p27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6" name="Google Shape;26036;p27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7" name="Google Shape;26037;p27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8" name="Google Shape;26038;p27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9" name="Google Shape;26039;p27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0" name="Google Shape;26040;p27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1" name="Google Shape;26041;p27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2" name="Google Shape;26042;p27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3" name="Google Shape;26043;p27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4" name="Google Shape;26044;p27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5" name="Google Shape;26045;p27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6" name="Google Shape;26046;p27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7" name="Google Shape;26047;p27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8" name="Google Shape;26048;p27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9" name="Google Shape;26049;p27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0" name="Google Shape;26050;p27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1" name="Google Shape;26051;p27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2" name="Google Shape;26052;p27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3" name="Google Shape;26053;p27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4" name="Google Shape;26054;p27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5" name="Google Shape;26055;p27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6" name="Google Shape;26056;p27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7" name="Google Shape;26057;p27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8" name="Google Shape;26058;p27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9" name="Google Shape;26059;p27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0" name="Google Shape;26060;p27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1" name="Google Shape;26061;p27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2" name="Google Shape;26062;p27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3" name="Google Shape;26063;p27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4" name="Google Shape;26064;p27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5" name="Google Shape;26065;p27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6" name="Google Shape;26066;p27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7" name="Google Shape;26067;p27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8" name="Google Shape;26068;p27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9" name="Google Shape;26069;p27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0" name="Google Shape;26070;p27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1" name="Google Shape;26071;p27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2" name="Google Shape;26072;p27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3" name="Google Shape;26073;p27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4" name="Google Shape;26074;p27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5" name="Google Shape;26075;p27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6" name="Google Shape;26076;p27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7" name="Google Shape;26077;p27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8" name="Google Shape;26078;p27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9" name="Google Shape;26079;p27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0" name="Google Shape;26080;p27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1" name="Google Shape;26081;p27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2" name="Google Shape;26082;p27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3" name="Google Shape;26083;p27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4" name="Google Shape;26084;p27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5" name="Google Shape;26085;p27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6" name="Google Shape;26086;p27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7" name="Google Shape;26087;p27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8" name="Google Shape;26088;p27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9" name="Google Shape;26089;p27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0" name="Google Shape;26090;p27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1" name="Google Shape;26091;p27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2" name="Google Shape;26092;p27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3" name="Google Shape;26093;p27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4" name="Google Shape;26094;p27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5" name="Google Shape;26095;p27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6" name="Google Shape;26096;p27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7" name="Google Shape;26097;p27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8" name="Google Shape;26098;p27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9" name="Google Shape;26099;p27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0" name="Google Shape;26100;p27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1" name="Google Shape;26101;p27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2" name="Google Shape;26102;p27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3" name="Google Shape;26103;p27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4" name="Google Shape;26104;p27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5" name="Google Shape;26105;p27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6" name="Google Shape;26106;p27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7" name="Google Shape;26107;p27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8" name="Google Shape;26108;p27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9" name="Google Shape;26109;p27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0" name="Google Shape;26110;p27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1" name="Google Shape;26111;p27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2" name="Google Shape;26112;p27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3" name="Google Shape;26113;p27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4" name="Google Shape;26114;p27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5" name="Google Shape;26115;p27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6" name="Google Shape;26116;p27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7" name="Google Shape;26117;p27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8" name="Google Shape;26118;p27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9" name="Google Shape;26119;p27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0" name="Google Shape;26120;p27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1" name="Google Shape;26121;p27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2" name="Google Shape;26122;p27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3" name="Google Shape;26123;p27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4" name="Google Shape;26124;p27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5" name="Google Shape;26125;p27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6" name="Google Shape;26126;p27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7" name="Google Shape;26127;p27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8" name="Google Shape;26128;p27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9" name="Google Shape;26129;p27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0" name="Google Shape;26130;p27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1" name="Google Shape;26131;p27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2" name="Google Shape;26132;p27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3" name="Google Shape;26133;p27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4" name="Google Shape;26134;p27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5" name="Google Shape;26135;p27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6" name="Google Shape;26136;p27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7" name="Google Shape;26137;p27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8" name="Google Shape;26138;p27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9" name="Google Shape;26139;p27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0" name="Google Shape;26140;p27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1" name="Google Shape;26141;p27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2" name="Google Shape;26142;p27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3" name="Google Shape;26143;p27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4" name="Google Shape;26144;p27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5" name="Google Shape;26145;p27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6" name="Google Shape;26146;p27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7" name="Google Shape;26147;p27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8" name="Google Shape;26148;p27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9" name="Google Shape;26149;p27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0" name="Google Shape;26150;p27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1" name="Google Shape;26151;p27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2" name="Google Shape;26152;p27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3" name="Google Shape;26153;p27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4" name="Google Shape;26154;p27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5" name="Google Shape;26155;p27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6" name="Google Shape;26156;p27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7" name="Google Shape;26157;p27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8" name="Google Shape;26158;p27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9" name="Google Shape;26159;p27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0" name="Google Shape;26160;p27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1" name="Google Shape;26161;p27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2" name="Google Shape;26162;p27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3" name="Google Shape;26163;p27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4" name="Google Shape;26164;p27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5" name="Google Shape;26165;p27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6" name="Google Shape;26166;p27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7" name="Google Shape;26167;p27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8" name="Google Shape;26168;p27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9" name="Google Shape;26169;p27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0" name="Google Shape;26170;p27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1" name="Google Shape;26171;p27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2" name="Google Shape;26172;p27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3" name="Google Shape;26173;p27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4" name="Google Shape;26174;p27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5" name="Google Shape;26175;p27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6" name="Google Shape;26176;p27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7" name="Google Shape;26177;p27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8" name="Google Shape;26178;p27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9" name="Google Shape;26179;p27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0" name="Google Shape;26180;p27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1" name="Google Shape;26181;p27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2" name="Google Shape;26182;p27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3" name="Google Shape;26183;p27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4" name="Google Shape;26184;p27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5" name="Google Shape;26185;p27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6" name="Google Shape;26186;p27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7" name="Google Shape;26187;p27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8" name="Google Shape;26188;p27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9" name="Google Shape;26189;p27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0" name="Google Shape;26190;p27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1" name="Google Shape;26191;p27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2" name="Google Shape;26192;p27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3" name="Google Shape;26193;p27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4" name="Google Shape;26194;p27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5" name="Google Shape;26195;p27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6" name="Google Shape;26196;p27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7" name="Google Shape;26197;p27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8" name="Google Shape;26198;p27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9" name="Google Shape;26199;p27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0" name="Google Shape;26200;p27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1" name="Google Shape;26201;p27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2" name="Google Shape;26202;p27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3" name="Google Shape;26203;p27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4" name="Google Shape;26204;p27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5" name="Google Shape;26205;p27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6" name="Google Shape;26206;p27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7" name="Google Shape;26207;p27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8" name="Google Shape;26208;p27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9" name="Google Shape;26209;p27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0" name="Google Shape;26210;p27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1" name="Google Shape;26211;p27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2" name="Google Shape;26212;p27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3" name="Google Shape;26213;p27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4" name="Google Shape;26214;p27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5" name="Google Shape;26215;p27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6" name="Google Shape;26216;p27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7" name="Google Shape;26217;p27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8" name="Google Shape;26218;p27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9" name="Google Shape;26219;p27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0" name="Google Shape;26220;p27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1" name="Google Shape;26221;p27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2" name="Google Shape;26222;p27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3" name="Google Shape;26223;p27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4" name="Google Shape;26224;p27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5" name="Google Shape;26225;p27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6" name="Google Shape;26226;p27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7" name="Google Shape;26227;p27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8" name="Google Shape;26228;p27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9" name="Google Shape;26229;p27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0" name="Google Shape;26230;p27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1" name="Google Shape;26231;p27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2" name="Google Shape;26232;p27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3" name="Google Shape;26233;p27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4" name="Google Shape;26234;p27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5" name="Google Shape;26235;p27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6" name="Google Shape;26236;p27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7" name="Google Shape;26237;p27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8" name="Google Shape;26238;p27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9" name="Google Shape;26239;p27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0" name="Google Shape;26240;p27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1" name="Google Shape;26241;p27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2" name="Google Shape;26242;p27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3" name="Google Shape;26243;p27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4" name="Google Shape;26244;p27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5" name="Google Shape;26245;p27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6" name="Google Shape;26246;p27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7" name="Google Shape;26247;p27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8" name="Google Shape;26248;p27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9" name="Google Shape;26249;p27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0" name="Google Shape;26250;p27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1" name="Google Shape;26251;p27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2" name="Google Shape;26252;p27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3" name="Google Shape;26253;p27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4" name="Google Shape;26254;p27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5" name="Google Shape;26255;p27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6" name="Google Shape;26256;p27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7" name="Google Shape;26257;p27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8" name="Google Shape;26258;p27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9" name="Google Shape;26259;p27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0" name="Google Shape;26260;p27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1" name="Google Shape;26261;p27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2" name="Google Shape;26262;p27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3" name="Google Shape;26263;p27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4" name="Google Shape;26264;p27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5" name="Google Shape;26265;p27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266" name="Google Shape;26266;p27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267" name="Google Shape;26267;p27"/>
          <p:cNvSpPr txBox="1"/>
          <p:nvPr>
            <p:ph type="title"/>
          </p:nvPr>
        </p:nvSpPr>
        <p:spPr>
          <a:xfrm>
            <a:off x="2325950" y="395775"/>
            <a:ext cx="4492800" cy="104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8100"/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8100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8100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8100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8100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8100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8100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8100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8100"/>
            </a:lvl9pPr>
          </a:lstStyle>
          <a:p/>
        </p:txBody>
      </p:sp>
      <p:sp>
        <p:nvSpPr>
          <p:cNvPr id="26268" name="Google Shape;26268;p27"/>
          <p:cNvSpPr txBox="1"/>
          <p:nvPr>
            <p:ph idx="1" type="subTitle"/>
          </p:nvPr>
        </p:nvSpPr>
        <p:spPr>
          <a:xfrm>
            <a:off x="2327041" y="1556401"/>
            <a:ext cx="4492800" cy="146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6269" name="Google Shape;26269;p27"/>
          <p:cNvSpPr txBox="1"/>
          <p:nvPr/>
        </p:nvSpPr>
        <p:spPr>
          <a:xfrm>
            <a:off x="2561025" y="3548300"/>
            <a:ext cx="4024500" cy="66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1" i="0" lang="fr-FR" sz="1200" u="none" cap="none" strike="noStrike">
                <a:solidFill>
                  <a:schemeClr val="accent1"/>
                </a:solidFill>
                <a:latin typeface="Blinker"/>
                <a:ea typeface="Blinker"/>
                <a:cs typeface="Blinker"/>
                <a:sym typeface="Blinker"/>
              </a:rPr>
              <a:t>CREDITS:</a:t>
            </a:r>
            <a:r>
              <a:rPr b="0" i="0" lang="fr-FR" sz="1200" u="none" cap="none" strike="noStrike">
                <a:solidFill>
                  <a:srgbClr val="000000"/>
                </a:solidFill>
                <a:latin typeface="Blinker"/>
                <a:ea typeface="Blinker"/>
                <a:cs typeface="Blinker"/>
                <a:sym typeface="Blinker"/>
              </a:rPr>
              <a:t> This presentation template was created by </a:t>
            </a:r>
            <a:r>
              <a:rPr b="1" i="0" lang="fr-FR" sz="1200" u="none" cap="none" strike="noStrike">
                <a:solidFill>
                  <a:schemeClr val="hlink"/>
                </a:solidFill>
                <a:uFill>
                  <a:noFill/>
                </a:uFill>
                <a:latin typeface="Blinker"/>
                <a:ea typeface="Blinker"/>
                <a:cs typeface="Blinker"/>
                <a:sym typeface="Blinker"/>
                <a:hlinkClick r:id="rId2"/>
              </a:rPr>
              <a:t>Slidesgo</a:t>
            </a:r>
            <a:r>
              <a:rPr b="0" i="0" lang="fr-FR" sz="1200" u="none" cap="none" strike="noStrike">
                <a:solidFill>
                  <a:srgbClr val="000000"/>
                </a:solidFill>
                <a:latin typeface="Blinker"/>
                <a:ea typeface="Blinker"/>
                <a:cs typeface="Blinker"/>
                <a:sym typeface="Blinker"/>
              </a:rPr>
              <a:t>, including icon by </a:t>
            </a:r>
            <a:r>
              <a:rPr b="1" i="0" lang="fr-FR" sz="1200" u="none" cap="none" strike="noStrike">
                <a:solidFill>
                  <a:schemeClr val="hlink"/>
                </a:solidFill>
                <a:uFill>
                  <a:noFill/>
                </a:uFill>
                <a:latin typeface="Blinker"/>
                <a:ea typeface="Blinker"/>
                <a:cs typeface="Blinker"/>
                <a:sym typeface="Blinker"/>
                <a:hlinkClick r:id="rId3"/>
              </a:rPr>
              <a:t>Flaticon</a:t>
            </a:r>
            <a:r>
              <a:rPr b="0" i="0" lang="fr-FR" sz="1200" u="none" cap="none" strike="noStrike">
                <a:solidFill>
                  <a:srgbClr val="000000"/>
                </a:solidFill>
                <a:latin typeface="Blinker"/>
                <a:ea typeface="Blinker"/>
                <a:cs typeface="Blinker"/>
                <a:sym typeface="Blinker"/>
              </a:rPr>
              <a:t>, and infographics &amp; images from </a:t>
            </a:r>
            <a:r>
              <a:rPr b="1" i="0" lang="fr-FR" sz="1200" u="none" cap="none" strike="noStrike">
                <a:solidFill>
                  <a:schemeClr val="hlink"/>
                </a:solidFill>
                <a:uFill>
                  <a:noFill/>
                </a:uFill>
                <a:latin typeface="Blinker"/>
                <a:ea typeface="Blinker"/>
                <a:cs typeface="Blinker"/>
                <a:sym typeface="Blinker"/>
                <a:hlinkClick r:id="rId4"/>
              </a:rPr>
              <a:t>Freepik</a:t>
            </a:r>
            <a:endParaRPr b="0" i="0" sz="1200" u="none" cap="none" strike="noStrike">
              <a:solidFill>
                <a:schemeClr val="accent1"/>
              </a:solidFill>
              <a:latin typeface="Blinker"/>
              <a:ea typeface="Blinker"/>
              <a:cs typeface="Blinker"/>
              <a:sym typeface="Blinker"/>
            </a:endParaRPr>
          </a:p>
        </p:txBody>
      </p:sp>
      <p:grpSp>
        <p:nvGrpSpPr>
          <p:cNvPr id="26270" name="Google Shape;26270;p27"/>
          <p:cNvGrpSpPr/>
          <p:nvPr/>
        </p:nvGrpSpPr>
        <p:grpSpPr>
          <a:xfrm>
            <a:off x="986407" y="708675"/>
            <a:ext cx="443090" cy="415211"/>
            <a:chOff x="2987700" y="3560325"/>
            <a:chExt cx="386708" cy="362377"/>
          </a:xfrm>
        </p:grpSpPr>
        <p:sp>
          <p:nvSpPr>
            <p:cNvPr id="26271" name="Google Shape;26271;p27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2" name="Google Shape;26272;p27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3" name="Google Shape;26273;p27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4" name="Google Shape;26274;p27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5" name="Google Shape;26275;p27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6" name="Google Shape;26276;p27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7" name="Google Shape;26277;p27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8" name="Google Shape;26278;p27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9" name="Google Shape;26279;p27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0" name="Google Shape;26280;p27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1" name="Google Shape;26281;p27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2" name="Google Shape;26282;p27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3" name="Google Shape;26283;p27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4" name="Google Shape;26284;p27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5" name="Google Shape;26285;p27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6" name="Google Shape;26286;p27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7" name="Google Shape;26287;p27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8" name="Google Shape;26288;p27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9" name="Google Shape;26289;p27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0" name="Google Shape;26290;p27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1" name="Google Shape;26291;p27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2" name="Google Shape;26292;p27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3" name="Google Shape;26293;p27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94" name="Google Shape;26294;p27"/>
          <p:cNvGrpSpPr/>
          <p:nvPr/>
        </p:nvGrpSpPr>
        <p:grpSpPr>
          <a:xfrm>
            <a:off x="1790062" y="4079776"/>
            <a:ext cx="295252" cy="276675"/>
            <a:chOff x="2987700" y="3560325"/>
            <a:chExt cx="386708" cy="362377"/>
          </a:xfrm>
        </p:grpSpPr>
        <p:sp>
          <p:nvSpPr>
            <p:cNvPr id="26295" name="Google Shape;26295;p27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6" name="Google Shape;26296;p27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7" name="Google Shape;26297;p27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8" name="Google Shape;26298;p27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9" name="Google Shape;26299;p27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0" name="Google Shape;26300;p27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1" name="Google Shape;26301;p27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2" name="Google Shape;26302;p27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3" name="Google Shape;26303;p27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4" name="Google Shape;26304;p27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5" name="Google Shape;26305;p27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6" name="Google Shape;26306;p27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7" name="Google Shape;26307;p27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8" name="Google Shape;26308;p27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9" name="Google Shape;26309;p27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0" name="Google Shape;26310;p27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1" name="Google Shape;26311;p27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2" name="Google Shape;26312;p27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3" name="Google Shape;26313;p27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4" name="Google Shape;26314;p27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5" name="Google Shape;26315;p27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6" name="Google Shape;26316;p27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7" name="Google Shape;26317;p27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18" name="Google Shape;26318;p27"/>
          <p:cNvGrpSpPr/>
          <p:nvPr/>
        </p:nvGrpSpPr>
        <p:grpSpPr>
          <a:xfrm>
            <a:off x="7742987" y="1327751"/>
            <a:ext cx="295252" cy="276675"/>
            <a:chOff x="2987700" y="3560325"/>
            <a:chExt cx="386708" cy="362377"/>
          </a:xfrm>
        </p:grpSpPr>
        <p:sp>
          <p:nvSpPr>
            <p:cNvPr id="26319" name="Google Shape;26319;p27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0" name="Google Shape;26320;p27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1" name="Google Shape;26321;p27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2" name="Google Shape;26322;p27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3" name="Google Shape;26323;p27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4" name="Google Shape;26324;p27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5" name="Google Shape;26325;p27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6" name="Google Shape;26326;p27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7" name="Google Shape;26327;p27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8" name="Google Shape;26328;p27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9" name="Google Shape;26329;p27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0" name="Google Shape;26330;p27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1" name="Google Shape;26331;p27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2" name="Google Shape;26332;p27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3" name="Google Shape;26333;p27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4" name="Google Shape;26334;p27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5" name="Google Shape;26335;p27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6" name="Google Shape;26336;p27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7" name="Google Shape;26337;p27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8" name="Google Shape;26338;p27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9" name="Google Shape;26339;p27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0" name="Google Shape;26340;p27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1" name="Google Shape;26341;p27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42" name="Google Shape;26342;p27"/>
          <p:cNvGrpSpPr/>
          <p:nvPr/>
        </p:nvGrpSpPr>
        <p:grpSpPr>
          <a:xfrm>
            <a:off x="7336682" y="639900"/>
            <a:ext cx="443090" cy="415211"/>
            <a:chOff x="2987700" y="3560325"/>
            <a:chExt cx="386708" cy="362377"/>
          </a:xfrm>
        </p:grpSpPr>
        <p:sp>
          <p:nvSpPr>
            <p:cNvPr id="26343" name="Google Shape;26343;p27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4" name="Google Shape;26344;p27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5" name="Google Shape;26345;p27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6" name="Google Shape;26346;p27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7" name="Google Shape;26347;p27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8" name="Google Shape;26348;p27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9" name="Google Shape;26349;p27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0" name="Google Shape;26350;p27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1" name="Google Shape;26351;p27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2" name="Google Shape;26352;p27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3" name="Google Shape;26353;p27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4" name="Google Shape;26354;p27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5" name="Google Shape;26355;p27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6" name="Google Shape;26356;p27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7" name="Google Shape;26357;p27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8" name="Google Shape;26358;p27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9" name="Google Shape;26359;p27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0" name="Google Shape;26360;p27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1" name="Google Shape;26361;p27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2" name="Google Shape;26362;p27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3" name="Google Shape;26363;p27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4" name="Google Shape;26364;p27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5" name="Google Shape;26365;p27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6" name="Google Shape;26366;p27"/>
          <p:cNvGrpSpPr/>
          <p:nvPr/>
        </p:nvGrpSpPr>
        <p:grpSpPr>
          <a:xfrm>
            <a:off x="-3431" y="1055110"/>
            <a:ext cx="1562566" cy="3259365"/>
            <a:chOff x="4174400" y="1241475"/>
            <a:chExt cx="1638425" cy="3417600"/>
          </a:xfrm>
        </p:grpSpPr>
        <p:sp>
          <p:nvSpPr>
            <p:cNvPr id="26367" name="Google Shape;26367;p27"/>
            <p:cNvSpPr/>
            <p:nvPr/>
          </p:nvSpPr>
          <p:spPr>
            <a:xfrm>
              <a:off x="5032825" y="2093975"/>
              <a:ext cx="402525" cy="519650"/>
            </a:xfrm>
            <a:custGeom>
              <a:rect b="b" l="l" r="r" t="t"/>
              <a:pathLst>
                <a:path extrusionOk="0" h="20786" w="16101">
                  <a:moveTo>
                    <a:pt x="13781" y="1"/>
                  </a:moveTo>
                  <a:cubicBezTo>
                    <a:pt x="12871" y="1"/>
                    <a:pt x="12007" y="592"/>
                    <a:pt x="11643" y="1456"/>
                  </a:cubicBezTo>
                  <a:lnTo>
                    <a:pt x="11371" y="2138"/>
                  </a:lnTo>
                  <a:lnTo>
                    <a:pt x="1" y="2138"/>
                  </a:lnTo>
                  <a:lnTo>
                    <a:pt x="1" y="20785"/>
                  </a:lnTo>
                  <a:lnTo>
                    <a:pt x="16100" y="20785"/>
                  </a:lnTo>
                  <a:lnTo>
                    <a:pt x="16100" y="2320"/>
                  </a:lnTo>
                  <a:cubicBezTo>
                    <a:pt x="16100" y="1047"/>
                    <a:pt x="15054" y="1"/>
                    <a:pt x="13781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8" name="Google Shape;26368;p27"/>
            <p:cNvSpPr/>
            <p:nvPr/>
          </p:nvSpPr>
          <p:spPr>
            <a:xfrm>
              <a:off x="5032825" y="2093975"/>
              <a:ext cx="402525" cy="161475"/>
            </a:xfrm>
            <a:custGeom>
              <a:rect b="b" l="l" r="r" t="t"/>
              <a:pathLst>
                <a:path extrusionOk="0" h="6459" w="16101">
                  <a:moveTo>
                    <a:pt x="13781" y="1"/>
                  </a:moveTo>
                  <a:cubicBezTo>
                    <a:pt x="12871" y="1"/>
                    <a:pt x="12007" y="592"/>
                    <a:pt x="11643" y="1456"/>
                  </a:cubicBezTo>
                  <a:lnTo>
                    <a:pt x="11371" y="2138"/>
                  </a:lnTo>
                  <a:lnTo>
                    <a:pt x="1" y="2138"/>
                  </a:lnTo>
                  <a:lnTo>
                    <a:pt x="1" y="6459"/>
                  </a:lnTo>
                  <a:lnTo>
                    <a:pt x="16100" y="6459"/>
                  </a:lnTo>
                  <a:lnTo>
                    <a:pt x="16100" y="2320"/>
                  </a:lnTo>
                  <a:cubicBezTo>
                    <a:pt x="16100" y="1047"/>
                    <a:pt x="15054" y="1"/>
                    <a:pt x="13781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9" name="Google Shape;26369;p27"/>
            <p:cNvSpPr/>
            <p:nvPr/>
          </p:nvSpPr>
          <p:spPr>
            <a:xfrm>
              <a:off x="4174400" y="3103625"/>
              <a:ext cx="1638425" cy="211525"/>
            </a:xfrm>
            <a:custGeom>
              <a:rect b="b" l="l" r="r" t="t"/>
              <a:pathLst>
                <a:path extrusionOk="0" h="8461" w="65537">
                  <a:moveTo>
                    <a:pt x="0" y="1"/>
                  </a:moveTo>
                  <a:lnTo>
                    <a:pt x="0" y="8460"/>
                  </a:lnTo>
                  <a:lnTo>
                    <a:pt x="57896" y="8460"/>
                  </a:lnTo>
                  <a:cubicBezTo>
                    <a:pt x="60716" y="8460"/>
                    <a:pt x="63399" y="7505"/>
                    <a:pt x="65537" y="5731"/>
                  </a:cubicBezTo>
                  <a:lnTo>
                    <a:pt x="65082" y="5731"/>
                  </a:lnTo>
                  <a:cubicBezTo>
                    <a:pt x="62535" y="5731"/>
                    <a:pt x="60079" y="4958"/>
                    <a:pt x="58033" y="3503"/>
                  </a:cubicBezTo>
                  <a:lnTo>
                    <a:pt x="5307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0" name="Google Shape;26370;p27"/>
            <p:cNvSpPr/>
            <p:nvPr/>
          </p:nvSpPr>
          <p:spPr>
            <a:xfrm>
              <a:off x="4174400" y="3103625"/>
              <a:ext cx="1030150" cy="211525"/>
            </a:xfrm>
            <a:custGeom>
              <a:rect b="b" l="l" r="r" t="t"/>
              <a:pathLst>
                <a:path extrusionOk="0" h="8461" w="41206">
                  <a:moveTo>
                    <a:pt x="0" y="1"/>
                  </a:moveTo>
                  <a:lnTo>
                    <a:pt x="0" y="8460"/>
                  </a:lnTo>
                  <a:lnTo>
                    <a:pt x="41205" y="8460"/>
                  </a:lnTo>
                  <a:cubicBezTo>
                    <a:pt x="39068" y="8142"/>
                    <a:pt x="37021" y="7050"/>
                    <a:pt x="35293" y="5186"/>
                  </a:cubicBezTo>
                  <a:lnTo>
                    <a:pt x="3033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1" name="Google Shape;26371;p27"/>
            <p:cNvSpPr/>
            <p:nvPr/>
          </p:nvSpPr>
          <p:spPr>
            <a:xfrm>
              <a:off x="4174400" y="2350950"/>
              <a:ext cx="927800" cy="377500"/>
            </a:xfrm>
            <a:custGeom>
              <a:rect b="b" l="l" r="r" t="t"/>
              <a:pathLst>
                <a:path extrusionOk="0" h="15100" w="37112">
                  <a:moveTo>
                    <a:pt x="0" y="0"/>
                  </a:moveTo>
                  <a:lnTo>
                    <a:pt x="0" y="15100"/>
                  </a:lnTo>
                  <a:lnTo>
                    <a:pt x="36111" y="15100"/>
                  </a:lnTo>
                  <a:cubicBezTo>
                    <a:pt x="36475" y="15100"/>
                    <a:pt x="36794" y="15100"/>
                    <a:pt x="37112" y="15054"/>
                  </a:cubicBez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2" name="Google Shape;26372;p27"/>
            <p:cNvSpPr/>
            <p:nvPr/>
          </p:nvSpPr>
          <p:spPr>
            <a:xfrm>
              <a:off x="4174400" y="2613600"/>
              <a:ext cx="1638425" cy="329750"/>
            </a:xfrm>
            <a:custGeom>
              <a:rect b="b" l="l" r="r" t="t"/>
              <a:pathLst>
                <a:path extrusionOk="0" h="13190" w="65537">
                  <a:moveTo>
                    <a:pt x="0" y="0"/>
                  </a:moveTo>
                  <a:lnTo>
                    <a:pt x="0" y="13189"/>
                  </a:lnTo>
                  <a:lnTo>
                    <a:pt x="55713" y="13189"/>
                  </a:lnTo>
                  <a:cubicBezTo>
                    <a:pt x="59306" y="13189"/>
                    <a:pt x="62763" y="11779"/>
                    <a:pt x="65309" y="9232"/>
                  </a:cubicBezTo>
                  <a:lnTo>
                    <a:pt x="65537" y="8960"/>
                  </a:lnTo>
                  <a:cubicBezTo>
                    <a:pt x="62171" y="8960"/>
                    <a:pt x="58897" y="7686"/>
                    <a:pt x="56395" y="5412"/>
                  </a:cubicBezTo>
                  <a:lnTo>
                    <a:pt x="50437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3" name="Google Shape;26373;p27"/>
            <p:cNvSpPr/>
            <p:nvPr/>
          </p:nvSpPr>
          <p:spPr>
            <a:xfrm>
              <a:off x="4174400" y="2613600"/>
              <a:ext cx="946000" cy="329750"/>
            </a:xfrm>
            <a:custGeom>
              <a:rect b="b" l="l" r="r" t="t"/>
              <a:pathLst>
                <a:path extrusionOk="0" h="13190" w="37840">
                  <a:moveTo>
                    <a:pt x="0" y="0"/>
                  </a:moveTo>
                  <a:lnTo>
                    <a:pt x="0" y="13189"/>
                  </a:lnTo>
                  <a:lnTo>
                    <a:pt x="37840" y="13189"/>
                  </a:lnTo>
                  <a:cubicBezTo>
                    <a:pt x="35611" y="12416"/>
                    <a:pt x="33519" y="10733"/>
                    <a:pt x="31791" y="8277"/>
                  </a:cubicBezTo>
                  <a:lnTo>
                    <a:pt x="2601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4" name="Google Shape;26374;p27"/>
            <p:cNvSpPr/>
            <p:nvPr/>
          </p:nvSpPr>
          <p:spPr>
            <a:xfrm>
              <a:off x="4174400" y="2817100"/>
              <a:ext cx="1545200" cy="76225"/>
            </a:xfrm>
            <a:custGeom>
              <a:rect b="b" l="l" r="r" t="t"/>
              <a:pathLst>
                <a:path extrusionOk="0" h="3049" w="61808">
                  <a:moveTo>
                    <a:pt x="60943" y="1"/>
                  </a:moveTo>
                  <a:cubicBezTo>
                    <a:pt x="58897" y="1502"/>
                    <a:pt x="56532" y="2320"/>
                    <a:pt x="54076" y="2320"/>
                  </a:cubicBezTo>
                  <a:lnTo>
                    <a:pt x="0" y="2320"/>
                  </a:lnTo>
                  <a:lnTo>
                    <a:pt x="0" y="3048"/>
                  </a:lnTo>
                  <a:lnTo>
                    <a:pt x="54076" y="3048"/>
                  </a:lnTo>
                  <a:cubicBezTo>
                    <a:pt x="56850" y="3048"/>
                    <a:pt x="59533" y="2093"/>
                    <a:pt x="61807" y="319"/>
                  </a:cubicBezTo>
                  <a:cubicBezTo>
                    <a:pt x="61535" y="228"/>
                    <a:pt x="61262" y="137"/>
                    <a:pt x="60943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5" name="Google Shape;26375;p27"/>
            <p:cNvSpPr/>
            <p:nvPr/>
          </p:nvSpPr>
          <p:spPr>
            <a:xfrm>
              <a:off x="4174400" y="3315125"/>
              <a:ext cx="1331450" cy="278575"/>
            </a:xfrm>
            <a:custGeom>
              <a:rect b="b" l="l" r="r" t="t"/>
              <a:pathLst>
                <a:path extrusionOk="0" h="11143" w="53258">
                  <a:moveTo>
                    <a:pt x="0" y="0"/>
                  </a:moveTo>
                  <a:lnTo>
                    <a:pt x="0" y="11143"/>
                  </a:lnTo>
                  <a:lnTo>
                    <a:pt x="53257" y="11143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6" name="Google Shape;26376;p27"/>
            <p:cNvSpPr/>
            <p:nvPr/>
          </p:nvSpPr>
          <p:spPr>
            <a:xfrm>
              <a:off x="4513225" y="3607325"/>
              <a:ext cx="1197275" cy="1036975"/>
            </a:xfrm>
            <a:custGeom>
              <a:rect b="b" l="l" r="r" t="t"/>
              <a:pathLst>
                <a:path extrusionOk="0" h="41479" w="47891">
                  <a:moveTo>
                    <a:pt x="25242" y="0"/>
                  </a:moveTo>
                  <a:lnTo>
                    <a:pt x="27561" y="2002"/>
                  </a:lnTo>
                  <a:lnTo>
                    <a:pt x="29744" y="3821"/>
                  </a:lnTo>
                  <a:lnTo>
                    <a:pt x="31245" y="2047"/>
                  </a:lnTo>
                  <a:lnTo>
                    <a:pt x="32973" y="0"/>
                  </a:lnTo>
                  <a:close/>
                  <a:moveTo>
                    <a:pt x="34474" y="0"/>
                  </a:moveTo>
                  <a:lnTo>
                    <a:pt x="32427" y="2411"/>
                  </a:lnTo>
                  <a:lnTo>
                    <a:pt x="30699" y="4457"/>
                  </a:lnTo>
                  <a:lnTo>
                    <a:pt x="31700" y="5003"/>
                  </a:lnTo>
                  <a:lnTo>
                    <a:pt x="36157" y="7414"/>
                  </a:lnTo>
                  <a:lnTo>
                    <a:pt x="39158" y="6277"/>
                  </a:lnTo>
                  <a:lnTo>
                    <a:pt x="40477" y="5776"/>
                  </a:lnTo>
                  <a:lnTo>
                    <a:pt x="39249" y="0"/>
                  </a:lnTo>
                  <a:close/>
                  <a:moveTo>
                    <a:pt x="23741" y="228"/>
                  </a:moveTo>
                  <a:lnTo>
                    <a:pt x="20648" y="3275"/>
                  </a:lnTo>
                  <a:lnTo>
                    <a:pt x="20648" y="9233"/>
                  </a:lnTo>
                  <a:lnTo>
                    <a:pt x="21467" y="9324"/>
                  </a:lnTo>
                  <a:lnTo>
                    <a:pt x="24468" y="9597"/>
                  </a:lnTo>
                  <a:lnTo>
                    <a:pt x="28152" y="5549"/>
                  </a:lnTo>
                  <a:lnTo>
                    <a:pt x="28971" y="4685"/>
                  </a:lnTo>
                  <a:lnTo>
                    <a:pt x="26561" y="2593"/>
                  </a:lnTo>
                  <a:lnTo>
                    <a:pt x="23741" y="228"/>
                  </a:lnTo>
                  <a:close/>
                  <a:moveTo>
                    <a:pt x="29926" y="5367"/>
                  </a:moveTo>
                  <a:lnTo>
                    <a:pt x="29881" y="5458"/>
                  </a:lnTo>
                  <a:lnTo>
                    <a:pt x="29835" y="5413"/>
                  </a:lnTo>
                  <a:lnTo>
                    <a:pt x="29426" y="5867"/>
                  </a:lnTo>
                  <a:lnTo>
                    <a:pt x="25424" y="10233"/>
                  </a:lnTo>
                  <a:lnTo>
                    <a:pt x="27925" y="13644"/>
                  </a:lnTo>
                  <a:lnTo>
                    <a:pt x="31245" y="13008"/>
                  </a:lnTo>
                  <a:lnTo>
                    <a:pt x="34338" y="12371"/>
                  </a:lnTo>
                  <a:lnTo>
                    <a:pt x="34974" y="10052"/>
                  </a:lnTo>
                  <a:lnTo>
                    <a:pt x="35429" y="8323"/>
                  </a:lnTo>
                  <a:lnTo>
                    <a:pt x="31154" y="6004"/>
                  </a:lnTo>
                  <a:lnTo>
                    <a:pt x="29926" y="5367"/>
                  </a:lnTo>
                  <a:close/>
                  <a:moveTo>
                    <a:pt x="40705" y="6913"/>
                  </a:moveTo>
                  <a:lnTo>
                    <a:pt x="36566" y="8460"/>
                  </a:lnTo>
                  <a:lnTo>
                    <a:pt x="36020" y="10597"/>
                  </a:lnTo>
                  <a:lnTo>
                    <a:pt x="35429" y="12780"/>
                  </a:lnTo>
                  <a:lnTo>
                    <a:pt x="39431" y="18920"/>
                  </a:lnTo>
                  <a:lnTo>
                    <a:pt x="43115" y="18511"/>
                  </a:lnTo>
                  <a:lnTo>
                    <a:pt x="40705" y="6913"/>
                  </a:lnTo>
                  <a:close/>
                  <a:moveTo>
                    <a:pt x="20648" y="10370"/>
                  </a:moveTo>
                  <a:lnTo>
                    <a:pt x="20648" y="14054"/>
                  </a:lnTo>
                  <a:lnTo>
                    <a:pt x="25787" y="19511"/>
                  </a:lnTo>
                  <a:lnTo>
                    <a:pt x="26879" y="15191"/>
                  </a:lnTo>
                  <a:lnTo>
                    <a:pt x="27061" y="14418"/>
                  </a:lnTo>
                  <a:lnTo>
                    <a:pt x="24514" y="10916"/>
                  </a:lnTo>
                  <a:lnTo>
                    <a:pt x="24378" y="10734"/>
                  </a:lnTo>
                  <a:lnTo>
                    <a:pt x="20648" y="10370"/>
                  </a:lnTo>
                  <a:close/>
                  <a:moveTo>
                    <a:pt x="20648" y="15691"/>
                  </a:moveTo>
                  <a:lnTo>
                    <a:pt x="20648" y="21876"/>
                  </a:lnTo>
                  <a:lnTo>
                    <a:pt x="21558" y="25287"/>
                  </a:lnTo>
                  <a:lnTo>
                    <a:pt x="25333" y="20694"/>
                  </a:lnTo>
                  <a:lnTo>
                    <a:pt x="20648" y="15691"/>
                  </a:lnTo>
                  <a:close/>
                  <a:moveTo>
                    <a:pt x="34565" y="13508"/>
                  </a:moveTo>
                  <a:lnTo>
                    <a:pt x="31427" y="14099"/>
                  </a:lnTo>
                  <a:lnTo>
                    <a:pt x="28152" y="14781"/>
                  </a:lnTo>
                  <a:lnTo>
                    <a:pt x="27970" y="15464"/>
                  </a:lnTo>
                  <a:lnTo>
                    <a:pt x="26742" y="20466"/>
                  </a:lnTo>
                  <a:lnTo>
                    <a:pt x="33110" y="26424"/>
                  </a:lnTo>
                  <a:lnTo>
                    <a:pt x="34610" y="27789"/>
                  </a:lnTo>
                  <a:lnTo>
                    <a:pt x="38522" y="19602"/>
                  </a:lnTo>
                  <a:lnTo>
                    <a:pt x="34565" y="13508"/>
                  </a:lnTo>
                  <a:close/>
                  <a:moveTo>
                    <a:pt x="9733" y="22513"/>
                  </a:moveTo>
                  <a:lnTo>
                    <a:pt x="11143" y="29153"/>
                  </a:lnTo>
                  <a:lnTo>
                    <a:pt x="19648" y="31609"/>
                  </a:lnTo>
                  <a:lnTo>
                    <a:pt x="20830" y="31927"/>
                  </a:lnTo>
                  <a:lnTo>
                    <a:pt x="20739" y="26561"/>
                  </a:lnTo>
                  <a:lnTo>
                    <a:pt x="19602" y="22513"/>
                  </a:lnTo>
                  <a:close/>
                  <a:moveTo>
                    <a:pt x="43206" y="19648"/>
                  </a:moveTo>
                  <a:lnTo>
                    <a:pt x="39522" y="20057"/>
                  </a:lnTo>
                  <a:lnTo>
                    <a:pt x="35566" y="28516"/>
                  </a:lnTo>
                  <a:lnTo>
                    <a:pt x="38931" y="30517"/>
                  </a:lnTo>
                  <a:lnTo>
                    <a:pt x="42388" y="32564"/>
                  </a:lnTo>
                  <a:lnTo>
                    <a:pt x="44480" y="32337"/>
                  </a:lnTo>
                  <a:lnTo>
                    <a:pt x="45980" y="32200"/>
                  </a:lnTo>
                  <a:lnTo>
                    <a:pt x="43343" y="19648"/>
                  </a:lnTo>
                  <a:close/>
                  <a:moveTo>
                    <a:pt x="26151" y="21512"/>
                  </a:moveTo>
                  <a:lnTo>
                    <a:pt x="21876" y="26697"/>
                  </a:lnTo>
                  <a:lnTo>
                    <a:pt x="21876" y="27334"/>
                  </a:lnTo>
                  <a:lnTo>
                    <a:pt x="21967" y="32200"/>
                  </a:lnTo>
                  <a:lnTo>
                    <a:pt x="27516" y="33110"/>
                  </a:lnTo>
                  <a:lnTo>
                    <a:pt x="33883" y="28698"/>
                  </a:lnTo>
                  <a:lnTo>
                    <a:pt x="32109" y="27016"/>
                  </a:lnTo>
                  <a:lnTo>
                    <a:pt x="26424" y="21740"/>
                  </a:lnTo>
                  <a:lnTo>
                    <a:pt x="26424" y="21785"/>
                  </a:lnTo>
                  <a:lnTo>
                    <a:pt x="26151" y="21512"/>
                  </a:lnTo>
                  <a:close/>
                  <a:moveTo>
                    <a:pt x="0" y="22513"/>
                  </a:moveTo>
                  <a:lnTo>
                    <a:pt x="0" y="32382"/>
                  </a:lnTo>
                  <a:lnTo>
                    <a:pt x="2502" y="33883"/>
                  </a:lnTo>
                  <a:lnTo>
                    <a:pt x="4093" y="34838"/>
                  </a:lnTo>
                  <a:lnTo>
                    <a:pt x="8778" y="30517"/>
                  </a:lnTo>
                  <a:lnTo>
                    <a:pt x="10006" y="29426"/>
                  </a:lnTo>
                  <a:lnTo>
                    <a:pt x="8596" y="22513"/>
                  </a:lnTo>
                  <a:close/>
                  <a:moveTo>
                    <a:pt x="10779" y="30245"/>
                  </a:moveTo>
                  <a:lnTo>
                    <a:pt x="9597" y="31336"/>
                  </a:lnTo>
                  <a:lnTo>
                    <a:pt x="5094" y="35475"/>
                  </a:lnTo>
                  <a:lnTo>
                    <a:pt x="14008" y="40887"/>
                  </a:lnTo>
                  <a:lnTo>
                    <a:pt x="14326" y="41114"/>
                  </a:lnTo>
                  <a:lnTo>
                    <a:pt x="20466" y="33019"/>
                  </a:lnTo>
                  <a:lnTo>
                    <a:pt x="20193" y="32928"/>
                  </a:lnTo>
                  <a:lnTo>
                    <a:pt x="10779" y="30245"/>
                  </a:lnTo>
                  <a:close/>
                  <a:moveTo>
                    <a:pt x="21649" y="33337"/>
                  </a:moveTo>
                  <a:lnTo>
                    <a:pt x="21330" y="33747"/>
                  </a:lnTo>
                  <a:lnTo>
                    <a:pt x="15600" y="41296"/>
                  </a:lnTo>
                  <a:lnTo>
                    <a:pt x="28653" y="41296"/>
                  </a:lnTo>
                  <a:lnTo>
                    <a:pt x="27197" y="34201"/>
                  </a:lnTo>
                  <a:lnTo>
                    <a:pt x="22013" y="33383"/>
                  </a:lnTo>
                  <a:lnTo>
                    <a:pt x="22013" y="33474"/>
                  </a:lnTo>
                  <a:lnTo>
                    <a:pt x="21649" y="33337"/>
                  </a:lnTo>
                  <a:close/>
                  <a:moveTo>
                    <a:pt x="34747" y="29471"/>
                  </a:moveTo>
                  <a:lnTo>
                    <a:pt x="28289" y="33974"/>
                  </a:lnTo>
                  <a:lnTo>
                    <a:pt x="29835" y="41296"/>
                  </a:lnTo>
                  <a:lnTo>
                    <a:pt x="36975" y="41296"/>
                  </a:lnTo>
                  <a:lnTo>
                    <a:pt x="40614" y="34884"/>
                  </a:lnTo>
                  <a:lnTo>
                    <a:pt x="41523" y="33383"/>
                  </a:lnTo>
                  <a:lnTo>
                    <a:pt x="38294" y="31473"/>
                  </a:lnTo>
                  <a:lnTo>
                    <a:pt x="35065" y="29562"/>
                  </a:lnTo>
                  <a:lnTo>
                    <a:pt x="34974" y="29699"/>
                  </a:lnTo>
                  <a:lnTo>
                    <a:pt x="34747" y="29471"/>
                  </a:lnTo>
                  <a:close/>
                  <a:moveTo>
                    <a:pt x="46208" y="33337"/>
                  </a:moveTo>
                  <a:lnTo>
                    <a:pt x="44843" y="33474"/>
                  </a:lnTo>
                  <a:lnTo>
                    <a:pt x="42615" y="33701"/>
                  </a:lnTo>
                  <a:lnTo>
                    <a:pt x="41842" y="35065"/>
                  </a:lnTo>
                  <a:lnTo>
                    <a:pt x="38294" y="41296"/>
                  </a:lnTo>
                  <a:lnTo>
                    <a:pt x="47891" y="41296"/>
                  </a:lnTo>
                  <a:lnTo>
                    <a:pt x="46208" y="33337"/>
                  </a:lnTo>
                  <a:close/>
                  <a:moveTo>
                    <a:pt x="0" y="33701"/>
                  </a:moveTo>
                  <a:lnTo>
                    <a:pt x="0" y="41478"/>
                  </a:lnTo>
                  <a:lnTo>
                    <a:pt x="12507" y="41342"/>
                  </a:lnTo>
                  <a:lnTo>
                    <a:pt x="0" y="3370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7" name="Google Shape;26377;p27"/>
            <p:cNvSpPr/>
            <p:nvPr/>
          </p:nvSpPr>
          <p:spPr>
            <a:xfrm>
              <a:off x="4174400" y="2555600"/>
              <a:ext cx="134175" cy="122825"/>
            </a:xfrm>
            <a:custGeom>
              <a:rect b="b" l="l" r="r" t="t"/>
              <a:pathLst>
                <a:path extrusionOk="0" h="4913" w="5367">
                  <a:moveTo>
                    <a:pt x="0" y="1"/>
                  </a:moveTo>
                  <a:lnTo>
                    <a:pt x="0" y="728"/>
                  </a:lnTo>
                  <a:lnTo>
                    <a:pt x="819" y="728"/>
                  </a:lnTo>
                  <a:cubicBezTo>
                    <a:pt x="2775" y="728"/>
                    <a:pt x="4412" y="2229"/>
                    <a:pt x="4594" y="4139"/>
                  </a:cubicBezTo>
                  <a:lnTo>
                    <a:pt x="0" y="4139"/>
                  </a:lnTo>
                  <a:lnTo>
                    <a:pt x="0" y="4912"/>
                  </a:lnTo>
                  <a:lnTo>
                    <a:pt x="5367" y="4912"/>
                  </a:lnTo>
                  <a:lnTo>
                    <a:pt x="5367" y="4503"/>
                  </a:lnTo>
                  <a:cubicBezTo>
                    <a:pt x="5367" y="2002"/>
                    <a:pt x="3320" y="1"/>
                    <a:pt x="8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8" name="Google Shape;26378;p27"/>
            <p:cNvSpPr/>
            <p:nvPr/>
          </p:nvSpPr>
          <p:spPr>
            <a:xfrm>
              <a:off x="4174400" y="1756300"/>
              <a:ext cx="703825" cy="262675"/>
            </a:xfrm>
            <a:custGeom>
              <a:rect b="b" l="l" r="r" t="t"/>
              <a:pathLst>
                <a:path extrusionOk="0" h="10507" w="28153">
                  <a:moveTo>
                    <a:pt x="0" y="0"/>
                  </a:moveTo>
                  <a:lnTo>
                    <a:pt x="0" y="10506"/>
                  </a:lnTo>
                  <a:lnTo>
                    <a:pt x="28152" y="10506"/>
                  </a:lnTo>
                  <a:lnTo>
                    <a:pt x="28152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9" name="Google Shape;26379;p27"/>
            <p:cNvSpPr/>
            <p:nvPr/>
          </p:nvSpPr>
          <p:spPr>
            <a:xfrm>
              <a:off x="4174400" y="1756300"/>
              <a:ext cx="703825" cy="36400"/>
            </a:xfrm>
            <a:custGeom>
              <a:rect b="b" l="l" r="r" t="t"/>
              <a:pathLst>
                <a:path extrusionOk="0" h="1456" w="28153">
                  <a:moveTo>
                    <a:pt x="0" y="0"/>
                  </a:moveTo>
                  <a:lnTo>
                    <a:pt x="0" y="1456"/>
                  </a:lnTo>
                  <a:lnTo>
                    <a:pt x="28152" y="1456"/>
                  </a:lnTo>
                  <a:lnTo>
                    <a:pt x="2815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0" name="Google Shape;26380;p27"/>
            <p:cNvSpPr/>
            <p:nvPr/>
          </p:nvSpPr>
          <p:spPr>
            <a:xfrm>
              <a:off x="4174400" y="1241475"/>
              <a:ext cx="685625" cy="183975"/>
            </a:xfrm>
            <a:custGeom>
              <a:rect b="b" l="l" r="r" t="t"/>
              <a:pathLst>
                <a:path extrusionOk="0" h="7359" w="27425">
                  <a:moveTo>
                    <a:pt x="24027" y="1"/>
                  </a:moveTo>
                  <a:cubicBezTo>
                    <a:pt x="23337" y="1"/>
                    <a:pt x="22647" y="240"/>
                    <a:pt x="22104" y="719"/>
                  </a:cubicBezTo>
                  <a:cubicBezTo>
                    <a:pt x="21649" y="1082"/>
                    <a:pt x="21467" y="1719"/>
                    <a:pt x="21785" y="2219"/>
                  </a:cubicBezTo>
                  <a:cubicBezTo>
                    <a:pt x="22015" y="2552"/>
                    <a:pt x="22375" y="2726"/>
                    <a:pt x="22734" y="2726"/>
                  </a:cubicBezTo>
                  <a:cubicBezTo>
                    <a:pt x="23014" y="2726"/>
                    <a:pt x="23294" y="2620"/>
                    <a:pt x="23513" y="2401"/>
                  </a:cubicBezTo>
                  <a:lnTo>
                    <a:pt x="23650" y="2265"/>
                  </a:lnTo>
                  <a:lnTo>
                    <a:pt x="23650" y="3902"/>
                  </a:lnTo>
                  <a:lnTo>
                    <a:pt x="23013" y="3902"/>
                  </a:lnTo>
                  <a:cubicBezTo>
                    <a:pt x="22149" y="3902"/>
                    <a:pt x="21467" y="4630"/>
                    <a:pt x="21467" y="5448"/>
                  </a:cubicBezTo>
                  <a:lnTo>
                    <a:pt x="0" y="5448"/>
                  </a:lnTo>
                  <a:lnTo>
                    <a:pt x="0" y="7359"/>
                  </a:lnTo>
                  <a:lnTo>
                    <a:pt x="23331" y="7359"/>
                  </a:lnTo>
                  <a:cubicBezTo>
                    <a:pt x="23968" y="7359"/>
                    <a:pt x="24514" y="7086"/>
                    <a:pt x="24969" y="6676"/>
                  </a:cubicBezTo>
                  <a:lnTo>
                    <a:pt x="26242" y="5403"/>
                  </a:lnTo>
                  <a:cubicBezTo>
                    <a:pt x="27425" y="4175"/>
                    <a:pt x="27425" y="2219"/>
                    <a:pt x="26242" y="991"/>
                  </a:cubicBezTo>
                  <a:lnTo>
                    <a:pt x="26106" y="855"/>
                  </a:lnTo>
                  <a:cubicBezTo>
                    <a:pt x="25536" y="286"/>
                    <a:pt x="24781" y="1"/>
                    <a:pt x="24027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1" name="Google Shape;26381;p27"/>
            <p:cNvSpPr/>
            <p:nvPr/>
          </p:nvSpPr>
          <p:spPr>
            <a:xfrm>
              <a:off x="4174400" y="1425425"/>
              <a:ext cx="822075" cy="330900"/>
            </a:xfrm>
            <a:custGeom>
              <a:rect b="b" l="l" r="r" t="t"/>
              <a:pathLst>
                <a:path extrusionOk="0" h="13236" w="32883">
                  <a:moveTo>
                    <a:pt x="0" y="1"/>
                  </a:moveTo>
                  <a:lnTo>
                    <a:pt x="0" y="13235"/>
                  </a:lnTo>
                  <a:lnTo>
                    <a:pt x="28152" y="13235"/>
                  </a:lnTo>
                  <a:cubicBezTo>
                    <a:pt x="28152" y="13235"/>
                    <a:pt x="31290" y="12462"/>
                    <a:pt x="32246" y="11189"/>
                  </a:cubicBezTo>
                  <a:lnTo>
                    <a:pt x="32882" y="10325"/>
                  </a:lnTo>
                  <a:cubicBezTo>
                    <a:pt x="29835" y="9460"/>
                    <a:pt x="27243" y="7459"/>
                    <a:pt x="25651" y="4685"/>
                  </a:cubicBezTo>
                  <a:lnTo>
                    <a:pt x="2296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2" name="Google Shape;26382;p27"/>
            <p:cNvSpPr/>
            <p:nvPr/>
          </p:nvSpPr>
          <p:spPr>
            <a:xfrm>
              <a:off x="4174400" y="1424300"/>
              <a:ext cx="510525" cy="332025"/>
            </a:xfrm>
            <a:custGeom>
              <a:rect b="b" l="l" r="r" t="t"/>
              <a:pathLst>
                <a:path extrusionOk="0" h="13281" w="20421">
                  <a:moveTo>
                    <a:pt x="0" y="0"/>
                  </a:moveTo>
                  <a:lnTo>
                    <a:pt x="0" y="13280"/>
                  </a:lnTo>
                  <a:lnTo>
                    <a:pt x="20421" y="13280"/>
                  </a:lnTo>
                  <a:cubicBezTo>
                    <a:pt x="17965" y="11779"/>
                    <a:pt x="15964" y="9505"/>
                    <a:pt x="14599" y="6595"/>
                  </a:cubicBezTo>
                  <a:lnTo>
                    <a:pt x="11416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3" name="Google Shape;26383;p27"/>
            <p:cNvSpPr/>
            <p:nvPr/>
          </p:nvSpPr>
          <p:spPr>
            <a:xfrm>
              <a:off x="4174400" y="2350950"/>
              <a:ext cx="927800" cy="36400"/>
            </a:xfrm>
            <a:custGeom>
              <a:rect b="b" l="l" r="r" t="t"/>
              <a:pathLst>
                <a:path extrusionOk="0" h="1456" w="37112">
                  <a:moveTo>
                    <a:pt x="0" y="0"/>
                  </a:moveTo>
                  <a:lnTo>
                    <a:pt x="0" y="1456"/>
                  </a:lnTo>
                  <a:lnTo>
                    <a:pt x="36111" y="1456"/>
                  </a:lnTo>
                  <a:cubicBezTo>
                    <a:pt x="36475" y="1456"/>
                    <a:pt x="36794" y="1410"/>
                    <a:pt x="37112" y="1410"/>
                  </a:cubicBez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4" name="Google Shape;26384;p27"/>
            <p:cNvSpPr/>
            <p:nvPr/>
          </p:nvSpPr>
          <p:spPr>
            <a:xfrm>
              <a:off x="417440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0" y="0"/>
                  </a:moveTo>
                  <a:lnTo>
                    <a:pt x="0" y="13280"/>
                  </a:lnTo>
                  <a:lnTo>
                    <a:pt x="36111" y="13280"/>
                  </a:lnTo>
                  <a:cubicBezTo>
                    <a:pt x="39477" y="13280"/>
                    <a:pt x="42660" y="11870"/>
                    <a:pt x="44934" y="9460"/>
                  </a:cubicBezTo>
                  <a:cubicBezTo>
                    <a:pt x="41069" y="9142"/>
                    <a:pt x="37339" y="7641"/>
                    <a:pt x="34338" y="5139"/>
                  </a:cubicBezTo>
                  <a:lnTo>
                    <a:pt x="2815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5" name="Google Shape;26385;p27"/>
            <p:cNvSpPr/>
            <p:nvPr/>
          </p:nvSpPr>
          <p:spPr>
            <a:xfrm>
              <a:off x="4174400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0" y="0"/>
                  </a:moveTo>
                  <a:lnTo>
                    <a:pt x="0" y="13280"/>
                  </a:lnTo>
                  <a:lnTo>
                    <a:pt x="29790" y="13280"/>
                  </a:lnTo>
                  <a:cubicBezTo>
                    <a:pt x="27743" y="12325"/>
                    <a:pt x="25833" y="10370"/>
                    <a:pt x="24196" y="7550"/>
                  </a:cubicBezTo>
                  <a:lnTo>
                    <a:pt x="1983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6" name="Google Shape;26386;p27"/>
            <p:cNvSpPr/>
            <p:nvPr/>
          </p:nvSpPr>
          <p:spPr>
            <a:xfrm>
              <a:off x="41744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9" y="8960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7" name="Google Shape;26387;p27"/>
            <p:cNvSpPr/>
            <p:nvPr/>
          </p:nvSpPr>
          <p:spPr>
            <a:xfrm>
              <a:off x="4174400" y="2018950"/>
              <a:ext cx="885750" cy="485525"/>
            </a:xfrm>
            <a:custGeom>
              <a:rect b="b" l="l" r="r" t="t"/>
              <a:pathLst>
                <a:path extrusionOk="0" h="19421" w="35430">
                  <a:moveTo>
                    <a:pt x="0" y="0"/>
                  </a:moveTo>
                  <a:lnTo>
                    <a:pt x="0" y="19420"/>
                  </a:lnTo>
                  <a:lnTo>
                    <a:pt x="31109" y="19420"/>
                  </a:lnTo>
                  <a:cubicBezTo>
                    <a:pt x="32518" y="19420"/>
                    <a:pt x="33883" y="18874"/>
                    <a:pt x="34883" y="17874"/>
                  </a:cubicBezTo>
                  <a:lnTo>
                    <a:pt x="35429" y="17373"/>
                  </a:lnTo>
                  <a:cubicBezTo>
                    <a:pt x="32336" y="17010"/>
                    <a:pt x="29380" y="16100"/>
                    <a:pt x="26697" y="1459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8" name="Google Shape;26388;p27"/>
            <p:cNvSpPr/>
            <p:nvPr/>
          </p:nvSpPr>
          <p:spPr>
            <a:xfrm>
              <a:off x="41744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9" y="1228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9" name="Google Shape;26389;p27"/>
            <p:cNvSpPr/>
            <p:nvPr/>
          </p:nvSpPr>
          <p:spPr>
            <a:xfrm>
              <a:off x="417440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0" y="0"/>
                  </a:moveTo>
                  <a:lnTo>
                    <a:pt x="0" y="8323"/>
                  </a:lnTo>
                  <a:lnTo>
                    <a:pt x="15191" y="8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0" name="Google Shape;26390;p27"/>
            <p:cNvSpPr/>
            <p:nvPr/>
          </p:nvSpPr>
          <p:spPr>
            <a:xfrm>
              <a:off x="417440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0" y="0"/>
                  </a:moveTo>
                  <a:lnTo>
                    <a:pt x="0" y="13280"/>
                  </a:lnTo>
                  <a:lnTo>
                    <a:pt x="36111" y="13280"/>
                  </a:lnTo>
                  <a:cubicBezTo>
                    <a:pt x="39477" y="13280"/>
                    <a:pt x="42660" y="11870"/>
                    <a:pt x="44934" y="9460"/>
                  </a:cubicBezTo>
                  <a:cubicBezTo>
                    <a:pt x="41069" y="9142"/>
                    <a:pt x="37339" y="7641"/>
                    <a:pt x="34338" y="5139"/>
                  </a:cubicBezTo>
                  <a:lnTo>
                    <a:pt x="2815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1" name="Google Shape;26391;p27"/>
            <p:cNvSpPr/>
            <p:nvPr/>
          </p:nvSpPr>
          <p:spPr>
            <a:xfrm>
              <a:off x="4174400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0" y="0"/>
                  </a:moveTo>
                  <a:lnTo>
                    <a:pt x="0" y="13280"/>
                  </a:lnTo>
                  <a:lnTo>
                    <a:pt x="29790" y="13280"/>
                  </a:lnTo>
                  <a:cubicBezTo>
                    <a:pt x="27743" y="12325"/>
                    <a:pt x="25833" y="10370"/>
                    <a:pt x="24196" y="7550"/>
                  </a:cubicBezTo>
                  <a:lnTo>
                    <a:pt x="1983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2" name="Google Shape;26392;p27"/>
            <p:cNvSpPr/>
            <p:nvPr/>
          </p:nvSpPr>
          <p:spPr>
            <a:xfrm>
              <a:off x="41744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9" y="8960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3" name="Google Shape;26393;p27"/>
            <p:cNvSpPr/>
            <p:nvPr/>
          </p:nvSpPr>
          <p:spPr>
            <a:xfrm>
              <a:off x="4174400" y="2018950"/>
              <a:ext cx="885750" cy="485525"/>
            </a:xfrm>
            <a:custGeom>
              <a:rect b="b" l="l" r="r" t="t"/>
              <a:pathLst>
                <a:path extrusionOk="0" h="19421" w="35430">
                  <a:moveTo>
                    <a:pt x="0" y="0"/>
                  </a:moveTo>
                  <a:lnTo>
                    <a:pt x="0" y="19420"/>
                  </a:lnTo>
                  <a:lnTo>
                    <a:pt x="31109" y="19420"/>
                  </a:lnTo>
                  <a:cubicBezTo>
                    <a:pt x="32518" y="19420"/>
                    <a:pt x="33883" y="18874"/>
                    <a:pt x="34883" y="17874"/>
                  </a:cubicBezTo>
                  <a:lnTo>
                    <a:pt x="35429" y="17373"/>
                  </a:lnTo>
                  <a:cubicBezTo>
                    <a:pt x="32336" y="17010"/>
                    <a:pt x="29380" y="16100"/>
                    <a:pt x="26697" y="1459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4" name="Google Shape;26394;p27"/>
            <p:cNvSpPr/>
            <p:nvPr/>
          </p:nvSpPr>
          <p:spPr>
            <a:xfrm>
              <a:off x="41744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9" y="1228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5" name="Google Shape;26395;p27"/>
            <p:cNvSpPr/>
            <p:nvPr/>
          </p:nvSpPr>
          <p:spPr>
            <a:xfrm>
              <a:off x="417440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0" y="0"/>
                  </a:moveTo>
                  <a:lnTo>
                    <a:pt x="0" y="8323"/>
                  </a:lnTo>
                  <a:lnTo>
                    <a:pt x="15191" y="8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6" name="Google Shape;26396;p27"/>
            <p:cNvSpPr/>
            <p:nvPr/>
          </p:nvSpPr>
          <p:spPr>
            <a:xfrm>
              <a:off x="4174400" y="3590275"/>
              <a:ext cx="948275" cy="93250"/>
            </a:xfrm>
            <a:custGeom>
              <a:rect b="b" l="l" r="r" t="t"/>
              <a:pathLst>
                <a:path extrusionOk="0" h="3730" w="37931">
                  <a:moveTo>
                    <a:pt x="0" y="0"/>
                  </a:moveTo>
                  <a:lnTo>
                    <a:pt x="0" y="3730"/>
                  </a:lnTo>
                  <a:lnTo>
                    <a:pt x="37931" y="3730"/>
                  </a:lnTo>
                  <a:lnTo>
                    <a:pt x="37931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7" name="Google Shape;26397;p27"/>
            <p:cNvSpPr/>
            <p:nvPr/>
          </p:nvSpPr>
          <p:spPr>
            <a:xfrm>
              <a:off x="4174400" y="2943325"/>
              <a:ext cx="1326900" cy="160325"/>
            </a:xfrm>
            <a:custGeom>
              <a:rect b="b" l="l" r="r" t="t"/>
              <a:pathLst>
                <a:path extrusionOk="0" h="6413" w="53076">
                  <a:moveTo>
                    <a:pt x="0" y="0"/>
                  </a:moveTo>
                  <a:lnTo>
                    <a:pt x="0" y="6413"/>
                  </a:lnTo>
                  <a:lnTo>
                    <a:pt x="53075" y="6413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8" name="Google Shape;26398;p27"/>
            <p:cNvSpPr/>
            <p:nvPr/>
          </p:nvSpPr>
          <p:spPr>
            <a:xfrm>
              <a:off x="4174400" y="2943325"/>
              <a:ext cx="1326900" cy="34125"/>
            </a:xfrm>
            <a:custGeom>
              <a:rect b="b" l="l" r="r" t="t"/>
              <a:pathLst>
                <a:path extrusionOk="0" h="1365" w="53076">
                  <a:moveTo>
                    <a:pt x="0" y="0"/>
                  </a:moveTo>
                  <a:lnTo>
                    <a:pt x="0" y="1365"/>
                  </a:lnTo>
                  <a:lnTo>
                    <a:pt x="53075" y="1365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9" name="Google Shape;26399;p27"/>
            <p:cNvSpPr/>
            <p:nvPr/>
          </p:nvSpPr>
          <p:spPr>
            <a:xfrm>
              <a:off x="4174400" y="3315125"/>
              <a:ext cx="1331450" cy="33000"/>
            </a:xfrm>
            <a:custGeom>
              <a:rect b="b" l="l" r="r" t="t"/>
              <a:pathLst>
                <a:path extrusionOk="0" h="1320" w="53258">
                  <a:moveTo>
                    <a:pt x="0" y="0"/>
                  </a:moveTo>
                  <a:lnTo>
                    <a:pt x="0" y="1319"/>
                  </a:lnTo>
                  <a:lnTo>
                    <a:pt x="53257" y="1319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0" name="Google Shape;26400;p27"/>
            <p:cNvSpPr/>
            <p:nvPr/>
          </p:nvSpPr>
          <p:spPr>
            <a:xfrm>
              <a:off x="4174400" y="3224150"/>
              <a:ext cx="1534975" cy="43225"/>
            </a:xfrm>
            <a:custGeom>
              <a:rect b="b" l="l" r="r" t="t"/>
              <a:pathLst>
                <a:path extrusionOk="0" h="1729" w="61399">
                  <a:moveTo>
                    <a:pt x="60443" y="1"/>
                  </a:moveTo>
                  <a:cubicBezTo>
                    <a:pt x="59261" y="637"/>
                    <a:pt x="57987" y="956"/>
                    <a:pt x="56714" y="956"/>
                  </a:cubicBezTo>
                  <a:lnTo>
                    <a:pt x="0" y="956"/>
                  </a:lnTo>
                  <a:lnTo>
                    <a:pt x="0" y="1729"/>
                  </a:lnTo>
                  <a:lnTo>
                    <a:pt x="56714" y="1729"/>
                  </a:lnTo>
                  <a:cubicBezTo>
                    <a:pt x="58351" y="1729"/>
                    <a:pt x="59897" y="1274"/>
                    <a:pt x="61398" y="365"/>
                  </a:cubicBezTo>
                  <a:cubicBezTo>
                    <a:pt x="61080" y="228"/>
                    <a:pt x="60761" y="137"/>
                    <a:pt x="60443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1" name="Google Shape;26401;p27"/>
            <p:cNvSpPr/>
            <p:nvPr/>
          </p:nvSpPr>
          <p:spPr>
            <a:xfrm>
              <a:off x="4174400" y="2564700"/>
              <a:ext cx="125100" cy="103500"/>
            </a:xfrm>
            <a:custGeom>
              <a:rect b="b" l="l" r="r" t="t"/>
              <a:pathLst>
                <a:path extrusionOk="0" h="4140" w="5004">
                  <a:moveTo>
                    <a:pt x="0" y="0"/>
                  </a:moveTo>
                  <a:lnTo>
                    <a:pt x="0" y="4139"/>
                  </a:lnTo>
                  <a:lnTo>
                    <a:pt x="5003" y="4139"/>
                  </a:lnTo>
                  <a:cubicBezTo>
                    <a:pt x="5003" y="1865"/>
                    <a:pt x="3138" y="0"/>
                    <a:pt x="819" y="0"/>
                  </a:cubicBez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2" name="Google Shape;26402;p27"/>
            <p:cNvSpPr/>
            <p:nvPr/>
          </p:nvSpPr>
          <p:spPr>
            <a:xfrm>
              <a:off x="4651925" y="2564700"/>
              <a:ext cx="104625" cy="103500"/>
            </a:xfrm>
            <a:custGeom>
              <a:rect b="b" l="l" r="r" t="t"/>
              <a:pathLst>
                <a:path extrusionOk="0" h="4140" w="4185">
                  <a:moveTo>
                    <a:pt x="1" y="0"/>
                  </a:moveTo>
                  <a:lnTo>
                    <a:pt x="1" y="4139"/>
                  </a:lnTo>
                  <a:lnTo>
                    <a:pt x="4185" y="4139"/>
                  </a:lnTo>
                  <a:lnTo>
                    <a:pt x="4185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3" name="Google Shape;26403;p27"/>
            <p:cNvSpPr/>
            <p:nvPr/>
          </p:nvSpPr>
          <p:spPr>
            <a:xfrm>
              <a:off x="4174400" y="1848400"/>
              <a:ext cx="93250" cy="78475"/>
            </a:xfrm>
            <a:custGeom>
              <a:rect b="b" l="l" r="r" t="t"/>
              <a:pathLst>
                <a:path extrusionOk="0" h="3139" w="3730">
                  <a:moveTo>
                    <a:pt x="0" y="0"/>
                  </a:moveTo>
                  <a:lnTo>
                    <a:pt x="0" y="3138"/>
                  </a:lnTo>
                  <a:lnTo>
                    <a:pt x="3730" y="3138"/>
                  </a:lnTo>
                  <a:cubicBezTo>
                    <a:pt x="3730" y="1410"/>
                    <a:pt x="2365" y="0"/>
                    <a:pt x="637" y="0"/>
                  </a:cubicBez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4" name="Google Shape;26404;p27"/>
            <p:cNvSpPr/>
            <p:nvPr/>
          </p:nvSpPr>
          <p:spPr>
            <a:xfrm>
              <a:off x="4531400" y="1848400"/>
              <a:ext cx="77350" cy="78475"/>
            </a:xfrm>
            <a:custGeom>
              <a:rect b="b" l="l" r="r" t="t"/>
              <a:pathLst>
                <a:path extrusionOk="0" h="3139" w="3094">
                  <a:moveTo>
                    <a:pt x="1" y="0"/>
                  </a:moveTo>
                  <a:lnTo>
                    <a:pt x="1" y="3138"/>
                  </a:lnTo>
                  <a:lnTo>
                    <a:pt x="3094" y="3138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5" name="Google Shape;26405;p27"/>
            <p:cNvSpPr/>
            <p:nvPr/>
          </p:nvSpPr>
          <p:spPr>
            <a:xfrm>
              <a:off x="4174400" y="4155350"/>
              <a:ext cx="353625" cy="503725"/>
            </a:xfrm>
            <a:custGeom>
              <a:rect b="b" l="l" r="r" t="t"/>
              <a:pathLst>
                <a:path extrusionOk="0" h="20149" w="14145">
                  <a:moveTo>
                    <a:pt x="0" y="1"/>
                  </a:moveTo>
                  <a:lnTo>
                    <a:pt x="0" y="20148"/>
                  </a:lnTo>
                  <a:lnTo>
                    <a:pt x="14145" y="20148"/>
                  </a:lnTo>
                  <a:lnTo>
                    <a:pt x="14145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6" name="Google Shape;26406;p27"/>
            <p:cNvSpPr/>
            <p:nvPr/>
          </p:nvSpPr>
          <p:spPr>
            <a:xfrm>
              <a:off x="4174400" y="4283825"/>
              <a:ext cx="145550" cy="375250"/>
            </a:xfrm>
            <a:custGeom>
              <a:rect b="b" l="l" r="r" t="t"/>
              <a:pathLst>
                <a:path extrusionOk="0" h="15010" w="5822">
                  <a:moveTo>
                    <a:pt x="0" y="1"/>
                  </a:moveTo>
                  <a:lnTo>
                    <a:pt x="0" y="15009"/>
                  </a:lnTo>
                  <a:lnTo>
                    <a:pt x="5822" y="15009"/>
                  </a:lnTo>
                  <a:lnTo>
                    <a:pt x="5822" y="1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7" name="Google Shape;26407;p27"/>
            <p:cNvSpPr/>
            <p:nvPr/>
          </p:nvSpPr>
          <p:spPr>
            <a:xfrm>
              <a:off x="4174400" y="2993350"/>
              <a:ext cx="1092675" cy="600350"/>
            </a:xfrm>
            <a:custGeom>
              <a:rect b="b" l="l" r="r" t="t"/>
              <a:pathLst>
                <a:path extrusionOk="0" h="24014" w="43707">
                  <a:moveTo>
                    <a:pt x="0" y="0"/>
                  </a:moveTo>
                  <a:lnTo>
                    <a:pt x="0" y="24014"/>
                  </a:lnTo>
                  <a:lnTo>
                    <a:pt x="38431" y="24014"/>
                  </a:lnTo>
                  <a:cubicBezTo>
                    <a:pt x="40159" y="24014"/>
                    <a:pt x="41842" y="23332"/>
                    <a:pt x="43070" y="22058"/>
                  </a:cubicBezTo>
                  <a:lnTo>
                    <a:pt x="43706" y="21421"/>
                  </a:lnTo>
                  <a:cubicBezTo>
                    <a:pt x="39932" y="21012"/>
                    <a:pt x="36293" y="19875"/>
                    <a:pt x="32928" y="1805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8" name="Google Shape;26408;p27"/>
            <p:cNvSpPr/>
            <p:nvPr/>
          </p:nvSpPr>
          <p:spPr>
            <a:xfrm>
              <a:off x="4174400" y="3100225"/>
              <a:ext cx="554875" cy="303600"/>
            </a:xfrm>
            <a:custGeom>
              <a:rect b="b" l="l" r="r" t="t"/>
              <a:pathLst>
                <a:path extrusionOk="0" h="12144" w="22195">
                  <a:moveTo>
                    <a:pt x="0" y="0"/>
                  </a:moveTo>
                  <a:lnTo>
                    <a:pt x="0" y="12144"/>
                  </a:lnTo>
                  <a:lnTo>
                    <a:pt x="22194" y="12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9" name="Google Shape;26409;p27"/>
            <p:cNvSpPr/>
            <p:nvPr/>
          </p:nvSpPr>
          <p:spPr>
            <a:xfrm>
              <a:off x="4174400" y="3683500"/>
              <a:ext cx="859600" cy="482125"/>
            </a:xfrm>
            <a:custGeom>
              <a:rect b="b" l="l" r="r" t="t"/>
              <a:pathLst>
                <a:path extrusionOk="0" h="19285" w="34384">
                  <a:moveTo>
                    <a:pt x="0" y="1"/>
                  </a:moveTo>
                  <a:lnTo>
                    <a:pt x="0" y="19284"/>
                  </a:lnTo>
                  <a:lnTo>
                    <a:pt x="34383" y="19284"/>
                  </a:lnTo>
                  <a:lnTo>
                    <a:pt x="34383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0" name="Google Shape;26410;p27"/>
            <p:cNvSpPr/>
            <p:nvPr/>
          </p:nvSpPr>
          <p:spPr>
            <a:xfrm>
              <a:off x="4174400" y="4165600"/>
              <a:ext cx="866400" cy="44350"/>
            </a:xfrm>
            <a:custGeom>
              <a:rect b="b" l="l" r="r" t="t"/>
              <a:pathLst>
                <a:path extrusionOk="0" h="1774" w="34656">
                  <a:moveTo>
                    <a:pt x="0" y="0"/>
                  </a:moveTo>
                  <a:lnTo>
                    <a:pt x="0" y="1774"/>
                  </a:lnTo>
                  <a:lnTo>
                    <a:pt x="34656" y="1774"/>
                  </a:lnTo>
                  <a:lnTo>
                    <a:pt x="346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1" name="Google Shape;26411;p27"/>
            <p:cNvSpPr/>
            <p:nvPr/>
          </p:nvSpPr>
          <p:spPr>
            <a:xfrm>
              <a:off x="4174400" y="3872250"/>
              <a:ext cx="125100" cy="104625"/>
            </a:xfrm>
            <a:custGeom>
              <a:rect b="b" l="l" r="r" t="t"/>
              <a:pathLst>
                <a:path extrusionOk="0" h="4185" w="5004">
                  <a:moveTo>
                    <a:pt x="0" y="0"/>
                  </a:moveTo>
                  <a:lnTo>
                    <a:pt x="0" y="4184"/>
                  </a:lnTo>
                  <a:lnTo>
                    <a:pt x="5003" y="4184"/>
                  </a:lnTo>
                  <a:cubicBezTo>
                    <a:pt x="5003" y="1865"/>
                    <a:pt x="3138" y="0"/>
                    <a:pt x="819" y="0"/>
                  </a:cubicBez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2" name="Google Shape;26412;p27"/>
            <p:cNvSpPr/>
            <p:nvPr/>
          </p:nvSpPr>
          <p:spPr>
            <a:xfrm>
              <a:off x="4651925" y="3872250"/>
              <a:ext cx="104625" cy="104625"/>
            </a:xfrm>
            <a:custGeom>
              <a:rect b="b" l="l" r="r" t="t"/>
              <a:pathLst>
                <a:path extrusionOk="0" h="4185" w="4185">
                  <a:moveTo>
                    <a:pt x="1" y="0"/>
                  </a:moveTo>
                  <a:lnTo>
                    <a:pt x="1" y="4184"/>
                  </a:lnTo>
                  <a:lnTo>
                    <a:pt x="4185" y="4184"/>
                  </a:lnTo>
                  <a:lnTo>
                    <a:pt x="4185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3" name="Google Shape;26413;p27"/>
            <p:cNvSpPr/>
            <p:nvPr/>
          </p:nvSpPr>
          <p:spPr>
            <a:xfrm>
              <a:off x="4174400" y="4595375"/>
              <a:ext cx="1135875" cy="63700"/>
            </a:xfrm>
            <a:custGeom>
              <a:rect b="b" l="l" r="r" t="t"/>
              <a:pathLst>
                <a:path extrusionOk="0" h="2548" w="45435">
                  <a:moveTo>
                    <a:pt x="0" y="0"/>
                  </a:moveTo>
                  <a:lnTo>
                    <a:pt x="0" y="2547"/>
                  </a:lnTo>
                  <a:lnTo>
                    <a:pt x="45435" y="2547"/>
                  </a:lnTo>
                  <a:lnTo>
                    <a:pt x="4543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414" name="Google Shape;26414;p27"/>
          <p:cNvGrpSpPr/>
          <p:nvPr/>
        </p:nvGrpSpPr>
        <p:grpSpPr>
          <a:xfrm>
            <a:off x="7581422" y="1055158"/>
            <a:ext cx="1562566" cy="3259317"/>
            <a:chOff x="1565000" y="1241525"/>
            <a:chExt cx="1638425" cy="3417550"/>
          </a:xfrm>
        </p:grpSpPr>
        <p:sp>
          <p:nvSpPr>
            <p:cNvPr id="26415" name="Google Shape;26415;p27"/>
            <p:cNvSpPr/>
            <p:nvPr/>
          </p:nvSpPr>
          <p:spPr>
            <a:xfrm>
              <a:off x="1942475" y="2093975"/>
              <a:ext cx="403650" cy="519650"/>
            </a:xfrm>
            <a:custGeom>
              <a:rect b="b" l="l" r="r" t="t"/>
              <a:pathLst>
                <a:path extrusionOk="0" h="20786" w="16146">
                  <a:moveTo>
                    <a:pt x="2320" y="1"/>
                  </a:moveTo>
                  <a:cubicBezTo>
                    <a:pt x="1046" y="1"/>
                    <a:pt x="0" y="1047"/>
                    <a:pt x="0" y="2320"/>
                  </a:cubicBezTo>
                  <a:lnTo>
                    <a:pt x="0" y="20785"/>
                  </a:lnTo>
                  <a:lnTo>
                    <a:pt x="16146" y="20785"/>
                  </a:lnTo>
                  <a:lnTo>
                    <a:pt x="16146" y="2138"/>
                  </a:lnTo>
                  <a:lnTo>
                    <a:pt x="4730" y="2138"/>
                  </a:lnTo>
                  <a:lnTo>
                    <a:pt x="4457" y="1456"/>
                  </a:lnTo>
                  <a:cubicBezTo>
                    <a:pt x="4094" y="592"/>
                    <a:pt x="3275" y="1"/>
                    <a:pt x="2320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6" name="Google Shape;26416;p27"/>
            <p:cNvSpPr/>
            <p:nvPr/>
          </p:nvSpPr>
          <p:spPr>
            <a:xfrm>
              <a:off x="1942475" y="2093975"/>
              <a:ext cx="403650" cy="161475"/>
            </a:xfrm>
            <a:custGeom>
              <a:rect b="b" l="l" r="r" t="t"/>
              <a:pathLst>
                <a:path extrusionOk="0" h="6459" w="16146">
                  <a:moveTo>
                    <a:pt x="2320" y="1"/>
                  </a:moveTo>
                  <a:cubicBezTo>
                    <a:pt x="1046" y="1"/>
                    <a:pt x="0" y="1047"/>
                    <a:pt x="0" y="2320"/>
                  </a:cubicBezTo>
                  <a:lnTo>
                    <a:pt x="0" y="6459"/>
                  </a:lnTo>
                  <a:lnTo>
                    <a:pt x="16146" y="6459"/>
                  </a:lnTo>
                  <a:lnTo>
                    <a:pt x="16146" y="2138"/>
                  </a:lnTo>
                  <a:lnTo>
                    <a:pt x="4730" y="2138"/>
                  </a:lnTo>
                  <a:lnTo>
                    <a:pt x="4457" y="1456"/>
                  </a:lnTo>
                  <a:cubicBezTo>
                    <a:pt x="4094" y="592"/>
                    <a:pt x="3275" y="1"/>
                    <a:pt x="232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7" name="Google Shape;26417;p27"/>
            <p:cNvSpPr/>
            <p:nvPr/>
          </p:nvSpPr>
          <p:spPr>
            <a:xfrm>
              <a:off x="1565000" y="3103625"/>
              <a:ext cx="1638425" cy="211525"/>
            </a:xfrm>
            <a:custGeom>
              <a:rect b="b" l="l" r="r" t="t"/>
              <a:pathLst>
                <a:path extrusionOk="0" h="8461" w="65537">
                  <a:moveTo>
                    <a:pt x="12461" y="1"/>
                  </a:moveTo>
                  <a:lnTo>
                    <a:pt x="7504" y="3503"/>
                  </a:lnTo>
                  <a:cubicBezTo>
                    <a:pt x="5458" y="4958"/>
                    <a:pt x="3002" y="5731"/>
                    <a:pt x="500" y="5731"/>
                  </a:cubicBezTo>
                  <a:lnTo>
                    <a:pt x="0" y="5731"/>
                  </a:lnTo>
                  <a:cubicBezTo>
                    <a:pt x="2138" y="7505"/>
                    <a:pt x="4866" y="8460"/>
                    <a:pt x="7641" y="8460"/>
                  </a:cubicBezTo>
                  <a:lnTo>
                    <a:pt x="65536" y="8460"/>
                  </a:lnTo>
                  <a:lnTo>
                    <a:pt x="6553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8" name="Google Shape;26418;p27"/>
            <p:cNvSpPr/>
            <p:nvPr/>
          </p:nvSpPr>
          <p:spPr>
            <a:xfrm>
              <a:off x="2173275" y="3103625"/>
              <a:ext cx="1030150" cy="211525"/>
            </a:xfrm>
            <a:custGeom>
              <a:rect b="b" l="l" r="r" t="t"/>
              <a:pathLst>
                <a:path extrusionOk="0" h="8461" w="41206">
                  <a:moveTo>
                    <a:pt x="10870" y="1"/>
                  </a:moveTo>
                  <a:lnTo>
                    <a:pt x="5913" y="5186"/>
                  </a:lnTo>
                  <a:cubicBezTo>
                    <a:pt x="4185" y="7050"/>
                    <a:pt x="2138" y="8142"/>
                    <a:pt x="1" y="8460"/>
                  </a:cubicBezTo>
                  <a:lnTo>
                    <a:pt x="41205" y="8460"/>
                  </a:lnTo>
                  <a:lnTo>
                    <a:pt x="4120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9" name="Google Shape;26419;p27"/>
            <p:cNvSpPr/>
            <p:nvPr/>
          </p:nvSpPr>
          <p:spPr>
            <a:xfrm>
              <a:off x="2275600" y="2350950"/>
              <a:ext cx="927825" cy="377500"/>
            </a:xfrm>
            <a:custGeom>
              <a:rect b="b" l="l" r="r" t="t"/>
              <a:pathLst>
                <a:path extrusionOk="0" h="15100" w="37113">
                  <a:moveTo>
                    <a:pt x="1" y="0"/>
                  </a:moveTo>
                  <a:lnTo>
                    <a:pt x="1" y="15054"/>
                  </a:lnTo>
                  <a:cubicBezTo>
                    <a:pt x="319" y="15100"/>
                    <a:pt x="683" y="15100"/>
                    <a:pt x="1001" y="15100"/>
                  </a:cubicBezTo>
                  <a:lnTo>
                    <a:pt x="37112" y="15100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0" name="Google Shape;26420;p27"/>
            <p:cNvSpPr/>
            <p:nvPr/>
          </p:nvSpPr>
          <p:spPr>
            <a:xfrm>
              <a:off x="1565000" y="2613600"/>
              <a:ext cx="1638425" cy="329750"/>
            </a:xfrm>
            <a:custGeom>
              <a:rect b="b" l="l" r="r" t="t"/>
              <a:pathLst>
                <a:path extrusionOk="0" h="13190" w="65537">
                  <a:moveTo>
                    <a:pt x="15099" y="0"/>
                  </a:moveTo>
                  <a:lnTo>
                    <a:pt x="9141" y="5412"/>
                  </a:lnTo>
                  <a:cubicBezTo>
                    <a:pt x="6640" y="7686"/>
                    <a:pt x="3366" y="8960"/>
                    <a:pt x="0" y="8960"/>
                  </a:cubicBezTo>
                  <a:lnTo>
                    <a:pt x="227" y="9232"/>
                  </a:lnTo>
                  <a:cubicBezTo>
                    <a:pt x="2774" y="11779"/>
                    <a:pt x="6231" y="13189"/>
                    <a:pt x="9869" y="13189"/>
                  </a:cubicBezTo>
                  <a:lnTo>
                    <a:pt x="65536" y="13189"/>
                  </a:lnTo>
                  <a:lnTo>
                    <a:pt x="65536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1" name="Google Shape;26421;p27"/>
            <p:cNvSpPr/>
            <p:nvPr/>
          </p:nvSpPr>
          <p:spPr>
            <a:xfrm>
              <a:off x="2258550" y="2613600"/>
              <a:ext cx="944875" cy="329750"/>
            </a:xfrm>
            <a:custGeom>
              <a:rect b="b" l="l" r="r" t="t"/>
              <a:pathLst>
                <a:path extrusionOk="0" h="13190" w="37795">
                  <a:moveTo>
                    <a:pt x="11780" y="0"/>
                  </a:moveTo>
                  <a:lnTo>
                    <a:pt x="6004" y="8277"/>
                  </a:lnTo>
                  <a:cubicBezTo>
                    <a:pt x="4276" y="10733"/>
                    <a:pt x="2229" y="12416"/>
                    <a:pt x="1" y="13189"/>
                  </a:cubicBezTo>
                  <a:lnTo>
                    <a:pt x="37794" y="13189"/>
                  </a:lnTo>
                  <a:lnTo>
                    <a:pt x="37794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2" name="Google Shape;26422;p27"/>
            <p:cNvSpPr/>
            <p:nvPr/>
          </p:nvSpPr>
          <p:spPr>
            <a:xfrm>
              <a:off x="1658225" y="2817100"/>
              <a:ext cx="1545200" cy="76225"/>
            </a:xfrm>
            <a:custGeom>
              <a:rect b="b" l="l" r="r" t="t"/>
              <a:pathLst>
                <a:path extrusionOk="0" h="3049" w="61808">
                  <a:moveTo>
                    <a:pt x="864" y="1"/>
                  </a:moveTo>
                  <a:cubicBezTo>
                    <a:pt x="592" y="137"/>
                    <a:pt x="273" y="228"/>
                    <a:pt x="0" y="319"/>
                  </a:cubicBezTo>
                  <a:cubicBezTo>
                    <a:pt x="2274" y="2093"/>
                    <a:pt x="4958" y="3048"/>
                    <a:pt x="7732" y="3048"/>
                  </a:cubicBezTo>
                  <a:lnTo>
                    <a:pt x="61807" y="3048"/>
                  </a:lnTo>
                  <a:lnTo>
                    <a:pt x="61807" y="2320"/>
                  </a:lnTo>
                  <a:lnTo>
                    <a:pt x="7732" y="2320"/>
                  </a:lnTo>
                  <a:cubicBezTo>
                    <a:pt x="5276" y="2320"/>
                    <a:pt x="2911" y="1502"/>
                    <a:pt x="864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3" name="Google Shape;26423;p27"/>
            <p:cNvSpPr/>
            <p:nvPr/>
          </p:nvSpPr>
          <p:spPr>
            <a:xfrm>
              <a:off x="1871975" y="3315125"/>
              <a:ext cx="1331450" cy="278575"/>
            </a:xfrm>
            <a:custGeom>
              <a:rect b="b" l="l" r="r" t="t"/>
              <a:pathLst>
                <a:path extrusionOk="0" h="11143" w="53258">
                  <a:moveTo>
                    <a:pt x="1" y="0"/>
                  </a:moveTo>
                  <a:lnTo>
                    <a:pt x="1" y="11143"/>
                  </a:lnTo>
                  <a:lnTo>
                    <a:pt x="53257" y="11143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4" name="Google Shape;26424;p27"/>
            <p:cNvSpPr/>
            <p:nvPr/>
          </p:nvSpPr>
          <p:spPr>
            <a:xfrm>
              <a:off x="2017500" y="4145125"/>
              <a:ext cx="301350" cy="289950"/>
            </a:xfrm>
            <a:custGeom>
              <a:rect b="b" l="l" r="r" t="t"/>
              <a:pathLst>
                <a:path extrusionOk="0" h="11598" w="12054">
                  <a:moveTo>
                    <a:pt x="7778" y="0"/>
                  </a:moveTo>
                  <a:lnTo>
                    <a:pt x="7505" y="273"/>
                  </a:lnTo>
                  <a:lnTo>
                    <a:pt x="7460" y="228"/>
                  </a:lnTo>
                  <a:lnTo>
                    <a:pt x="1775" y="5504"/>
                  </a:lnTo>
                  <a:lnTo>
                    <a:pt x="1" y="7186"/>
                  </a:lnTo>
                  <a:lnTo>
                    <a:pt x="6368" y="11598"/>
                  </a:lnTo>
                  <a:lnTo>
                    <a:pt x="11917" y="10688"/>
                  </a:lnTo>
                  <a:lnTo>
                    <a:pt x="12008" y="5822"/>
                  </a:lnTo>
                  <a:lnTo>
                    <a:pt x="12053" y="5185"/>
                  </a:lnTo>
                  <a:lnTo>
                    <a:pt x="777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5" name="Google Shape;26425;p27"/>
            <p:cNvSpPr/>
            <p:nvPr/>
          </p:nvSpPr>
          <p:spPr>
            <a:xfrm>
              <a:off x="2140300" y="3613000"/>
              <a:ext cx="209250" cy="234250"/>
            </a:xfrm>
            <a:custGeom>
              <a:rect b="b" l="l" r="r" t="t"/>
              <a:pathLst>
                <a:path extrusionOk="0" h="9370" w="8370">
                  <a:moveTo>
                    <a:pt x="5231" y="1"/>
                  </a:moveTo>
                  <a:lnTo>
                    <a:pt x="2457" y="2366"/>
                  </a:lnTo>
                  <a:lnTo>
                    <a:pt x="1" y="4458"/>
                  </a:lnTo>
                  <a:lnTo>
                    <a:pt x="819" y="5322"/>
                  </a:lnTo>
                  <a:lnTo>
                    <a:pt x="4503" y="9370"/>
                  </a:lnTo>
                  <a:lnTo>
                    <a:pt x="7505" y="9097"/>
                  </a:lnTo>
                  <a:lnTo>
                    <a:pt x="8369" y="9006"/>
                  </a:lnTo>
                  <a:lnTo>
                    <a:pt x="8369" y="3048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6" name="Google Shape;26426;p27"/>
            <p:cNvSpPr/>
            <p:nvPr/>
          </p:nvSpPr>
          <p:spPr>
            <a:xfrm>
              <a:off x="2231275" y="3999600"/>
              <a:ext cx="118275" cy="239925"/>
            </a:xfrm>
            <a:custGeom>
              <a:rect b="b" l="l" r="r" t="t"/>
              <a:pathLst>
                <a:path extrusionOk="0" h="9597" w="4731">
                  <a:moveTo>
                    <a:pt x="4730" y="0"/>
                  </a:moveTo>
                  <a:lnTo>
                    <a:pt x="0" y="5003"/>
                  </a:lnTo>
                  <a:lnTo>
                    <a:pt x="3821" y="9596"/>
                  </a:lnTo>
                  <a:lnTo>
                    <a:pt x="4730" y="6185"/>
                  </a:lnTo>
                  <a:lnTo>
                    <a:pt x="473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7" name="Google Shape;26427;p27"/>
            <p:cNvSpPr/>
            <p:nvPr/>
          </p:nvSpPr>
          <p:spPr>
            <a:xfrm>
              <a:off x="2040250" y="3607325"/>
              <a:ext cx="193325" cy="95525"/>
            </a:xfrm>
            <a:custGeom>
              <a:rect b="b" l="l" r="r" t="t"/>
              <a:pathLst>
                <a:path extrusionOk="0" h="3821" w="7733">
                  <a:moveTo>
                    <a:pt x="1" y="0"/>
                  </a:moveTo>
                  <a:lnTo>
                    <a:pt x="1774" y="2047"/>
                  </a:lnTo>
                  <a:lnTo>
                    <a:pt x="3275" y="3821"/>
                  </a:lnTo>
                  <a:lnTo>
                    <a:pt x="5413" y="2002"/>
                  </a:lnTo>
                  <a:lnTo>
                    <a:pt x="773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8" name="Google Shape;26428;p27"/>
            <p:cNvSpPr/>
            <p:nvPr/>
          </p:nvSpPr>
          <p:spPr>
            <a:xfrm>
              <a:off x="1902675" y="3945000"/>
              <a:ext cx="293375" cy="357050"/>
            </a:xfrm>
            <a:custGeom>
              <a:rect b="b" l="l" r="r" t="t"/>
              <a:pathLst>
                <a:path extrusionOk="0" h="14282" w="11735">
                  <a:moveTo>
                    <a:pt x="3957" y="1"/>
                  </a:moveTo>
                  <a:lnTo>
                    <a:pt x="1" y="6095"/>
                  </a:lnTo>
                  <a:lnTo>
                    <a:pt x="3866" y="14282"/>
                  </a:lnTo>
                  <a:lnTo>
                    <a:pt x="5367" y="12917"/>
                  </a:lnTo>
                  <a:lnTo>
                    <a:pt x="11734" y="6959"/>
                  </a:lnTo>
                  <a:lnTo>
                    <a:pt x="10552" y="1957"/>
                  </a:lnTo>
                  <a:lnTo>
                    <a:pt x="10370" y="1274"/>
                  </a:lnTo>
                  <a:lnTo>
                    <a:pt x="7050" y="592"/>
                  </a:lnTo>
                  <a:lnTo>
                    <a:pt x="3957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9" name="Google Shape;26429;p27"/>
            <p:cNvSpPr/>
            <p:nvPr/>
          </p:nvSpPr>
          <p:spPr>
            <a:xfrm>
              <a:off x="2343825" y="4170125"/>
              <a:ext cx="277450" cy="235400"/>
            </a:xfrm>
            <a:custGeom>
              <a:rect b="b" l="l" r="r" t="t"/>
              <a:pathLst>
                <a:path extrusionOk="0" h="9416" w="11098">
                  <a:moveTo>
                    <a:pt x="1229" y="1"/>
                  </a:moveTo>
                  <a:lnTo>
                    <a:pt x="137" y="4049"/>
                  </a:lnTo>
                  <a:lnTo>
                    <a:pt x="1" y="9415"/>
                  </a:lnTo>
                  <a:lnTo>
                    <a:pt x="1183" y="9097"/>
                  </a:lnTo>
                  <a:lnTo>
                    <a:pt x="9733" y="6641"/>
                  </a:lnTo>
                  <a:lnTo>
                    <a:pt x="11098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0" name="Google Shape;26430;p27"/>
            <p:cNvSpPr/>
            <p:nvPr/>
          </p:nvSpPr>
          <p:spPr>
            <a:xfrm>
              <a:off x="2188050" y="3866550"/>
              <a:ext cx="161500" cy="228575"/>
            </a:xfrm>
            <a:custGeom>
              <a:rect b="b" l="l" r="r" t="t"/>
              <a:pathLst>
                <a:path extrusionOk="0" h="9143" w="6460">
                  <a:moveTo>
                    <a:pt x="6459" y="1"/>
                  </a:moveTo>
                  <a:lnTo>
                    <a:pt x="2684" y="365"/>
                  </a:lnTo>
                  <a:lnTo>
                    <a:pt x="2548" y="547"/>
                  </a:lnTo>
                  <a:lnTo>
                    <a:pt x="1" y="4049"/>
                  </a:lnTo>
                  <a:lnTo>
                    <a:pt x="228" y="4822"/>
                  </a:lnTo>
                  <a:lnTo>
                    <a:pt x="1274" y="9142"/>
                  </a:lnTo>
                  <a:lnTo>
                    <a:pt x="6459" y="3685"/>
                  </a:lnTo>
                  <a:lnTo>
                    <a:pt x="6459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1" name="Google Shape;26431;p27"/>
            <p:cNvSpPr/>
            <p:nvPr/>
          </p:nvSpPr>
          <p:spPr>
            <a:xfrm>
              <a:off x="1978850" y="3741500"/>
              <a:ext cx="250175" cy="206950"/>
            </a:xfrm>
            <a:custGeom>
              <a:rect b="b" l="l" r="r" t="t"/>
              <a:pathLst>
                <a:path extrusionOk="0" h="8278" w="10007">
                  <a:moveTo>
                    <a:pt x="5504" y="0"/>
                  </a:moveTo>
                  <a:lnTo>
                    <a:pt x="4276" y="637"/>
                  </a:lnTo>
                  <a:lnTo>
                    <a:pt x="1" y="2956"/>
                  </a:lnTo>
                  <a:lnTo>
                    <a:pt x="455" y="4685"/>
                  </a:lnTo>
                  <a:lnTo>
                    <a:pt x="1092" y="7004"/>
                  </a:lnTo>
                  <a:lnTo>
                    <a:pt x="4185" y="7641"/>
                  </a:lnTo>
                  <a:lnTo>
                    <a:pt x="7550" y="8277"/>
                  </a:lnTo>
                  <a:lnTo>
                    <a:pt x="10006" y="4866"/>
                  </a:lnTo>
                  <a:lnTo>
                    <a:pt x="6004" y="500"/>
                  </a:lnTo>
                  <a:lnTo>
                    <a:pt x="5595" y="46"/>
                  </a:lnTo>
                  <a:lnTo>
                    <a:pt x="5595" y="91"/>
                  </a:lnTo>
                  <a:lnTo>
                    <a:pt x="55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2" name="Google Shape;26432;p27"/>
            <p:cNvSpPr/>
            <p:nvPr/>
          </p:nvSpPr>
          <p:spPr>
            <a:xfrm>
              <a:off x="2148275" y="4440750"/>
              <a:ext cx="326325" cy="199000"/>
            </a:xfrm>
            <a:custGeom>
              <a:rect b="b" l="l" r="r" t="t"/>
              <a:pathLst>
                <a:path extrusionOk="0" h="7960" w="13053">
                  <a:moveTo>
                    <a:pt x="7004" y="0"/>
                  </a:moveTo>
                  <a:lnTo>
                    <a:pt x="6640" y="137"/>
                  </a:lnTo>
                  <a:lnTo>
                    <a:pt x="6640" y="46"/>
                  </a:lnTo>
                  <a:lnTo>
                    <a:pt x="1456" y="864"/>
                  </a:lnTo>
                  <a:lnTo>
                    <a:pt x="0" y="7959"/>
                  </a:lnTo>
                  <a:lnTo>
                    <a:pt x="13053" y="7959"/>
                  </a:lnTo>
                  <a:lnTo>
                    <a:pt x="7322" y="410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3" name="Google Shape;26433;p27"/>
            <p:cNvSpPr/>
            <p:nvPr/>
          </p:nvSpPr>
          <p:spPr>
            <a:xfrm>
              <a:off x="2553050" y="4449850"/>
              <a:ext cx="312675" cy="194450"/>
            </a:xfrm>
            <a:custGeom>
              <a:rect b="b" l="l" r="r" t="t"/>
              <a:pathLst>
                <a:path extrusionOk="0" h="7778" w="12507">
                  <a:moveTo>
                    <a:pt x="12507" y="0"/>
                  </a:moveTo>
                  <a:lnTo>
                    <a:pt x="0" y="7641"/>
                  </a:lnTo>
                  <a:lnTo>
                    <a:pt x="12507" y="7777"/>
                  </a:lnTo>
                  <a:lnTo>
                    <a:pt x="1250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4" name="Google Shape;26434;p27"/>
            <p:cNvSpPr/>
            <p:nvPr/>
          </p:nvSpPr>
          <p:spPr>
            <a:xfrm>
              <a:off x="1853775" y="3607325"/>
              <a:ext cx="244500" cy="185350"/>
            </a:xfrm>
            <a:custGeom>
              <a:rect b="b" l="l" r="r" t="t"/>
              <a:pathLst>
                <a:path extrusionOk="0" h="7414" w="9780">
                  <a:moveTo>
                    <a:pt x="1183" y="0"/>
                  </a:moveTo>
                  <a:lnTo>
                    <a:pt x="1" y="5776"/>
                  </a:lnTo>
                  <a:lnTo>
                    <a:pt x="1274" y="6277"/>
                  </a:lnTo>
                  <a:lnTo>
                    <a:pt x="4321" y="7414"/>
                  </a:lnTo>
                  <a:lnTo>
                    <a:pt x="8779" y="5003"/>
                  </a:lnTo>
                  <a:lnTo>
                    <a:pt x="9779" y="4457"/>
                  </a:lnTo>
                  <a:lnTo>
                    <a:pt x="8005" y="2411"/>
                  </a:lnTo>
                  <a:lnTo>
                    <a:pt x="60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5" name="Google Shape;26435;p27"/>
            <p:cNvSpPr/>
            <p:nvPr/>
          </p:nvSpPr>
          <p:spPr>
            <a:xfrm>
              <a:off x="2352925" y="4363425"/>
              <a:ext cx="384325" cy="271775"/>
            </a:xfrm>
            <a:custGeom>
              <a:rect b="b" l="l" r="r" t="t"/>
              <a:pathLst>
                <a:path extrusionOk="0" h="10871" w="15373">
                  <a:moveTo>
                    <a:pt x="9688" y="1"/>
                  </a:moveTo>
                  <a:lnTo>
                    <a:pt x="273" y="2684"/>
                  </a:lnTo>
                  <a:lnTo>
                    <a:pt x="1" y="2775"/>
                  </a:lnTo>
                  <a:lnTo>
                    <a:pt x="6140" y="10870"/>
                  </a:lnTo>
                  <a:lnTo>
                    <a:pt x="6504" y="10643"/>
                  </a:lnTo>
                  <a:lnTo>
                    <a:pt x="15373" y="5231"/>
                  </a:lnTo>
                  <a:lnTo>
                    <a:pt x="10870" y="1092"/>
                  </a:lnTo>
                  <a:lnTo>
                    <a:pt x="9688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6" name="Google Shape;26436;p27"/>
            <p:cNvSpPr/>
            <p:nvPr/>
          </p:nvSpPr>
          <p:spPr>
            <a:xfrm>
              <a:off x="2614425" y="4170125"/>
              <a:ext cx="251300" cy="308175"/>
            </a:xfrm>
            <a:custGeom>
              <a:rect b="b" l="l" r="r" t="t"/>
              <a:pathLst>
                <a:path extrusionOk="0" h="12327" w="10052">
                  <a:moveTo>
                    <a:pt x="1456" y="1"/>
                  </a:moveTo>
                  <a:lnTo>
                    <a:pt x="1" y="6914"/>
                  </a:lnTo>
                  <a:lnTo>
                    <a:pt x="1229" y="8005"/>
                  </a:lnTo>
                  <a:lnTo>
                    <a:pt x="5913" y="12326"/>
                  </a:lnTo>
                  <a:lnTo>
                    <a:pt x="7551" y="11371"/>
                  </a:lnTo>
                  <a:lnTo>
                    <a:pt x="10052" y="9870"/>
                  </a:lnTo>
                  <a:lnTo>
                    <a:pt x="10052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7" name="Google Shape;26437;p27"/>
            <p:cNvSpPr/>
            <p:nvPr/>
          </p:nvSpPr>
          <p:spPr>
            <a:xfrm>
              <a:off x="1827625" y="4344100"/>
              <a:ext cx="329775" cy="295650"/>
            </a:xfrm>
            <a:custGeom>
              <a:rect b="b" l="l" r="r" t="t"/>
              <a:pathLst>
                <a:path extrusionOk="0" h="11826" w="13191">
                  <a:moveTo>
                    <a:pt x="6732" y="0"/>
                  </a:moveTo>
                  <a:lnTo>
                    <a:pt x="6504" y="228"/>
                  </a:lnTo>
                  <a:lnTo>
                    <a:pt x="6414" y="91"/>
                  </a:lnTo>
                  <a:lnTo>
                    <a:pt x="3184" y="2002"/>
                  </a:lnTo>
                  <a:lnTo>
                    <a:pt x="1" y="3912"/>
                  </a:lnTo>
                  <a:lnTo>
                    <a:pt x="865" y="5413"/>
                  </a:lnTo>
                  <a:lnTo>
                    <a:pt x="4503" y="11825"/>
                  </a:lnTo>
                  <a:lnTo>
                    <a:pt x="11644" y="11825"/>
                  </a:lnTo>
                  <a:lnTo>
                    <a:pt x="13190" y="4503"/>
                  </a:lnTo>
                  <a:lnTo>
                    <a:pt x="673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8" name="Google Shape;26438;p27"/>
            <p:cNvSpPr/>
            <p:nvPr/>
          </p:nvSpPr>
          <p:spPr>
            <a:xfrm>
              <a:off x="1786700" y="3780150"/>
              <a:ext cx="192175" cy="300200"/>
            </a:xfrm>
            <a:custGeom>
              <a:rect b="b" l="l" r="r" t="t"/>
              <a:pathLst>
                <a:path extrusionOk="0" h="12008" w="7687">
                  <a:moveTo>
                    <a:pt x="2456" y="0"/>
                  </a:moveTo>
                  <a:lnTo>
                    <a:pt x="1" y="11598"/>
                  </a:lnTo>
                  <a:lnTo>
                    <a:pt x="3684" y="12007"/>
                  </a:lnTo>
                  <a:lnTo>
                    <a:pt x="7687" y="5867"/>
                  </a:lnTo>
                  <a:lnTo>
                    <a:pt x="7141" y="3684"/>
                  </a:lnTo>
                  <a:lnTo>
                    <a:pt x="6550" y="1547"/>
                  </a:lnTo>
                  <a:lnTo>
                    <a:pt x="24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9" name="Google Shape;26439;p27"/>
            <p:cNvSpPr/>
            <p:nvPr/>
          </p:nvSpPr>
          <p:spPr>
            <a:xfrm>
              <a:off x="1667325" y="4440750"/>
              <a:ext cx="239925" cy="199000"/>
            </a:xfrm>
            <a:custGeom>
              <a:rect b="b" l="l" r="r" t="t"/>
              <a:pathLst>
                <a:path extrusionOk="0" h="7960" w="9597">
                  <a:moveTo>
                    <a:pt x="1683" y="0"/>
                  </a:moveTo>
                  <a:lnTo>
                    <a:pt x="0" y="7959"/>
                  </a:lnTo>
                  <a:lnTo>
                    <a:pt x="9596" y="7959"/>
                  </a:lnTo>
                  <a:lnTo>
                    <a:pt x="6049" y="1728"/>
                  </a:lnTo>
                  <a:lnTo>
                    <a:pt x="5276" y="364"/>
                  </a:lnTo>
                  <a:lnTo>
                    <a:pt x="3047" y="137"/>
                  </a:lnTo>
                  <a:lnTo>
                    <a:pt x="1683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0" name="Google Shape;26440;p27"/>
            <p:cNvSpPr/>
            <p:nvPr/>
          </p:nvSpPr>
          <p:spPr>
            <a:xfrm>
              <a:off x="1715075" y="4098500"/>
              <a:ext cx="261525" cy="322950"/>
            </a:xfrm>
            <a:custGeom>
              <a:rect b="b" l="l" r="r" t="t"/>
              <a:pathLst>
                <a:path extrusionOk="0" h="12918" w="10461">
                  <a:moveTo>
                    <a:pt x="2638" y="1"/>
                  </a:moveTo>
                  <a:lnTo>
                    <a:pt x="0" y="12553"/>
                  </a:lnTo>
                  <a:lnTo>
                    <a:pt x="1547" y="12690"/>
                  </a:lnTo>
                  <a:lnTo>
                    <a:pt x="3593" y="12917"/>
                  </a:lnTo>
                  <a:lnTo>
                    <a:pt x="7050" y="10870"/>
                  </a:lnTo>
                  <a:lnTo>
                    <a:pt x="10461" y="8869"/>
                  </a:lnTo>
                  <a:lnTo>
                    <a:pt x="6458" y="410"/>
                  </a:lnTo>
                  <a:lnTo>
                    <a:pt x="2820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1" name="Google Shape;26441;p27"/>
            <p:cNvSpPr/>
            <p:nvPr/>
          </p:nvSpPr>
          <p:spPr>
            <a:xfrm>
              <a:off x="2612150" y="2555600"/>
              <a:ext cx="122825" cy="122825"/>
            </a:xfrm>
            <a:custGeom>
              <a:rect b="b" l="l" r="r" t="t"/>
              <a:pathLst>
                <a:path extrusionOk="0" h="4913" w="4913">
                  <a:moveTo>
                    <a:pt x="4185" y="728"/>
                  </a:moveTo>
                  <a:lnTo>
                    <a:pt x="4185" y="4139"/>
                  </a:lnTo>
                  <a:lnTo>
                    <a:pt x="774" y="4139"/>
                  </a:lnTo>
                  <a:lnTo>
                    <a:pt x="774" y="728"/>
                  </a:lnTo>
                  <a:close/>
                  <a:moveTo>
                    <a:pt x="1" y="1"/>
                  </a:moveTo>
                  <a:lnTo>
                    <a:pt x="1" y="4912"/>
                  </a:lnTo>
                  <a:lnTo>
                    <a:pt x="4913" y="4912"/>
                  </a:lnTo>
                  <a:lnTo>
                    <a:pt x="49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2" name="Google Shape;26442;p27"/>
            <p:cNvSpPr/>
            <p:nvPr/>
          </p:nvSpPr>
          <p:spPr>
            <a:xfrm>
              <a:off x="2500725" y="1756300"/>
              <a:ext cx="702700" cy="262675"/>
            </a:xfrm>
            <a:custGeom>
              <a:rect b="b" l="l" r="r" t="t"/>
              <a:pathLst>
                <a:path extrusionOk="0" h="10507" w="28108">
                  <a:moveTo>
                    <a:pt x="1" y="0"/>
                  </a:moveTo>
                  <a:lnTo>
                    <a:pt x="1" y="10506"/>
                  </a:lnTo>
                  <a:lnTo>
                    <a:pt x="28107" y="10506"/>
                  </a:lnTo>
                  <a:lnTo>
                    <a:pt x="2810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3" name="Google Shape;26443;p27"/>
            <p:cNvSpPr/>
            <p:nvPr/>
          </p:nvSpPr>
          <p:spPr>
            <a:xfrm>
              <a:off x="2500725" y="1756300"/>
              <a:ext cx="702700" cy="36400"/>
            </a:xfrm>
            <a:custGeom>
              <a:rect b="b" l="l" r="r" t="t"/>
              <a:pathLst>
                <a:path extrusionOk="0" h="1456" w="28108">
                  <a:moveTo>
                    <a:pt x="1" y="0"/>
                  </a:moveTo>
                  <a:lnTo>
                    <a:pt x="1" y="1456"/>
                  </a:lnTo>
                  <a:lnTo>
                    <a:pt x="28107" y="1456"/>
                  </a:lnTo>
                  <a:lnTo>
                    <a:pt x="2810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4" name="Google Shape;26444;p27"/>
            <p:cNvSpPr/>
            <p:nvPr/>
          </p:nvSpPr>
          <p:spPr>
            <a:xfrm>
              <a:off x="2517800" y="1241525"/>
              <a:ext cx="685625" cy="183925"/>
            </a:xfrm>
            <a:custGeom>
              <a:rect b="b" l="l" r="r" t="t"/>
              <a:pathLst>
                <a:path extrusionOk="0" h="7357" w="27425">
                  <a:moveTo>
                    <a:pt x="3434" y="0"/>
                  </a:moveTo>
                  <a:cubicBezTo>
                    <a:pt x="2683" y="0"/>
                    <a:pt x="1933" y="285"/>
                    <a:pt x="1365" y="853"/>
                  </a:cubicBezTo>
                  <a:lnTo>
                    <a:pt x="1228" y="989"/>
                  </a:lnTo>
                  <a:cubicBezTo>
                    <a:pt x="0" y="2217"/>
                    <a:pt x="0" y="4173"/>
                    <a:pt x="1228" y="5401"/>
                  </a:cubicBezTo>
                  <a:lnTo>
                    <a:pt x="2502" y="6674"/>
                  </a:lnTo>
                  <a:cubicBezTo>
                    <a:pt x="2911" y="7084"/>
                    <a:pt x="3502" y="7357"/>
                    <a:pt x="4093" y="7357"/>
                  </a:cubicBezTo>
                  <a:lnTo>
                    <a:pt x="27424" y="7357"/>
                  </a:lnTo>
                  <a:lnTo>
                    <a:pt x="27424" y="5446"/>
                  </a:lnTo>
                  <a:lnTo>
                    <a:pt x="6003" y="5446"/>
                  </a:lnTo>
                  <a:cubicBezTo>
                    <a:pt x="6003" y="4628"/>
                    <a:pt x="5276" y="3900"/>
                    <a:pt x="4457" y="3900"/>
                  </a:cubicBezTo>
                  <a:lnTo>
                    <a:pt x="3775" y="3900"/>
                  </a:lnTo>
                  <a:lnTo>
                    <a:pt x="3775" y="2263"/>
                  </a:lnTo>
                  <a:lnTo>
                    <a:pt x="3957" y="2399"/>
                  </a:lnTo>
                  <a:cubicBezTo>
                    <a:pt x="4162" y="2627"/>
                    <a:pt x="4434" y="2740"/>
                    <a:pt x="4713" y="2740"/>
                  </a:cubicBezTo>
                  <a:cubicBezTo>
                    <a:pt x="4992" y="2740"/>
                    <a:pt x="5276" y="2627"/>
                    <a:pt x="5503" y="2399"/>
                  </a:cubicBezTo>
                  <a:cubicBezTo>
                    <a:pt x="5913" y="1990"/>
                    <a:pt x="5913" y="1262"/>
                    <a:pt x="5503" y="853"/>
                  </a:cubicBezTo>
                  <a:cubicBezTo>
                    <a:pt x="4935" y="285"/>
                    <a:pt x="4184" y="0"/>
                    <a:pt x="3434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5" name="Google Shape;26445;p27"/>
            <p:cNvSpPr/>
            <p:nvPr/>
          </p:nvSpPr>
          <p:spPr>
            <a:xfrm>
              <a:off x="2381350" y="1425425"/>
              <a:ext cx="822075" cy="330900"/>
            </a:xfrm>
            <a:custGeom>
              <a:rect b="b" l="l" r="r" t="t"/>
              <a:pathLst>
                <a:path extrusionOk="0" h="13236" w="32883">
                  <a:moveTo>
                    <a:pt x="9915" y="1"/>
                  </a:moveTo>
                  <a:lnTo>
                    <a:pt x="7232" y="4685"/>
                  </a:lnTo>
                  <a:cubicBezTo>
                    <a:pt x="5640" y="7459"/>
                    <a:pt x="3048" y="9460"/>
                    <a:pt x="1" y="10325"/>
                  </a:cubicBezTo>
                  <a:lnTo>
                    <a:pt x="637" y="11189"/>
                  </a:lnTo>
                  <a:cubicBezTo>
                    <a:pt x="1592" y="12462"/>
                    <a:pt x="4776" y="13235"/>
                    <a:pt x="4776" y="13235"/>
                  </a:cubicBezTo>
                  <a:lnTo>
                    <a:pt x="32882" y="13235"/>
                  </a:lnTo>
                  <a:lnTo>
                    <a:pt x="32882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6" name="Google Shape;26446;p27"/>
            <p:cNvSpPr/>
            <p:nvPr/>
          </p:nvSpPr>
          <p:spPr>
            <a:xfrm>
              <a:off x="2694025" y="1424300"/>
              <a:ext cx="509400" cy="332025"/>
            </a:xfrm>
            <a:custGeom>
              <a:rect b="b" l="l" r="r" t="t"/>
              <a:pathLst>
                <a:path extrusionOk="0" h="13281" w="20376">
                  <a:moveTo>
                    <a:pt x="8960" y="0"/>
                  </a:moveTo>
                  <a:lnTo>
                    <a:pt x="5822" y="6595"/>
                  </a:lnTo>
                  <a:cubicBezTo>
                    <a:pt x="4458" y="9505"/>
                    <a:pt x="2411" y="11779"/>
                    <a:pt x="1" y="13280"/>
                  </a:cubicBezTo>
                  <a:lnTo>
                    <a:pt x="20375" y="13280"/>
                  </a:lnTo>
                  <a:lnTo>
                    <a:pt x="2037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7" name="Google Shape;26447;p27"/>
            <p:cNvSpPr/>
            <p:nvPr/>
          </p:nvSpPr>
          <p:spPr>
            <a:xfrm>
              <a:off x="2275600" y="2350950"/>
              <a:ext cx="927825" cy="36400"/>
            </a:xfrm>
            <a:custGeom>
              <a:rect b="b" l="l" r="r" t="t"/>
              <a:pathLst>
                <a:path extrusionOk="0" h="1456" w="37113">
                  <a:moveTo>
                    <a:pt x="1" y="0"/>
                  </a:moveTo>
                  <a:lnTo>
                    <a:pt x="1" y="1410"/>
                  </a:lnTo>
                  <a:cubicBezTo>
                    <a:pt x="319" y="1410"/>
                    <a:pt x="683" y="1456"/>
                    <a:pt x="1001" y="1456"/>
                  </a:cubicBezTo>
                  <a:lnTo>
                    <a:pt x="37112" y="1456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8" name="Google Shape;26448;p27"/>
            <p:cNvSpPr/>
            <p:nvPr/>
          </p:nvSpPr>
          <p:spPr>
            <a:xfrm>
              <a:off x="208005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16828" y="0"/>
                  </a:moveTo>
                  <a:lnTo>
                    <a:pt x="10643" y="5139"/>
                  </a:lnTo>
                  <a:cubicBezTo>
                    <a:pt x="7596" y="7641"/>
                    <a:pt x="3912" y="9142"/>
                    <a:pt x="0" y="9460"/>
                  </a:cubicBezTo>
                  <a:cubicBezTo>
                    <a:pt x="2274" y="11870"/>
                    <a:pt x="5458" y="13280"/>
                    <a:pt x="8823" y="13280"/>
                  </a:cubicBezTo>
                  <a:lnTo>
                    <a:pt x="44934" y="13280"/>
                  </a:lnTo>
                  <a:lnTo>
                    <a:pt x="44934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9" name="Google Shape;26449;p27"/>
            <p:cNvSpPr/>
            <p:nvPr/>
          </p:nvSpPr>
          <p:spPr>
            <a:xfrm>
              <a:off x="2458675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9960" y="0"/>
                  </a:moveTo>
                  <a:lnTo>
                    <a:pt x="5594" y="7550"/>
                  </a:lnTo>
                  <a:cubicBezTo>
                    <a:pt x="4002" y="10370"/>
                    <a:pt x="2047" y="12325"/>
                    <a:pt x="0" y="13280"/>
                  </a:cubicBezTo>
                  <a:lnTo>
                    <a:pt x="29789" y="13280"/>
                  </a:lnTo>
                  <a:lnTo>
                    <a:pt x="29789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0" name="Google Shape;26450;p27"/>
            <p:cNvSpPr/>
            <p:nvPr/>
          </p:nvSpPr>
          <p:spPr>
            <a:xfrm>
              <a:off x="24257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8" y="8960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1" name="Google Shape;26451;p27"/>
            <p:cNvSpPr/>
            <p:nvPr/>
          </p:nvSpPr>
          <p:spPr>
            <a:xfrm>
              <a:off x="2318825" y="2018950"/>
              <a:ext cx="884600" cy="485525"/>
            </a:xfrm>
            <a:custGeom>
              <a:rect b="b" l="l" r="r" t="t"/>
              <a:pathLst>
                <a:path extrusionOk="0" h="19421" w="35384">
                  <a:moveTo>
                    <a:pt x="35383" y="0"/>
                  </a:moveTo>
                  <a:lnTo>
                    <a:pt x="8732" y="14599"/>
                  </a:lnTo>
                  <a:cubicBezTo>
                    <a:pt x="6004" y="16100"/>
                    <a:pt x="3047" y="17010"/>
                    <a:pt x="0" y="17373"/>
                  </a:cubicBezTo>
                  <a:lnTo>
                    <a:pt x="500" y="17874"/>
                  </a:lnTo>
                  <a:cubicBezTo>
                    <a:pt x="1501" y="18874"/>
                    <a:pt x="2865" y="19420"/>
                    <a:pt x="4275" y="19420"/>
                  </a:cubicBezTo>
                  <a:lnTo>
                    <a:pt x="35383" y="19420"/>
                  </a:lnTo>
                  <a:lnTo>
                    <a:pt x="35383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2" name="Google Shape;26452;p27"/>
            <p:cNvSpPr/>
            <p:nvPr/>
          </p:nvSpPr>
          <p:spPr>
            <a:xfrm>
              <a:off x="24257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8" y="1228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3" name="Google Shape;26453;p27"/>
            <p:cNvSpPr/>
            <p:nvPr/>
          </p:nvSpPr>
          <p:spPr>
            <a:xfrm>
              <a:off x="282365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15190" y="0"/>
                  </a:moveTo>
                  <a:lnTo>
                    <a:pt x="0" y="8323"/>
                  </a:lnTo>
                  <a:lnTo>
                    <a:pt x="15190" y="8323"/>
                  </a:lnTo>
                  <a:lnTo>
                    <a:pt x="1519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4" name="Google Shape;26454;p27"/>
            <p:cNvSpPr/>
            <p:nvPr/>
          </p:nvSpPr>
          <p:spPr>
            <a:xfrm>
              <a:off x="208005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16828" y="0"/>
                  </a:moveTo>
                  <a:lnTo>
                    <a:pt x="10643" y="5139"/>
                  </a:lnTo>
                  <a:cubicBezTo>
                    <a:pt x="7596" y="7641"/>
                    <a:pt x="3912" y="9142"/>
                    <a:pt x="0" y="9460"/>
                  </a:cubicBezTo>
                  <a:cubicBezTo>
                    <a:pt x="2274" y="11870"/>
                    <a:pt x="5458" y="13280"/>
                    <a:pt x="8823" y="13280"/>
                  </a:cubicBezTo>
                  <a:lnTo>
                    <a:pt x="44934" y="13280"/>
                  </a:lnTo>
                  <a:lnTo>
                    <a:pt x="44934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5" name="Google Shape;26455;p27"/>
            <p:cNvSpPr/>
            <p:nvPr/>
          </p:nvSpPr>
          <p:spPr>
            <a:xfrm>
              <a:off x="2458675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9960" y="0"/>
                  </a:moveTo>
                  <a:lnTo>
                    <a:pt x="5594" y="7550"/>
                  </a:lnTo>
                  <a:cubicBezTo>
                    <a:pt x="4002" y="10370"/>
                    <a:pt x="2047" y="12325"/>
                    <a:pt x="0" y="13280"/>
                  </a:cubicBezTo>
                  <a:lnTo>
                    <a:pt x="29789" y="13280"/>
                  </a:lnTo>
                  <a:lnTo>
                    <a:pt x="29789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6" name="Google Shape;26456;p27"/>
            <p:cNvSpPr/>
            <p:nvPr/>
          </p:nvSpPr>
          <p:spPr>
            <a:xfrm>
              <a:off x="24257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8" y="8960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7" name="Google Shape;26457;p27"/>
            <p:cNvSpPr/>
            <p:nvPr/>
          </p:nvSpPr>
          <p:spPr>
            <a:xfrm>
              <a:off x="2318825" y="2018950"/>
              <a:ext cx="884600" cy="485525"/>
            </a:xfrm>
            <a:custGeom>
              <a:rect b="b" l="l" r="r" t="t"/>
              <a:pathLst>
                <a:path extrusionOk="0" h="19421" w="35384">
                  <a:moveTo>
                    <a:pt x="35383" y="0"/>
                  </a:moveTo>
                  <a:lnTo>
                    <a:pt x="8732" y="14599"/>
                  </a:lnTo>
                  <a:cubicBezTo>
                    <a:pt x="6004" y="16100"/>
                    <a:pt x="3047" y="17010"/>
                    <a:pt x="0" y="17373"/>
                  </a:cubicBezTo>
                  <a:lnTo>
                    <a:pt x="500" y="17874"/>
                  </a:lnTo>
                  <a:cubicBezTo>
                    <a:pt x="1501" y="18874"/>
                    <a:pt x="2865" y="19420"/>
                    <a:pt x="4275" y="19420"/>
                  </a:cubicBezTo>
                  <a:lnTo>
                    <a:pt x="35383" y="19420"/>
                  </a:lnTo>
                  <a:lnTo>
                    <a:pt x="35383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8" name="Google Shape;26458;p27"/>
            <p:cNvSpPr/>
            <p:nvPr/>
          </p:nvSpPr>
          <p:spPr>
            <a:xfrm>
              <a:off x="24257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8" y="1228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9" name="Google Shape;26459;p27"/>
            <p:cNvSpPr/>
            <p:nvPr/>
          </p:nvSpPr>
          <p:spPr>
            <a:xfrm>
              <a:off x="282365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15190" y="0"/>
                  </a:moveTo>
                  <a:lnTo>
                    <a:pt x="0" y="8323"/>
                  </a:lnTo>
                  <a:lnTo>
                    <a:pt x="15190" y="8323"/>
                  </a:lnTo>
                  <a:lnTo>
                    <a:pt x="15190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0" name="Google Shape;26460;p27"/>
            <p:cNvSpPr/>
            <p:nvPr/>
          </p:nvSpPr>
          <p:spPr>
            <a:xfrm>
              <a:off x="2256275" y="3590275"/>
              <a:ext cx="947150" cy="93250"/>
            </a:xfrm>
            <a:custGeom>
              <a:rect b="b" l="l" r="r" t="t"/>
              <a:pathLst>
                <a:path extrusionOk="0" h="3730" w="37886">
                  <a:moveTo>
                    <a:pt x="1" y="0"/>
                  </a:moveTo>
                  <a:lnTo>
                    <a:pt x="1" y="3730"/>
                  </a:lnTo>
                  <a:lnTo>
                    <a:pt x="37885" y="3730"/>
                  </a:lnTo>
                  <a:lnTo>
                    <a:pt x="3788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1" name="Google Shape;26461;p27"/>
            <p:cNvSpPr/>
            <p:nvPr/>
          </p:nvSpPr>
          <p:spPr>
            <a:xfrm>
              <a:off x="1876525" y="2943325"/>
              <a:ext cx="1326900" cy="160325"/>
            </a:xfrm>
            <a:custGeom>
              <a:rect b="b" l="l" r="r" t="t"/>
              <a:pathLst>
                <a:path extrusionOk="0" h="6413" w="53076">
                  <a:moveTo>
                    <a:pt x="0" y="0"/>
                  </a:moveTo>
                  <a:lnTo>
                    <a:pt x="0" y="6413"/>
                  </a:lnTo>
                  <a:lnTo>
                    <a:pt x="53075" y="6413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2" name="Google Shape;26462;p27"/>
            <p:cNvSpPr/>
            <p:nvPr/>
          </p:nvSpPr>
          <p:spPr>
            <a:xfrm>
              <a:off x="1876525" y="2943325"/>
              <a:ext cx="1326900" cy="34125"/>
            </a:xfrm>
            <a:custGeom>
              <a:rect b="b" l="l" r="r" t="t"/>
              <a:pathLst>
                <a:path extrusionOk="0" h="1365" w="53076">
                  <a:moveTo>
                    <a:pt x="0" y="0"/>
                  </a:moveTo>
                  <a:lnTo>
                    <a:pt x="0" y="1365"/>
                  </a:lnTo>
                  <a:lnTo>
                    <a:pt x="53075" y="1365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3" name="Google Shape;26463;p27"/>
            <p:cNvSpPr/>
            <p:nvPr/>
          </p:nvSpPr>
          <p:spPr>
            <a:xfrm>
              <a:off x="1871975" y="3315125"/>
              <a:ext cx="1331450" cy="33000"/>
            </a:xfrm>
            <a:custGeom>
              <a:rect b="b" l="l" r="r" t="t"/>
              <a:pathLst>
                <a:path extrusionOk="0" h="1320" w="53258">
                  <a:moveTo>
                    <a:pt x="1" y="0"/>
                  </a:moveTo>
                  <a:lnTo>
                    <a:pt x="1" y="1319"/>
                  </a:lnTo>
                  <a:lnTo>
                    <a:pt x="53257" y="1319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4" name="Google Shape;26464;p27"/>
            <p:cNvSpPr/>
            <p:nvPr/>
          </p:nvSpPr>
          <p:spPr>
            <a:xfrm>
              <a:off x="1669600" y="3224150"/>
              <a:ext cx="1533825" cy="43225"/>
            </a:xfrm>
            <a:custGeom>
              <a:rect b="b" l="l" r="r" t="t"/>
              <a:pathLst>
                <a:path extrusionOk="0" h="1729" w="61353">
                  <a:moveTo>
                    <a:pt x="910" y="1"/>
                  </a:moveTo>
                  <a:cubicBezTo>
                    <a:pt x="637" y="137"/>
                    <a:pt x="319" y="228"/>
                    <a:pt x="0" y="365"/>
                  </a:cubicBezTo>
                  <a:cubicBezTo>
                    <a:pt x="1456" y="1274"/>
                    <a:pt x="3047" y="1729"/>
                    <a:pt x="4639" y="1729"/>
                  </a:cubicBezTo>
                  <a:lnTo>
                    <a:pt x="61352" y="1729"/>
                  </a:lnTo>
                  <a:lnTo>
                    <a:pt x="61352" y="956"/>
                  </a:lnTo>
                  <a:lnTo>
                    <a:pt x="4639" y="956"/>
                  </a:lnTo>
                  <a:cubicBezTo>
                    <a:pt x="3366" y="956"/>
                    <a:pt x="2138" y="637"/>
                    <a:pt x="91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5" name="Google Shape;26465;p27"/>
            <p:cNvSpPr/>
            <p:nvPr/>
          </p:nvSpPr>
          <p:spPr>
            <a:xfrm>
              <a:off x="2622400" y="2564700"/>
              <a:ext cx="103475" cy="103500"/>
            </a:xfrm>
            <a:custGeom>
              <a:rect b="b" l="l" r="r" t="t"/>
              <a:pathLst>
                <a:path extrusionOk="0" h="4140" w="4139">
                  <a:moveTo>
                    <a:pt x="0" y="0"/>
                  </a:moveTo>
                  <a:lnTo>
                    <a:pt x="0" y="4139"/>
                  </a:lnTo>
                  <a:lnTo>
                    <a:pt x="4139" y="4139"/>
                  </a:lnTo>
                  <a:lnTo>
                    <a:pt x="4139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6" name="Google Shape;26466;p27"/>
            <p:cNvSpPr/>
            <p:nvPr/>
          </p:nvSpPr>
          <p:spPr>
            <a:xfrm>
              <a:off x="2769075" y="1848400"/>
              <a:ext cx="77325" cy="78475"/>
            </a:xfrm>
            <a:custGeom>
              <a:rect b="b" l="l" r="r" t="t"/>
              <a:pathLst>
                <a:path extrusionOk="0" h="3139" w="3093">
                  <a:moveTo>
                    <a:pt x="0" y="0"/>
                  </a:moveTo>
                  <a:lnTo>
                    <a:pt x="0" y="3138"/>
                  </a:lnTo>
                  <a:lnTo>
                    <a:pt x="3093" y="3138"/>
                  </a:lnTo>
                  <a:lnTo>
                    <a:pt x="3093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7" name="Google Shape;26467;p27"/>
            <p:cNvSpPr/>
            <p:nvPr/>
          </p:nvSpPr>
          <p:spPr>
            <a:xfrm>
              <a:off x="2850925" y="4155350"/>
              <a:ext cx="352500" cy="503725"/>
            </a:xfrm>
            <a:custGeom>
              <a:rect b="b" l="l" r="r" t="t"/>
              <a:pathLst>
                <a:path extrusionOk="0" h="20149" w="14100">
                  <a:moveTo>
                    <a:pt x="1" y="1"/>
                  </a:moveTo>
                  <a:lnTo>
                    <a:pt x="1" y="20148"/>
                  </a:lnTo>
                  <a:lnTo>
                    <a:pt x="14099" y="20148"/>
                  </a:lnTo>
                  <a:lnTo>
                    <a:pt x="14099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8" name="Google Shape;26468;p27"/>
            <p:cNvSpPr/>
            <p:nvPr/>
          </p:nvSpPr>
          <p:spPr>
            <a:xfrm>
              <a:off x="2110750" y="2993350"/>
              <a:ext cx="1092675" cy="600350"/>
            </a:xfrm>
            <a:custGeom>
              <a:rect b="b" l="l" r="r" t="t"/>
              <a:pathLst>
                <a:path extrusionOk="0" h="24014" w="43707">
                  <a:moveTo>
                    <a:pt x="43706" y="0"/>
                  </a:moveTo>
                  <a:lnTo>
                    <a:pt x="10779" y="18056"/>
                  </a:lnTo>
                  <a:cubicBezTo>
                    <a:pt x="7459" y="19875"/>
                    <a:pt x="3775" y="21012"/>
                    <a:pt x="0" y="21421"/>
                  </a:cubicBezTo>
                  <a:lnTo>
                    <a:pt x="637" y="22058"/>
                  </a:lnTo>
                  <a:cubicBezTo>
                    <a:pt x="1865" y="23332"/>
                    <a:pt x="3548" y="24014"/>
                    <a:pt x="5321" y="24014"/>
                  </a:cubicBezTo>
                  <a:lnTo>
                    <a:pt x="43706" y="24014"/>
                  </a:lnTo>
                  <a:lnTo>
                    <a:pt x="43706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9" name="Google Shape;26469;p27"/>
            <p:cNvSpPr/>
            <p:nvPr/>
          </p:nvSpPr>
          <p:spPr>
            <a:xfrm>
              <a:off x="2648550" y="3100225"/>
              <a:ext cx="554875" cy="303600"/>
            </a:xfrm>
            <a:custGeom>
              <a:rect b="b" l="l" r="r" t="t"/>
              <a:pathLst>
                <a:path extrusionOk="0" h="12144" w="22195">
                  <a:moveTo>
                    <a:pt x="22194" y="0"/>
                  </a:moveTo>
                  <a:lnTo>
                    <a:pt x="0" y="12144"/>
                  </a:lnTo>
                  <a:lnTo>
                    <a:pt x="22194" y="12144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0" name="Google Shape;26470;p27"/>
            <p:cNvSpPr/>
            <p:nvPr/>
          </p:nvSpPr>
          <p:spPr>
            <a:xfrm>
              <a:off x="2343825" y="3683500"/>
              <a:ext cx="859600" cy="482125"/>
            </a:xfrm>
            <a:custGeom>
              <a:rect b="b" l="l" r="r" t="t"/>
              <a:pathLst>
                <a:path extrusionOk="0" h="19285" w="34384">
                  <a:moveTo>
                    <a:pt x="1" y="1"/>
                  </a:moveTo>
                  <a:lnTo>
                    <a:pt x="1" y="19284"/>
                  </a:lnTo>
                  <a:lnTo>
                    <a:pt x="34383" y="19284"/>
                  </a:lnTo>
                  <a:lnTo>
                    <a:pt x="34383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1" name="Google Shape;26471;p27"/>
            <p:cNvSpPr/>
            <p:nvPr/>
          </p:nvSpPr>
          <p:spPr>
            <a:xfrm>
              <a:off x="2337000" y="4165600"/>
              <a:ext cx="866425" cy="44350"/>
            </a:xfrm>
            <a:custGeom>
              <a:rect b="b" l="l" r="r" t="t"/>
              <a:pathLst>
                <a:path extrusionOk="0" h="1774" w="34657">
                  <a:moveTo>
                    <a:pt x="1" y="0"/>
                  </a:moveTo>
                  <a:lnTo>
                    <a:pt x="1" y="1774"/>
                  </a:lnTo>
                  <a:lnTo>
                    <a:pt x="34656" y="1774"/>
                  </a:lnTo>
                  <a:lnTo>
                    <a:pt x="346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2" name="Google Shape;26472;p27"/>
            <p:cNvSpPr/>
            <p:nvPr/>
          </p:nvSpPr>
          <p:spPr>
            <a:xfrm>
              <a:off x="2622400" y="3872250"/>
              <a:ext cx="103475" cy="104625"/>
            </a:xfrm>
            <a:custGeom>
              <a:rect b="b" l="l" r="r" t="t"/>
              <a:pathLst>
                <a:path extrusionOk="0" h="4185" w="4139">
                  <a:moveTo>
                    <a:pt x="0" y="0"/>
                  </a:moveTo>
                  <a:lnTo>
                    <a:pt x="0" y="4184"/>
                  </a:lnTo>
                  <a:lnTo>
                    <a:pt x="4139" y="4184"/>
                  </a:lnTo>
                  <a:lnTo>
                    <a:pt x="4139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3" name="Google Shape;26473;p27"/>
            <p:cNvSpPr/>
            <p:nvPr/>
          </p:nvSpPr>
          <p:spPr>
            <a:xfrm>
              <a:off x="2067550" y="4595375"/>
              <a:ext cx="1135875" cy="63700"/>
            </a:xfrm>
            <a:custGeom>
              <a:rect b="b" l="l" r="r" t="t"/>
              <a:pathLst>
                <a:path extrusionOk="0" h="2548" w="45435">
                  <a:moveTo>
                    <a:pt x="0" y="0"/>
                  </a:moveTo>
                  <a:lnTo>
                    <a:pt x="0" y="2547"/>
                  </a:lnTo>
                  <a:lnTo>
                    <a:pt x="45434" y="2547"/>
                  </a:lnTo>
                  <a:lnTo>
                    <a:pt x="4543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0_1_1_1">
    <p:spTree>
      <p:nvGrpSpPr>
        <p:cNvPr id="26474" name="Shape 26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75" name="Google Shape;26475;p28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6476" name="Google Shape;26476;p28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7" name="Google Shape;26477;p28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8" name="Google Shape;26478;p28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9" name="Google Shape;26479;p28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0" name="Google Shape;26480;p28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1" name="Google Shape;26481;p28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2" name="Google Shape;26482;p28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3" name="Google Shape;26483;p28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4" name="Google Shape;26484;p28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5" name="Google Shape;26485;p28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6" name="Google Shape;26486;p28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7" name="Google Shape;26487;p28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8" name="Google Shape;26488;p28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9" name="Google Shape;26489;p28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0" name="Google Shape;26490;p28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1" name="Google Shape;26491;p28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2" name="Google Shape;26492;p28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3" name="Google Shape;26493;p28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4" name="Google Shape;26494;p28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5" name="Google Shape;26495;p28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6" name="Google Shape;26496;p28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7" name="Google Shape;26497;p28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8" name="Google Shape;26498;p28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9" name="Google Shape;26499;p28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0" name="Google Shape;26500;p28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1" name="Google Shape;26501;p28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2" name="Google Shape;26502;p28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3" name="Google Shape;26503;p28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4" name="Google Shape;26504;p28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5" name="Google Shape;26505;p28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6" name="Google Shape;26506;p28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7" name="Google Shape;26507;p28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8" name="Google Shape;26508;p28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9" name="Google Shape;26509;p28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0" name="Google Shape;26510;p28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1" name="Google Shape;26511;p28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2" name="Google Shape;26512;p28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3" name="Google Shape;26513;p28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4" name="Google Shape;26514;p28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5" name="Google Shape;26515;p28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6" name="Google Shape;26516;p28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7" name="Google Shape;26517;p28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8" name="Google Shape;26518;p28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9" name="Google Shape;26519;p28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0" name="Google Shape;26520;p28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1" name="Google Shape;26521;p28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2" name="Google Shape;26522;p28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3" name="Google Shape;26523;p28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4" name="Google Shape;26524;p28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5" name="Google Shape;26525;p28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6" name="Google Shape;26526;p28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7" name="Google Shape;26527;p28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8" name="Google Shape;26528;p28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9" name="Google Shape;26529;p28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0" name="Google Shape;26530;p28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1" name="Google Shape;26531;p28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2" name="Google Shape;26532;p28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3" name="Google Shape;26533;p28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4" name="Google Shape;26534;p28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5" name="Google Shape;26535;p28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6" name="Google Shape;26536;p28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7" name="Google Shape;26537;p28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8" name="Google Shape;26538;p28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9" name="Google Shape;26539;p28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0" name="Google Shape;26540;p28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1" name="Google Shape;26541;p28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2" name="Google Shape;26542;p28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3" name="Google Shape;26543;p28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4" name="Google Shape;26544;p28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5" name="Google Shape;26545;p28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6" name="Google Shape;26546;p28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7" name="Google Shape;26547;p28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8" name="Google Shape;26548;p28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9" name="Google Shape;26549;p28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0" name="Google Shape;26550;p28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1" name="Google Shape;26551;p28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2" name="Google Shape;26552;p28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3" name="Google Shape;26553;p28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4" name="Google Shape;26554;p28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5" name="Google Shape;26555;p28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6" name="Google Shape;26556;p28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7" name="Google Shape;26557;p28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8" name="Google Shape;26558;p28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9" name="Google Shape;26559;p28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0" name="Google Shape;26560;p28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1" name="Google Shape;26561;p28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2" name="Google Shape;26562;p28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3" name="Google Shape;26563;p28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4" name="Google Shape;26564;p28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5" name="Google Shape;26565;p28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6" name="Google Shape;26566;p28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7" name="Google Shape;26567;p28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8" name="Google Shape;26568;p28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9" name="Google Shape;26569;p28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0" name="Google Shape;26570;p28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1" name="Google Shape;26571;p28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2" name="Google Shape;26572;p28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3" name="Google Shape;26573;p28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4" name="Google Shape;26574;p28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5" name="Google Shape;26575;p28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6" name="Google Shape;26576;p28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7" name="Google Shape;26577;p28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8" name="Google Shape;26578;p28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9" name="Google Shape;26579;p28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0" name="Google Shape;26580;p28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1" name="Google Shape;26581;p28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2" name="Google Shape;26582;p28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3" name="Google Shape;26583;p28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4" name="Google Shape;26584;p28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5" name="Google Shape;26585;p28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6" name="Google Shape;26586;p28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7" name="Google Shape;26587;p28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8" name="Google Shape;26588;p28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9" name="Google Shape;26589;p28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0" name="Google Shape;26590;p28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1" name="Google Shape;26591;p28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2" name="Google Shape;26592;p28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3" name="Google Shape;26593;p28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4" name="Google Shape;26594;p28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5" name="Google Shape;26595;p28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6" name="Google Shape;26596;p28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7" name="Google Shape;26597;p28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8" name="Google Shape;26598;p28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9" name="Google Shape;26599;p28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0" name="Google Shape;26600;p28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1" name="Google Shape;26601;p28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2" name="Google Shape;26602;p28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3" name="Google Shape;26603;p28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4" name="Google Shape;26604;p28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5" name="Google Shape;26605;p28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6" name="Google Shape;26606;p28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7" name="Google Shape;26607;p28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8" name="Google Shape;26608;p28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9" name="Google Shape;26609;p28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0" name="Google Shape;26610;p28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1" name="Google Shape;26611;p28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2" name="Google Shape;26612;p28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3" name="Google Shape;26613;p28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4" name="Google Shape;26614;p28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5" name="Google Shape;26615;p28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6" name="Google Shape;26616;p28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7" name="Google Shape;26617;p28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8" name="Google Shape;26618;p28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9" name="Google Shape;26619;p28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0" name="Google Shape;26620;p28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1" name="Google Shape;26621;p28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2" name="Google Shape;26622;p28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3" name="Google Shape;26623;p28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4" name="Google Shape;26624;p28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5" name="Google Shape;26625;p28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6" name="Google Shape;26626;p28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7" name="Google Shape;26627;p28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8" name="Google Shape;26628;p28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9" name="Google Shape;26629;p28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0" name="Google Shape;26630;p28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1" name="Google Shape;26631;p28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2" name="Google Shape;26632;p28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3" name="Google Shape;26633;p28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4" name="Google Shape;26634;p28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5" name="Google Shape;26635;p28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6" name="Google Shape;26636;p28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7" name="Google Shape;26637;p28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8" name="Google Shape;26638;p28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9" name="Google Shape;26639;p28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0" name="Google Shape;26640;p28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1" name="Google Shape;26641;p28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2" name="Google Shape;26642;p28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3" name="Google Shape;26643;p28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4" name="Google Shape;26644;p28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5" name="Google Shape;26645;p28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6" name="Google Shape;26646;p28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7" name="Google Shape;26647;p28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8" name="Google Shape;26648;p28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9" name="Google Shape;26649;p28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0" name="Google Shape;26650;p28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1" name="Google Shape;26651;p28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2" name="Google Shape;26652;p28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3" name="Google Shape;26653;p28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4" name="Google Shape;26654;p28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5" name="Google Shape;26655;p28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6" name="Google Shape;26656;p28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7" name="Google Shape;26657;p28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8" name="Google Shape;26658;p28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9" name="Google Shape;26659;p28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0" name="Google Shape;26660;p28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1" name="Google Shape;26661;p28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2" name="Google Shape;26662;p28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3" name="Google Shape;26663;p28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4" name="Google Shape;26664;p28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5" name="Google Shape;26665;p28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6" name="Google Shape;26666;p28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7" name="Google Shape;26667;p28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8" name="Google Shape;26668;p28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9" name="Google Shape;26669;p28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0" name="Google Shape;26670;p28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1" name="Google Shape;26671;p28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2" name="Google Shape;26672;p28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3" name="Google Shape;26673;p28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4" name="Google Shape;26674;p28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5" name="Google Shape;26675;p28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6" name="Google Shape;26676;p28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7" name="Google Shape;26677;p28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8" name="Google Shape;26678;p28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9" name="Google Shape;26679;p28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0" name="Google Shape;26680;p28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1" name="Google Shape;26681;p28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2" name="Google Shape;26682;p28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3" name="Google Shape;26683;p28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4" name="Google Shape;26684;p28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5" name="Google Shape;26685;p28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6" name="Google Shape;26686;p28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7" name="Google Shape;26687;p28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8" name="Google Shape;26688;p28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9" name="Google Shape;26689;p28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0" name="Google Shape;26690;p28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1" name="Google Shape;26691;p28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2" name="Google Shape;26692;p28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3" name="Google Shape;26693;p28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4" name="Google Shape;26694;p28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5" name="Google Shape;26695;p28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6" name="Google Shape;26696;p28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7" name="Google Shape;26697;p28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8" name="Google Shape;26698;p28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9" name="Google Shape;26699;p28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0" name="Google Shape;26700;p28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1" name="Google Shape;26701;p28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2" name="Google Shape;26702;p28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3" name="Google Shape;26703;p28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4" name="Google Shape;26704;p28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5" name="Google Shape;26705;p28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6" name="Google Shape;26706;p28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7" name="Google Shape;26707;p28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8" name="Google Shape;26708;p28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9" name="Google Shape;26709;p28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0" name="Google Shape;26710;p28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1" name="Google Shape;26711;p28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2" name="Google Shape;26712;p28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3" name="Google Shape;26713;p28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4" name="Google Shape;26714;p28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5" name="Google Shape;26715;p28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6" name="Google Shape;26716;p28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7" name="Google Shape;26717;p28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8" name="Google Shape;26718;p28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9" name="Google Shape;26719;p28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0" name="Google Shape;26720;p28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1" name="Google Shape;26721;p28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2" name="Google Shape;26722;p28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3" name="Google Shape;26723;p28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4" name="Google Shape;26724;p28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5" name="Google Shape;26725;p28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6" name="Google Shape;26726;p28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7" name="Google Shape;26727;p28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8" name="Google Shape;26728;p28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9" name="Google Shape;26729;p28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0" name="Google Shape;26730;p28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1" name="Google Shape;26731;p28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2" name="Google Shape;26732;p28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3" name="Google Shape;26733;p28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4" name="Google Shape;26734;p28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5" name="Google Shape;26735;p28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6" name="Google Shape;26736;p28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7" name="Google Shape;26737;p28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8" name="Google Shape;26738;p28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9" name="Google Shape;26739;p28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0" name="Google Shape;26740;p28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1" name="Google Shape;26741;p28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2" name="Google Shape;26742;p28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3" name="Google Shape;26743;p28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4" name="Google Shape;26744;p28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5" name="Google Shape;26745;p28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6" name="Google Shape;26746;p28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7" name="Google Shape;26747;p28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8" name="Google Shape;26748;p28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9" name="Google Shape;26749;p28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0" name="Google Shape;26750;p28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1" name="Google Shape;26751;p28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2" name="Google Shape;26752;p28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3" name="Google Shape;26753;p28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4" name="Google Shape;26754;p28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5" name="Google Shape;26755;p28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6" name="Google Shape;26756;p28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7" name="Google Shape;26757;p28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8" name="Google Shape;26758;p28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9" name="Google Shape;26759;p28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0" name="Google Shape;26760;p28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1" name="Google Shape;26761;p28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2" name="Google Shape;26762;p28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3" name="Google Shape;26763;p28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4" name="Google Shape;26764;p28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5" name="Google Shape;26765;p28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6" name="Google Shape;26766;p28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7" name="Google Shape;26767;p28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8" name="Google Shape;26768;p28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9" name="Google Shape;26769;p28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0" name="Google Shape;26770;p28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1" name="Google Shape;26771;p28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2" name="Google Shape;26772;p28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3" name="Google Shape;26773;p28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4" name="Google Shape;26774;p28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5" name="Google Shape;26775;p28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6" name="Google Shape;26776;p28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7" name="Google Shape;26777;p28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8" name="Google Shape;26778;p28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9" name="Google Shape;26779;p28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0" name="Google Shape;26780;p28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1" name="Google Shape;26781;p28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2" name="Google Shape;26782;p28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3" name="Google Shape;26783;p28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4" name="Google Shape;26784;p28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5" name="Google Shape;26785;p28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6" name="Google Shape;26786;p28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7" name="Google Shape;26787;p28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8" name="Google Shape;26788;p28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9" name="Google Shape;26789;p28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0" name="Google Shape;26790;p28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1" name="Google Shape;26791;p28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2" name="Google Shape;26792;p28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3" name="Google Shape;26793;p28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4" name="Google Shape;26794;p28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5" name="Google Shape;26795;p28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6" name="Google Shape;26796;p28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7" name="Google Shape;26797;p28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8" name="Google Shape;26798;p28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9" name="Google Shape;26799;p28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0" name="Google Shape;26800;p28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1" name="Google Shape;26801;p28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2" name="Google Shape;26802;p28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3" name="Google Shape;26803;p28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4" name="Google Shape;26804;p28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5" name="Google Shape;26805;p28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6" name="Google Shape;26806;p28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7" name="Google Shape;26807;p28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8" name="Google Shape;26808;p28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9" name="Google Shape;26809;p28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0" name="Google Shape;26810;p28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1" name="Google Shape;26811;p28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2" name="Google Shape;26812;p28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3" name="Google Shape;26813;p28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4" name="Google Shape;26814;p28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5" name="Google Shape;26815;p28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6" name="Google Shape;26816;p28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7" name="Google Shape;26817;p28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8" name="Google Shape;26818;p28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9" name="Google Shape;26819;p28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0" name="Google Shape;26820;p28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1" name="Google Shape;26821;p28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2" name="Google Shape;26822;p28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3" name="Google Shape;26823;p28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4" name="Google Shape;26824;p28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5" name="Google Shape;26825;p28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6" name="Google Shape;26826;p28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7" name="Google Shape;26827;p28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8" name="Google Shape;26828;p28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9" name="Google Shape;26829;p28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0" name="Google Shape;26830;p28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1" name="Google Shape;26831;p28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2" name="Google Shape;26832;p28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3" name="Google Shape;26833;p28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4" name="Google Shape;26834;p28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5" name="Google Shape;26835;p28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6" name="Google Shape;26836;p28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7" name="Google Shape;26837;p28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8" name="Google Shape;26838;p28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9" name="Google Shape;26839;p28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0" name="Google Shape;26840;p28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1" name="Google Shape;26841;p28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2" name="Google Shape;26842;p28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3" name="Google Shape;26843;p28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4" name="Google Shape;26844;p28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5" name="Google Shape;26845;p28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6" name="Google Shape;26846;p28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7" name="Google Shape;26847;p28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8" name="Google Shape;26848;p28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9" name="Google Shape;26849;p28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0" name="Google Shape;26850;p28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1" name="Google Shape;26851;p28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2" name="Google Shape;26852;p28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3" name="Google Shape;26853;p28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4" name="Google Shape;26854;p28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5" name="Google Shape;26855;p28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6" name="Google Shape;26856;p28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7" name="Google Shape;26857;p28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8" name="Google Shape;26858;p28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9" name="Google Shape;26859;p28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0" name="Google Shape;26860;p28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1" name="Google Shape;26861;p28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2" name="Google Shape;26862;p28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3" name="Google Shape;26863;p28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4" name="Google Shape;26864;p28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5" name="Google Shape;26865;p28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6" name="Google Shape;26866;p28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7" name="Google Shape;26867;p28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8" name="Google Shape;26868;p28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9" name="Google Shape;26869;p28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0" name="Google Shape;26870;p28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1" name="Google Shape;26871;p28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2" name="Google Shape;26872;p28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3" name="Google Shape;26873;p28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4" name="Google Shape;26874;p28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5" name="Google Shape;26875;p28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6" name="Google Shape;26876;p28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7" name="Google Shape;26877;p28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8" name="Google Shape;26878;p28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9" name="Google Shape;26879;p28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0" name="Google Shape;26880;p28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1" name="Google Shape;26881;p28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2" name="Google Shape;26882;p28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3" name="Google Shape;26883;p28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4" name="Google Shape;26884;p28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5" name="Google Shape;26885;p28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6" name="Google Shape;26886;p28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7" name="Google Shape;26887;p28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8" name="Google Shape;26888;p28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9" name="Google Shape;26889;p28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0" name="Google Shape;26890;p28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1" name="Google Shape;26891;p28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2" name="Google Shape;26892;p28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3" name="Google Shape;26893;p28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4" name="Google Shape;26894;p28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5" name="Google Shape;26895;p28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6" name="Google Shape;26896;p28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7" name="Google Shape;26897;p28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8" name="Google Shape;26898;p28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9" name="Google Shape;26899;p28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0" name="Google Shape;26900;p28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1" name="Google Shape;26901;p28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2" name="Google Shape;26902;p28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3" name="Google Shape;26903;p28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4" name="Google Shape;26904;p28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5" name="Google Shape;26905;p28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6" name="Google Shape;26906;p28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7" name="Google Shape;26907;p28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8" name="Google Shape;26908;p28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9" name="Google Shape;26909;p28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0" name="Google Shape;26910;p28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1" name="Google Shape;26911;p28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2" name="Google Shape;26912;p28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3" name="Google Shape;26913;p28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4" name="Google Shape;26914;p28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5" name="Google Shape;26915;p28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6" name="Google Shape;26916;p28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7" name="Google Shape;26917;p28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8" name="Google Shape;26918;p28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9" name="Google Shape;26919;p28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0" name="Google Shape;26920;p28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1" name="Google Shape;26921;p28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2" name="Google Shape;26922;p28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3" name="Google Shape;26923;p28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4" name="Google Shape;26924;p28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5" name="Google Shape;26925;p28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6" name="Google Shape;26926;p28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7" name="Google Shape;26927;p28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8" name="Google Shape;26928;p28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9" name="Google Shape;26929;p28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0" name="Google Shape;26930;p28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1" name="Google Shape;26931;p28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2" name="Google Shape;26932;p28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3" name="Google Shape;26933;p28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4" name="Google Shape;26934;p28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5" name="Google Shape;26935;p28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6" name="Google Shape;26936;p28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7" name="Google Shape;26937;p28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8" name="Google Shape;26938;p28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9" name="Google Shape;26939;p28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0" name="Google Shape;26940;p28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1" name="Google Shape;26941;p28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2" name="Google Shape;26942;p28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3" name="Google Shape;26943;p28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4" name="Google Shape;26944;p28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5" name="Google Shape;26945;p28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6" name="Google Shape;26946;p28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7" name="Google Shape;26947;p28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8" name="Google Shape;26948;p28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9" name="Google Shape;26949;p28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0" name="Google Shape;26950;p28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1" name="Google Shape;26951;p28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2" name="Google Shape;26952;p28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3" name="Google Shape;26953;p28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4" name="Google Shape;26954;p28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5" name="Google Shape;26955;p28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6" name="Google Shape;26956;p28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7" name="Google Shape;26957;p28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8" name="Google Shape;26958;p28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9" name="Google Shape;26959;p28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0" name="Google Shape;26960;p28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1" name="Google Shape;26961;p28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2" name="Google Shape;26962;p28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3" name="Google Shape;26963;p28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4" name="Google Shape;26964;p28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5" name="Google Shape;26965;p28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6" name="Google Shape;26966;p28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7" name="Google Shape;26967;p28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8" name="Google Shape;26968;p28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9" name="Google Shape;26969;p28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0" name="Google Shape;26970;p28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1" name="Google Shape;26971;p28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2" name="Google Shape;26972;p28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3" name="Google Shape;26973;p28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4" name="Google Shape;26974;p28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5" name="Google Shape;26975;p28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6" name="Google Shape;26976;p28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7" name="Google Shape;26977;p28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8" name="Google Shape;26978;p28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9" name="Google Shape;26979;p28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0" name="Google Shape;26980;p28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1" name="Google Shape;26981;p28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2" name="Google Shape;26982;p28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3" name="Google Shape;26983;p28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4" name="Google Shape;26984;p28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5" name="Google Shape;26985;p28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6" name="Google Shape;26986;p28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7" name="Google Shape;26987;p28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8" name="Google Shape;26988;p28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9" name="Google Shape;26989;p28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0" name="Google Shape;26990;p28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1" name="Google Shape;26991;p28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2" name="Google Shape;26992;p28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3" name="Google Shape;26993;p28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4" name="Google Shape;26994;p28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5" name="Google Shape;26995;p28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6" name="Google Shape;26996;p28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7" name="Google Shape;26997;p28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8" name="Google Shape;26998;p28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9" name="Google Shape;26999;p28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0" name="Google Shape;27000;p28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1" name="Google Shape;27001;p28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2" name="Google Shape;27002;p28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3" name="Google Shape;27003;p28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4" name="Google Shape;27004;p28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5" name="Google Shape;27005;p28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6" name="Google Shape;27006;p28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7" name="Google Shape;27007;p28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8" name="Google Shape;27008;p28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9" name="Google Shape;27009;p28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0" name="Google Shape;27010;p28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1" name="Google Shape;27011;p28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2" name="Google Shape;27012;p28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3" name="Google Shape;27013;p28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4" name="Google Shape;27014;p28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5" name="Google Shape;27015;p28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6" name="Google Shape;27016;p28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7" name="Google Shape;27017;p28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8" name="Google Shape;27018;p28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9" name="Google Shape;27019;p28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0" name="Google Shape;27020;p28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1" name="Google Shape;27021;p28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2" name="Google Shape;27022;p28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3" name="Google Shape;27023;p28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4" name="Google Shape;27024;p28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5" name="Google Shape;27025;p28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6" name="Google Shape;27026;p28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7" name="Google Shape;27027;p28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8" name="Google Shape;27028;p28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9" name="Google Shape;27029;p28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0" name="Google Shape;27030;p28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1" name="Google Shape;27031;p28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2" name="Google Shape;27032;p28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3" name="Google Shape;27033;p28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4" name="Google Shape;27034;p28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5" name="Google Shape;27035;p28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6" name="Google Shape;27036;p28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7" name="Google Shape;27037;p28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8" name="Google Shape;27038;p28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9" name="Google Shape;27039;p28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0" name="Google Shape;27040;p28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1" name="Google Shape;27041;p28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2" name="Google Shape;27042;p28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3" name="Google Shape;27043;p28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4" name="Google Shape;27044;p28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5" name="Google Shape;27045;p28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6" name="Google Shape;27046;p28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7" name="Google Shape;27047;p28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8" name="Google Shape;27048;p28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9" name="Google Shape;27049;p28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0" name="Google Shape;27050;p28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1" name="Google Shape;27051;p28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2" name="Google Shape;27052;p28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3" name="Google Shape;27053;p28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4" name="Google Shape;27054;p28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5" name="Google Shape;27055;p28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6" name="Google Shape;27056;p28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7" name="Google Shape;27057;p28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8" name="Google Shape;27058;p28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9" name="Google Shape;27059;p28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0" name="Google Shape;27060;p28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1" name="Google Shape;27061;p28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2" name="Google Shape;27062;p28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3" name="Google Shape;27063;p28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4" name="Google Shape;27064;p28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5" name="Google Shape;27065;p28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6" name="Google Shape;27066;p28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7" name="Google Shape;27067;p28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8" name="Google Shape;27068;p28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9" name="Google Shape;27069;p28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0" name="Google Shape;27070;p28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1" name="Google Shape;27071;p28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2" name="Google Shape;27072;p28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3" name="Google Shape;27073;p28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4" name="Google Shape;27074;p28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5" name="Google Shape;27075;p28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6" name="Google Shape;27076;p28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7" name="Google Shape;27077;p28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8" name="Google Shape;27078;p28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9" name="Google Shape;27079;p28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0" name="Google Shape;27080;p28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1" name="Google Shape;27081;p28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2" name="Google Shape;27082;p28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3" name="Google Shape;27083;p28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4" name="Google Shape;27084;p28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5" name="Google Shape;27085;p28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6" name="Google Shape;27086;p28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7" name="Google Shape;27087;p28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8" name="Google Shape;27088;p28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9" name="Google Shape;27089;p28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0" name="Google Shape;27090;p28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1" name="Google Shape;27091;p28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2" name="Google Shape;27092;p28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3" name="Google Shape;27093;p28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4" name="Google Shape;27094;p28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5" name="Google Shape;27095;p28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6" name="Google Shape;27096;p28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7" name="Google Shape;27097;p28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8" name="Google Shape;27098;p28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9" name="Google Shape;27099;p28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0" name="Google Shape;27100;p28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1" name="Google Shape;27101;p28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2" name="Google Shape;27102;p28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3" name="Google Shape;27103;p28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4" name="Google Shape;27104;p28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5" name="Google Shape;27105;p28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6" name="Google Shape;27106;p28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7" name="Google Shape;27107;p28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8" name="Google Shape;27108;p28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9" name="Google Shape;27109;p28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0" name="Google Shape;27110;p28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1" name="Google Shape;27111;p28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2" name="Google Shape;27112;p28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3" name="Google Shape;27113;p28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4" name="Google Shape;27114;p28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5" name="Google Shape;27115;p28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6" name="Google Shape;27116;p28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7" name="Google Shape;27117;p28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8" name="Google Shape;27118;p28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9" name="Google Shape;27119;p28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0" name="Google Shape;27120;p28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1" name="Google Shape;27121;p28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2" name="Google Shape;27122;p28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3" name="Google Shape;27123;p28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4" name="Google Shape;27124;p28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5" name="Google Shape;27125;p28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6" name="Google Shape;27126;p28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7" name="Google Shape;27127;p28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8" name="Google Shape;27128;p28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9" name="Google Shape;27129;p28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0" name="Google Shape;27130;p28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1" name="Google Shape;27131;p28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2" name="Google Shape;27132;p28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3" name="Google Shape;27133;p28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4" name="Google Shape;27134;p28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5" name="Google Shape;27135;p28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6" name="Google Shape;27136;p28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7" name="Google Shape;27137;p28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8" name="Google Shape;27138;p28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9" name="Google Shape;27139;p28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0" name="Google Shape;27140;p28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1" name="Google Shape;27141;p28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2" name="Google Shape;27142;p28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3" name="Google Shape;27143;p28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4" name="Google Shape;27144;p28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5" name="Google Shape;27145;p28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6" name="Google Shape;27146;p28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7" name="Google Shape;27147;p28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8" name="Google Shape;27148;p28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9" name="Google Shape;27149;p28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0" name="Google Shape;27150;p28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1" name="Google Shape;27151;p28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2" name="Google Shape;27152;p28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3" name="Google Shape;27153;p28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4" name="Google Shape;27154;p28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5" name="Google Shape;27155;p28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6" name="Google Shape;27156;p28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7" name="Google Shape;27157;p28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8" name="Google Shape;27158;p28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9" name="Google Shape;27159;p28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0" name="Google Shape;27160;p28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1" name="Google Shape;27161;p28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2" name="Google Shape;27162;p28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3" name="Google Shape;27163;p28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4" name="Google Shape;27164;p28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5" name="Google Shape;27165;p28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6" name="Google Shape;27166;p28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7" name="Google Shape;27167;p28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8" name="Google Shape;27168;p28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9" name="Google Shape;27169;p28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0" name="Google Shape;27170;p28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1" name="Google Shape;27171;p28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2" name="Google Shape;27172;p28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3" name="Google Shape;27173;p28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4" name="Google Shape;27174;p28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5" name="Google Shape;27175;p28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6" name="Google Shape;27176;p28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7" name="Google Shape;27177;p28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8" name="Google Shape;27178;p28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9" name="Google Shape;27179;p28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0" name="Google Shape;27180;p28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1" name="Google Shape;27181;p28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2" name="Google Shape;27182;p28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3" name="Google Shape;27183;p28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4" name="Google Shape;27184;p28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5" name="Google Shape;27185;p28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6" name="Google Shape;27186;p28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7" name="Google Shape;27187;p28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8" name="Google Shape;27188;p28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9" name="Google Shape;27189;p28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0" name="Google Shape;27190;p28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1" name="Google Shape;27191;p28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2" name="Google Shape;27192;p28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3" name="Google Shape;27193;p28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4" name="Google Shape;27194;p28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5" name="Google Shape;27195;p28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6" name="Google Shape;27196;p28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7" name="Google Shape;27197;p28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8" name="Google Shape;27198;p28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9" name="Google Shape;27199;p28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0" name="Google Shape;27200;p28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1" name="Google Shape;27201;p28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2" name="Google Shape;27202;p28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3" name="Google Shape;27203;p28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4" name="Google Shape;27204;p28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5" name="Google Shape;27205;p28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6" name="Google Shape;27206;p28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7" name="Google Shape;27207;p28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8" name="Google Shape;27208;p28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9" name="Google Shape;27209;p28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0" name="Google Shape;27210;p28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1" name="Google Shape;27211;p28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2" name="Google Shape;27212;p28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3" name="Google Shape;27213;p28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4" name="Google Shape;27214;p28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5" name="Google Shape;27215;p28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6" name="Google Shape;27216;p28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7" name="Google Shape;27217;p28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8" name="Google Shape;27218;p28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9" name="Google Shape;27219;p28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0" name="Google Shape;27220;p28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1" name="Google Shape;27221;p28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2" name="Google Shape;27222;p28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3" name="Google Shape;27223;p28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4" name="Google Shape;27224;p28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5" name="Google Shape;27225;p28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6" name="Google Shape;27226;p28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7" name="Google Shape;27227;p28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8" name="Google Shape;27228;p28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9" name="Google Shape;27229;p28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0" name="Google Shape;27230;p28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1" name="Google Shape;27231;p28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2" name="Google Shape;27232;p28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3" name="Google Shape;27233;p28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4" name="Google Shape;27234;p28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5" name="Google Shape;27235;p28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6" name="Google Shape;27236;p28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7" name="Google Shape;27237;p28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8" name="Google Shape;27238;p28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9" name="Google Shape;27239;p28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0" name="Google Shape;27240;p28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1" name="Google Shape;27241;p28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2" name="Google Shape;27242;p28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3" name="Google Shape;27243;p28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4" name="Google Shape;27244;p28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5" name="Google Shape;27245;p28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6" name="Google Shape;27246;p28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7" name="Google Shape;27247;p28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8" name="Google Shape;27248;p28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9" name="Google Shape;27249;p28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0" name="Google Shape;27250;p28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1" name="Google Shape;27251;p28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2" name="Google Shape;27252;p28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3" name="Google Shape;27253;p28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4" name="Google Shape;27254;p28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5" name="Google Shape;27255;p28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6" name="Google Shape;27256;p28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7" name="Google Shape;27257;p28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8" name="Google Shape;27258;p28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9" name="Google Shape;27259;p28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0" name="Google Shape;27260;p28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1" name="Google Shape;27261;p28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2" name="Google Shape;27262;p28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3" name="Google Shape;27263;p28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4" name="Google Shape;27264;p28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5" name="Google Shape;27265;p28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6" name="Google Shape;27266;p28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7" name="Google Shape;27267;p28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8" name="Google Shape;27268;p28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9" name="Google Shape;27269;p28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0" name="Google Shape;27270;p28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1" name="Google Shape;27271;p28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2" name="Google Shape;27272;p28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3" name="Google Shape;27273;p28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4" name="Google Shape;27274;p28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5" name="Google Shape;27275;p28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6" name="Google Shape;27276;p28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7" name="Google Shape;27277;p28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8" name="Google Shape;27278;p28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9" name="Google Shape;27279;p28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0" name="Google Shape;27280;p28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1" name="Google Shape;27281;p28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2" name="Google Shape;27282;p28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3" name="Google Shape;27283;p28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4" name="Google Shape;27284;p28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5" name="Google Shape;27285;p28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6" name="Google Shape;27286;p28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7" name="Google Shape;27287;p28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8" name="Google Shape;27288;p28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9" name="Google Shape;27289;p28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0" name="Google Shape;27290;p28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1" name="Google Shape;27291;p28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2" name="Google Shape;27292;p28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3" name="Google Shape;27293;p28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4" name="Google Shape;27294;p28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5" name="Google Shape;27295;p28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6" name="Google Shape;27296;p28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7" name="Google Shape;27297;p28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8" name="Google Shape;27298;p28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9" name="Google Shape;27299;p28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0" name="Google Shape;27300;p28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1" name="Google Shape;27301;p28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2" name="Google Shape;27302;p28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3" name="Google Shape;27303;p28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4" name="Google Shape;27304;p28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5" name="Google Shape;27305;p28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6" name="Google Shape;27306;p28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7" name="Google Shape;27307;p28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8" name="Google Shape;27308;p28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9" name="Google Shape;27309;p28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0" name="Google Shape;27310;p28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1" name="Google Shape;27311;p28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2" name="Google Shape;27312;p28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3" name="Google Shape;27313;p28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4" name="Google Shape;27314;p28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5" name="Google Shape;27315;p28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6" name="Google Shape;27316;p28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7" name="Google Shape;27317;p28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8" name="Google Shape;27318;p28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9" name="Google Shape;27319;p28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0" name="Google Shape;27320;p28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1" name="Google Shape;27321;p28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2" name="Google Shape;27322;p28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3" name="Google Shape;27323;p28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4" name="Google Shape;27324;p28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5" name="Google Shape;27325;p28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6" name="Google Shape;27326;p28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7" name="Google Shape;27327;p28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8" name="Google Shape;27328;p28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9" name="Google Shape;27329;p28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0" name="Google Shape;27330;p28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1" name="Google Shape;27331;p28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2" name="Google Shape;27332;p28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3" name="Google Shape;27333;p28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4" name="Google Shape;27334;p28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5" name="Google Shape;27335;p28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6" name="Google Shape;27336;p28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7" name="Google Shape;27337;p28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8" name="Google Shape;27338;p28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9" name="Google Shape;27339;p28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0" name="Google Shape;27340;p28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1" name="Google Shape;27341;p28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2" name="Google Shape;27342;p28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3" name="Google Shape;27343;p28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4" name="Google Shape;27344;p28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5" name="Google Shape;27345;p28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6" name="Google Shape;27346;p28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7" name="Google Shape;27347;p28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8" name="Google Shape;27348;p28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9" name="Google Shape;27349;p28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0" name="Google Shape;27350;p28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1" name="Google Shape;27351;p28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2" name="Google Shape;27352;p28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3" name="Google Shape;27353;p28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4" name="Google Shape;27354;p28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5" name="Google Shape;27355;p28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6" name="Google Shape;27356;p28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7" name="Google Shape;27357;p28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8" name="Google Shape;27358;p28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9" name="Google Shape;27359;p28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0" name="Google Shape;27360;p28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1" name="Google Shape;27361;p28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2" name="Google Shape;27362;p28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3" name="Google Shape;27363;p28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4" name="Google Shape;27364;p28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5" name="Google Shape;27365;p28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6" name="Google Shape;27366;p28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7" name="Google Shape;27367;p28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8" name="Google Shape;27368;p28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9" name="Google Shape;27369;p28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0" name="Google Shape;27370;p28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1" name="Google Shape;27371;p28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2" name="Google Shape;27372;p28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3" name="Google Shape;27373;p28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4" name="Google Shape;27374;p28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5" name="Google Shape;27375;p28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6" name="Google Shape;27376;p28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7" name="Google Shape;27377;p28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8" name="Google Shape;27378;p28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9" name="Google Shape;27379;p28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0" name="Google Shape;27380;p28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1" name="Google Shape;27381;p28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2" name="Google Shape;27382;p28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3" name="Google Shape;27383;p28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4" name="Google Shape;27384;p28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5" name="Google Shape;27385;p28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6" name="Google Shape;27386;p28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7" name="Google Shape;27387;p28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8" name="Google Shape;27388;p28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9" name="Google Shape;27389;p28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0" name="Google Shape;27390;p28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1" name="Google Shape;27391;p28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2" name="Google Shape;27392;p28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3" name="Google Shape;27393;p28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4" name="Google Shape;27394;p28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5" name="Google Shape;27395;p28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6" name="Google Shape;27396;p28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7" name="Google Shape;27397;p28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8" name="Google Shape;27398;p28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9" name="Google Shape;27399;p28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0" name="Google Shape;27400;p28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1" name="Google Shape;27401;p28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2" name="Google Shape;27402;p28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3" name="Google Shape;27403;p28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4" name="Google Shape;27404;p28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5" name="Google Shape;27405;p28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6" name="Google Shape;27406;p28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7" name="Google Shape;27407;p28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8" name="Google Shape;27408;p28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9" name="Google Shape;27409;p28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0" name="Google Shape;27410;p28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1" name="Google Shape;27411;p28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2" name="Google Shape;27412;p28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3" name="Google Shape;27413;p28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4" name="Google Shape;27414;p28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5" name="Google Shape;27415;p28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6" name="Google Shape;27416;p28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7" name="Google Shape;27417;p28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8" name="Google Shape;27418;p28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9" name="Google Shape;27419;p28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0" name="Google Shape;27420;p28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1" name="Google Shape;27421;p28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2" name="Google Shape;27422;p28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3" name="Google Shape;27423;p28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4" name="Google Shape;27424;p28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5" name="Google Shape;27425;p28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6" name="Google Shape;27426;p28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7" name="Google Shape;27427;p28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8" name="Google Shape;27428;p28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9" name="Google Shape;27429;p28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0" name="Google Shape;27430;p28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1" name="Google Shape;27431;p28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2" name="Google Shape;27432;p28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3" name="Google Shape;27433;p28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4" name="Google Shape;27434;p28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5" name="Google Shape;27435;p28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6" name="Google Shape;27436;p28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7" name="Google Shape;27437;p28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8" name="Google Shape;27438;p28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9" name="Google Shape;27439;p28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0" name="Google Shape;27440;p28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1" name="Google Shape;27441;p28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2" name="Google Shape;27442;p28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3" name="Google Shape;27443;p28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4" name="Google Shape;27444;p28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5" name="Google Shape;27445;p28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6" name="Google Shape;27446;p28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7" name="Google Shape;27447;p28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8" name="Google Shape;27448;p28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9" name="Google Shape;27449;p28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0" name="Google Shape;27450;p28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1" name="Google Shape;27451;p28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2" name="Google Shape;27452;p28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3" name="Google Shape;27453;p28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4" name="Google Shape;27454;p28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5" name="Google Shape;27455;p28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6" name="Google Shape;27456;p28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7" name="Google Shape;27457;p28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8" name="Google Shape;27458;p28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9" name="Google Shape;27459;p28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0" name="Google Shape;27460;p28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1" name="Google Shape;27461;p28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2" name="Google Shape;27462;p28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3" name="Google Shape;27463;p28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4" name="Google Shape;27464;p28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5" name="Google Shape;27465;p28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6" name="Google Shape;27466;p28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7" name="Google Shape;27467;p28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8" name="Google Shape;27468;p28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9" name="Google Shape;27469;p28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0" name="Google Shape;27470;p28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1" name="Google Shape;27471;p28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2" name="Google Shape;27472;p28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3" name="Google Shape;27473;p28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4" name="Google Shape;27474;p28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5" name="Google Shape;27475;p28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6" name="Google Shape;27476;p28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7" name="Google Shape;27477;p28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8" name="Google Shape;27478;p28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9" name="Google Shape;27479;p28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0" name="Google Shape;27480;p28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1" name="Google Shape;27481;p28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2" name="Google Shape;27482;p28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3" name="Google Shape;27483;p28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4" name="Google Shape;27484;p28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5" name="Google Shape;27485;p28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6" name="Google Shape;27486;p28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7" name="Google Shape;27487;p28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8" name="Google Shape;27488;p28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9" name="Google Shape;27489;p28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0" name="Google Shape;27490;p28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1" name="Google Shape;27491;p28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2" name="Google Shape;27492;p28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3" name="Google Shape;27493;p28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4" name="Google Shape;27494;p28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5" name="Google Shape;27495;p28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6" name="Google Shape;27496;p28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7" name="Google Shape;27497;p28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98" name="Google Shape;27498;p28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499" name="Google Shape;27499;p28"/>
          <p:cNvGrpSpPr/>
          <p:nvPr/>
        </p:nvGrpSpPr>
        <p:grpSpPr>
          <a:xfrm>
            <a:off x="-32865" y="1055110"/>
            <a:ext cx="1562566" cy="3259365"/>
            <a:chOff x="4174400" y="1241475"/>
            <a:chExt cx="1638425" cy="3417600"/>
          </a:xfrm>
        </p:grpSpPr>
        <p:sp>
          <p:nvSpPr>
            <p:cNvPr id="27500" name="Google Shape;27500;p28"/>
            <p:cNvSpPr/>
            <p:nvPr/>
          </p:nvSpPr>
          <p:spPr>
            <a:xfrm>
              <a:off x="5032825" y="2093975"/>
              <a:ext cx="402525" cy="519650"/>
            </a:xfrm>
            <a:custGeom>
              <a:rect b="b" l="l" r="r" t="t"/>
              <a:pathLst>
                <a:path extrusionOk="0" h="20786" w="16101">
                  <a:moveTo>
                    <a:pt x="13781" y="1"/>
                  </a:moveTo>
                  <a:cubicBezTo>
                    <a:pt x="12871" y="1"/>
                    <a:pt x="12007" y="592"/>
                    <a:pt x="11643" y="1456"/>
                  </a:cubicBezTo>
                  <a:lnTo>
                    <a:pt x="11371" y="2138"/>
                  </a:lnTo>
                  <a:lnTo>
                    <a:pt x="1" y="2138"/>
                  </a:lnTo>
                  <a:lnTo>
                    <a:pt x="1" y="20785"/>
                  </a:lnTo>
                  <a:lnTo>
                    <a:pt x="16100" y="20785"/>
                  </a:lnTo>
                  <a:lnTo>
                    <a:pt x="16100" y="2320"/>
                  </a:lnTo>
                  <a:cubicBezTo>
                    <a:pt x="16100" y="1047"/>
                    <a:pt x="15054" y="1"/>
                    <a:pt x="13781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1" name="Google Shape;27501;p28"/>
            <p:cNvSpPr/>
            <p:nvPr/>
          </p:nvSpPr>
          <p:spPr>
            <a:xfrm>
              <a:off x="5032825" y="2093975"/>
              <a:ext cx="402525" cy="161475"/>
            </a:xfrm>
            <a:custGeom>
              <a:rect b="b" l="l" r="r" t="t"/>
              <a:pathLst>
                <a:path extrusionOk="0" h="6459" w="16101">
                  <a:moveTo>
                    <a:pt x="13781" y="1"/>
                  </a:moveTo>
                  <a:cubicBezTo>
                    <a:pt x="12871" y="1"/>
                    <a:pt x="12007" y="592"/>
                    <a:pt x="11643" y="1456"/>
                  </a:cubicBezTo>
                  <a:lnTo>
                    <a:pt x="11371" y="2138"/>
                  </a:lnTo>
                  <a:lnTo>
                    <a:pt x="1" y="2138"/>
                  </a:lnTo>
                  <a:lnTo>
                    <a:pt x="1" y="6459"/>
                  </a:lnTo>
                  <a:lnTo>
                    <a:pt x="16100" y="6459"/>
                  </a:lnTo>
                  <a:lnTo>
                    <a:pt x="16100" y="2320"/>
                  </a:lnTo>
                  <a:cubicBezTo>
                    <a:pt x="16100" y="1047"/>
                    <a:pt x="15054" y="1"/>
                    <a:pt x="13781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2" name="Google Shape;27502;p28"/>
            <p:cNvSpPr/>
            <p:nvPr/>
          </p:nvSpPr>
          <p:spPr>
            <a:xfrm>
              <a:off x="4174400" y="3103625"/>
              <a:ext cx="1638425" cy="211525"/>
            </a:xfrm>
            <a:custGeom>
              <a:rect b="b" l="l" r="r" t="t"/>
              <a:pathLst>
                <a:path extrusionOk="0" h="8461" w="65537">
                  <a:moveTo>
                    <a:pt x="0" y="1"/>
                  </a:moveTo>
                  <a:lnTo>
                    <a:pt x="0" y="8460"/>
                  </a:lnTo>
                  <a:lnTo>
                    <a:pt x="57896" y="8460"/>
                  </a:lnTo>
                  <a:cubicBezTo>
                    <a:pt x="60716" y="8460"/>
                    <a:pt x="63399" y="7505"/>
                    <a:pt x="65537" y="5731"/>
                  </a:cubicBezTo>
                  <a:lnTo>
                    <a:pt x="65082" y="5731"/>
                  </a:lnTo>
                  <a:cubicBezTo>
                    <a:pt x="62535" y="5731"/>
                    <a:pt x="60079" y="4958"/>
                    <a:pt x="58033" y="3503"/>
                  </a:cubicBezTo>
                  <a:lnTo>
                    <a:pt x="5307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3" name="Google Shape;27503;p28"/>
            <p:cNvSpPr/>
            <p:nvPr/>
          </p:nvSpPr>
          <p:spPr>
            <a:xfrm>
              <a:off x="4174400" y="3103625"/>
              <a:ext cx="1030150" cy="211525"/>
            </a:xfrm>
            <a:custGeom>
              <a:rect b="b" l="l" r="r" t="t"/>
              <a:pathLst>
                <a:path extrusionOk="0" h="8461" w="41206">
                  <a:moveTo>
                    <a:pt x="0" y="1"/>
                  </a:moveTo>
                  <a:lnTo>
                    <a:pt x="0" y="8460"/>
                  </a:lnTo>
                  <a:lnTo>
                    <a:pt x="41205" y="8460"/>
                  </a:lnTo>
                  <a:cubicBezTo>
                    <a:pt x="39068" y="8142"/>
                    <a:pt x="37021" y="7050"/>
                    <a:pt x="35293" y="5186"/>
                  </a:cubicBezTo>
                  <a:lnTo>
                    <a:pt x="3033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4" name="Google Shape;27504;p28"/>
            <p:cNvSpPr/>
            <p:nvPr/>
          </p:nvSpPr>
          <p:spPr>
            <a:xfrm>
              <a:off x="4174400" y="2350950"/>
              <a:ext cx="927800" cy="377500"/>
            </a:xfrm>
            <a:custGeom>
              <a:rect b="b" l="l" r="r" t="t"/>
              <a:pathLst>
                <a:path extrusionOk="0" h="15100" w="37112">
                  <a:moveTo>
                    <a:pt x="0" y="0"/>
                  </a:moveTo>
                  <a:lnTo>
                    <a:pt x="0" y="15100"/>
                  </a:lnTo>
                  <a:lnTo>
                    <a:pt x="36111" y="15100"/>
                  </a:lnTo>
                  <a:cubicBezTo>
                    <a:pt x="36475" y="15100"/>
                    <a:pt x="36794" y="15100"/>
                    <a:pt x="37112" y="15054"/>
                  </a:cubicBez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5" name="Google Shape;27505;p28"/>
            <p:cNvSpPr/>
            <p:nvPr/>
          </p:nvSpPr>
          <p:spPr>
            <a:xfrm>
              <a:off x="4174400" y="2613600"/>
              <a:ext cx="1638425" cy="329750"/>
            </a:xfrm>
            <a:custGeom>
              <a:rect b="b" l="l" r="r" t="t"/>
              <a:pathLst>
                <a:path extrusionOk="0" h="13190" w="65537">
                  <a:moveTo>
                    <a:pt x="0" y="0"/>
                  </a:moveTo>
                  <a:lnTo>
                    <a:pt x="0" y="13189"/>
                  </a:lnTo>
                  <a:lnTo>
                    <a:pt x="55713" y="13189"/>
                  </a:lnTo>
                  <a:cubicBezTo>
                    <a:pt x="59306" y="13189"/>
                    <a:pt x="62763" y="11779"/>
                    <a:pt x="65309" y="9232"/>
                  </a:cubicBezTo>
                  <a:lnTo>
                    <a:pt x="65537" y="8960"/>
                  </a:lnTo>
                  <a:cubicBezTo>
                    <a:pt x="62171" y="8960"/>
                    <a:pt x="58897" y="7686"/>
                    <a:pt x="56395" y="5412"/>
                  </a:cubicBezTo>
                  <a:lnTo>
                    <a:pt x="50437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6" name="Google Shape;27506;p28"/>
            <p:cNvSpPr/>
            <p:nvPr/>
          </p:nvSpPr>
          <p:spPr>
            <a:xfrm>
              <a:off x="4174400" y="2613600"/>
              <a:ext cx="946000" cy="329750"/>
            </a:xfrm>
            <a:custGeom>
              <a:rect b="b" l="l" r="r" t="t"/>
              <a:pathLst>
                <a:path extrusionOk="0" h="13190" w="37840">
                  <a:moveTo>
                    <a:pt x="0" y="0"/>
                  </a:moveTo>
                  <a:lnTo>
                    <a:pt x="0" y="13189"/>
                  </a:lnTo>
                  <a:lnTo>
                    <a:pt x="37840" y="13189"/>
                  </a:lnTo>
                  <a:cubicBezTo>
                    <a:pt x="35611" y="12416"/>
                    <a:pt x="33519" y="10733"/>
                    <a:pt x="31791" y="8277"/>
                  </a:cubicBezTo>
                  <a:lnTo>
                    <a:pt x="2601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7" name="Google Shape;27507;p28"/>
            <p:cNvSpPr/>
            <p:nvPr/>
          </p:nvSpPr>
          <p:spPr>
            <a:xfrm>
              <a:off x="4174400" y="2817100"/>
              <a:ext cx="1545200" cy="76225"/>
            </a:xfrm>
            <a:custGeom>
              <a:rect b="b" l="l" r="r" t="t"/>
              <a:pathLst>
                <a:path extrusionOk="0" h="3049" w="61808">
                  <a:moveTo>
                    <a:pt x="60943" y="1"/>
                  </a:moveTo>
                  <a:cubicBezTo>
                    <a:pt x="58897" y="1502"/>
                    <a:pt x="56532" y="2320"/>
                    <a:pt x="54076" y="2320"/>
                  </a:cubicBezTo>
                  <a:lnTo>
                    <a:pt x="0" y="2320"/>
                  </a:lnTo>
                  <a:lnTo>
                    <a:pt x="0" y="3048"/>
                  </a:lnTo>
                  <a:lnTo>
                    <a:pt x="54076" y="3048"/>
                  </a:lnTo>
                  <a:cubicBezTo>
                    <a:pt x="56850" y="3048"/>
                    <a:pt x="59533" y="2093"/>
                    <a:pt x="61807" y="319"/>
                  </a:cubicBezTo>
                  <a:cubicBezTo>
                    <a:pt x="61535" y="228"/>
                    <a:pt x="61262" y="137"/>
                    <a:pt x="60943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8" name="Google Shape;27508;p28"/>
            <p:cNvSpPr/>
            <p:nvPr/>
          </p:nvSpPr>
          <p:spPr>
            <a:xfrm>
              <a:off x="4174400" y="3315125"/>
              <a:ext cx="1331450" cy="278575"/>
            </a:xfrm>
            <a:custGeom>
              <a:rect b="b" l="l" r="r" t="t"/>
              <a:pathLst>
                <a:path extrusionOk="0" h="11143" w="53258">
                  <a:moveTo>
                    <a:pt x="0" y="0"/>
                  </a:moveTo>
                  <a:lnTo>
                    <a:pt x="0" y="11143"/>
                  </a:lnTo>
                  <a:lnTo>
                    <a:pt x="53257" y="11143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9" name="Google Shape;27509;p28"/>
            <p:cNvSpPr/>
            <p:nvPr/>
          </p:nvSpPr>
          <p:spPr>
            <a:xfrm>
              <a:off x="4513225" y="3607325"/>
              <a:ext cx="1197275" cy="1036975"/>
            </a:xfrm>
            <a:custGeom>
              <a:rect b="b" l="l" r="r" t="t"/>
              <a:pathLst>
                <a:path extrusionOk="0" h="41479" w="47891">
                  <a:moveTo>
                    <a:pt x="25242" y="0"/>
                  </a:moveTo>
                  <a:lnTo>
                    <a:pt x="27561" y="2002"/>
                  </a:lnTo>
                  <a:lnTo>
                    <a:pt x="29744" y="3821"/>
                  </a:lnTo>
                  <a:lnTo>
                    <a:pt x="31245" y="2047"/>
                  </a:lnTo>
                  <a:lnTo>
                    <a:pt x="32973" y="0"/>
                  </a:lnTo>
                  <a:close/>
                  <a:moveTo>
                    <a:pt x="34474" y="0"/>
                  </a:moveTo>
                  <a:lnTo>
                    <a:pt x="32427" y="2411"/>
                  </a:lnTo>
                  <a:lnTo>
                    <a:pt x="30699" y="4457"/>
                  </a:lnTo>
                  <a:lnTo>
                    <a:pt x="31700" y="5003"/>
                  </a:lnTo>
                  <a:lnTo>
                    <a:pt x="36157" y="7414"/>
                  </a:lnTo>
                  <a:lnTo>
                    <a:pt x="39158" y="6277"/>
                  </a:lnTo>
                  <a:lnTo>
                    <a:pt x="40477" y="5776"/>
                  </a:lnTo>
                  <a:lnTo>
                    <a:pt x="39249" y="0"/>
                  </a:lnTo>
                  <a:close/>
                  <a:moveTo>
                    <a:pt x="23741" y="228"/>
                  </a:moveTo>
                  <a:lnTo>
                    <a:pt x="20648" y="3275"/>
                  </a:lnTo>
                  <a:lnTo>
                    <a:pt x="20648" y="9233"/>
                  </a:lnTo>
                  <a:lnTo>
                    <a:pt x="21467" y="9324"/>
                  </a:lnTo>
                  <a:lnTo>
                    <a:pt x="24468" y="9597"/>
                  </a:lnTo>
                  <a:lnTo>
                    <a:pt x="28152" y="5549"/>
                  </a:lnTo>
                  <a:lnTo>
                    <a:pt x="28971" y="4685"/>
                  </a:lnTo>
                  <a:lnTo>
                    <a:pt x="26561" y="2593"/>
                  </a:lnTo>
                  <a:lnTo>
                    <a:pt x="23741" y="228"/>
                  </a:lnTo>
                  <a:close/>
                  <a:moveTo>
                    <a:pt x="29926" y="5367"/>
                  </a:moveTo>
                  <a:lnTo>
                    <a:pt x="29881" y="5458"/>
                  </a:lnTo>
                  <a:lnTo>
                    <a:pt x="29835" y="5413"/>
                  </a:lnTo>
                  <a:lnTo>
                    <a:pt x="29426" y="5867"/>
                  </a:lnTo>
                  <a:lnTo>
                    <a:pt x="25424" y="10233"/>
                  </a:lnTo>
                  <a:lnTo>
                    <a:pt x="27925" y="13644"/>
                  </a:lnTo>
                  <a:lnTo>
                    <a:pt x="31245" y="13008"/>
                  </a:lnTo>
                  <a:lnTo>
                    <a:pt x="34338" y="12371"/>
                  </a:lnTo>
                  <a:lnTo>
                    <a:pt x="34974" y="10052"/>
                  </a:lnTo>
                  <a:lnTo>
                    <a:pt x="35429" y="8323"/>
                  </a:lnTo>
                  <a:lnTo>
                    <a:pt x="31154" y="6004"/>
                  </a:lnTo>
                  <a:lnTo>
                    <a:pt x="29926" y="5367"/>
                  </a:lnTo>
                  <a:close/>
                  <a:moveTo>
                    <a:pt x="40705" y="6913"/>
                  </a:moveTo>
                  <a:lnTo>
                    <a:pt x="36566" y="8460"/>
                  </a:lnTo>
                  <a:lnTo>
                    <a:pt x="36020" y="10597"/>
                  </a:lnTo>
                  <a:lnTo>
                    <a:pt x="35429" y="12780"/>
                  </a:lnTo>
                  <a:lnTo>
                    <a:pt x="39431" y="18920"/>
                  </a:lnTo>
                  <a:lnTo>
                    <a:pt x="43115" y="18511"/>
                  </a:lnTo>
                  <a:lnTo>
                    <a:pt x="40705" y="6913"/>
                  </a:lnTo>
                  <a:close/>
                  <a:moveTo>
                    <a:pt x="20648" y="10370"/>
                  </a:moveTo>
                  <a:lnTo>
                    <a:pt x="20648" y="14054"/>
                  </a:lnTo>
                  <a:lnTo>
                    <a:pt x="25787" y="19511"/>
                  </a:lnTo>
                  <a:lnTo>
                    <a:pt x="26879" y="15191"/>
                  </a:lnTo>
                  <a:lnTo>
                    <a:pt x="27061" y="14418"/>
                  </a:lnTo>
                  <a:lnTo>
                    <a:pt x="24514" y="10916"/>
                  </a:lnTo>
                  <a:lnTo>
                    <a:pt x="24378" y="10734"/>
                  </a:lnTo>
                  <a:lnTo>
                    <a:pt x="20648" y="10370"/>
                  </a:lnTo>
                  <a:close/>
                  <a:moveTo>
                    <a:pt x="20648" y="15691"/>
                  </a:moveTo>
                  <a:lnTo>
                    <a:pt x="20648" y="21876"/>
                  </a:lnTo>
                  <a:lnTo>
                    <a:pt x="21558" y="25287"/>
                  </a:lnTo>
                  <a:lnTo>
                    <a:pt x="25333" y="20694"/>
                  </a:lnTo>
                  <a:lnTo>
                    <a:pt x="20648" y="15691"/>
                  </a:lnTo>
                  <a:close/>
                  <a:moveTo>
                    <a:pt x="34565" y="13508"/>
                  </a:moveTo>
                  <a:lnTo>
                    <a:pt x="31427" y="14099"/>
                  </a:lnTo>
                  <a:lnTo>
                    <a:pt x="28152" y="14781"/>
                  </a:lnTo>
                  <a:lnTo>
                    <a:pt x="27970" y="15464"/>
                  </a:lnTo>
                  <a:lnTo>
                    <a:pt x="26742" y="20466"/>
                  </a:lnTo>
                  <a:lnTo>
                    <a:pt x="33110" y="26424"/>
                  </a:lnTo>
                  <a:lnTo>
                    <a:pt x="34610" y="27789"/>
                  </a:lnTo>
                  <a:lnTo>
                    <a:pt x="38522" y="19602"/>
                  </a:lnTo>
                  <a:lnTo>
                    <a:pt x="34565" y="13508"/>
                  </a:lnTo>
                  <a:close/>
                  <a:moveTo>
                    <a:pt x="9733" y="22513"/>
                  </a:moveTo>
                  <a:lnTo>
                    <a:pt x="11143" y="29153"/>
                  </a:lnTo>
                  <a:lnTo>
                    <a:pt x="19648" y="31609"/>
                  </a:lnTo>
                  <a:lnTo>
                    <a:pt x="20830" y="31927"/>
                  </a:lnTo>
                  <a:lnTo>
                    <a:pt x="20739" y="26561"/>
                  </a:lnTo>
                  <a:lnTo>
                    <a:pt x="19602" y="22513"/>
                  </a:lnTo>
                  <a:close/>
                  <a:moveTo>
                    <a:pt x="43206" y="19648"/>
                  </a:moveTo>
                  <a:lnTo>
                    <a:pt x="39522" y="20057"/>
                  </a:lnTo>
                  <a:lnTo>
                    <a:pt x="35566" y="28516"/>
                  </a:lnTo>
                  <a:lnTo>
                    <a:pt x="38931" y="30517"/>
                  </a:lnTo>
                  <a:lnTo>
                    <a:pt x="42388" y="32564"/>
                  </a:lnTo>
                  <a:lnTo>
                    <a:pt x="44480" y="32337"/>
                  </a:lnTo>
                  <a:lnTo>
                    <a:pt x="45980" y="32200"/>
                  </a:lnTo>
                  <a:lnTo>
                    <a:pt x="43343" y="19648"/>
                  </a:lnTo>
                  <a:close/>
                  <a:moveTo>
                    <a:pt x="26151" y="21512"/>
                  </a:moveTo>
                  <a:lnTo>
                    <a:pt x="21876" y="26697"/>
                  </a:lnTo>
                  <a:lnTo>
                    <a:pt x="21876" y="27334"/>
                  </a:lnTo>
                  <a:lnTo>
                    <a:pt x="21967" y="32200"/>
                  </a:lnTo>
                  <a:lnTo>
                    <a:pt x="27516" y="33110"/>
                  </a:lnTo>
                  <a:lnTo>
                    <a:pt x="33883" y="28698"/>
                  </a:lnTo>
                  <a:lnTo>
                    <a:pt x="32109" y="27016"/>
                  </a:lnTo>
                  <a:lnTo>
                    <a:pt x="26424" y="21740"/>
                  </a:lnTo>
                  <a:lnTo>
                    <a:pt x="26424" y="21785"/>
                  </a:lnTo>
                  <a:lnTo>
                    <a:pt x="26151" y="21512"/>
                  </a:lnTo>
                  <a:close/>
                  <a:moveTo>
                    <a:pt x="0" y="22513"/>
                  </a:moveTo>
                  <a:lnTo>
                    <a:pt x="0" y="32382"/>
                  </a:lnTo>
                  <a:lnTo>
                    <a:pt x="2502" y="33883"/>
                  </a:lnTo>
                  <a:lnTo>
                    <a:pt x="4093" y="34838"/>
                  </a:lnTo>
                  <a:lnTo>
                    <a:pt x="8778" y="30517"/>
                  </a:lnTo>
                  <a:lnTo>
                    <a:pt x="10006" y="29426"/>
                  </a:lnTo>
                  <a:lnTo>
                    <a:pt x="8596" y="22513"/>
                  </a:lnTo>
                  <a:close/>
                  <a:moveTo>
                    <a:pt x="10779" y="30245"/>
                  </a:moveTo>
                  <a:lnTo>
                    <a:pt x="9597" y="31336"/>
                  </a:lnTo>
                  <a:lnTo>
                    <a:pt x="5094" y="35475"/>
                  </a:lnTo>
                  <a:lnTo>
                    <a:pt x="14008" y="40887"/>
                  </a:lnTo>
                  <a:lnTo>
                    <a:pt x="14326" y="41114"/>
                  </a:lnTo>
                  <a:lnTo>
                    <a:pt x="20466" y="33019"/>
                  </a:lnTo>
                  <a:lnTo>
                    <a:pt x="20193" y="32928"/>
                  </a:lnTo>
                  <a:lnTo>
                    <a:pt x="10779" y="30245"/>
                  </a:lnTo>
                  <a:close/>
                  <a:moveTo>
                    <a:pt x="21649" y="33337"/>
                  </a:moveTo>
                  <a:lnTo>
                    <a:pt x="21330" y="33747"/>
                  </a:lnTo>
                  <a:lnTo>
                    <a:pt x="15600" y="41296"/>
                  </a:lnTo>
                  <a:lnTo>
                    <a:pt x="28653" y="41296"/>
                  </a:lnTo>
                  <a:lnTo>
                    <a:pt x="27197" y="34201"/>
                  </a:lnTo>
                  <a:lnTo>
                    <a:pt x="22013" y="33383"/>
                  </a:lnTo>
                  <a:lnTo>
                    <a:pt x="22013" y="33474"/>
                  </a:lnTo>
                  <a:lnTo>
                    <a:pt x="21649" y="33337"/>
                  </a:lnTo>
                  <a:close/>
                  <a:moveTo>
                    <a:pt x="34747" y="29471"/>
                  </a:moveTo>
                  <a:lnTo>
                    <a:pt x="28289" y="33974"/>
                  </a:lnTo>
                  <a:lnTo>
                    <a:pt x="29835" y="41296"/>
                  </a:lnTo>
                  <a:lnTo>
                    <a:pt x="36975" y="41296"/>
                  </a:lnTo>
                  <a:lnTo>
                    <a:pt x="40614" y="34884"/>
                  </a:lnTo>
                  <a:lnTo>
                    <a:pt x="41523" y="33383"/>
                  </a:lnTo>
                  <a:lnTo>
                    <a:pt x="38294" y="31473"/>
                  </a:lnTo>
                  <a:lnTo>
                    <a:pt x="35065" y="29562"/>
                  </a:lnTo>
                  <a:lnTo>
                    <a:pt x="34974" y="29699"/>
                  </a:lnTo>
                  <a:lnTo>
                    <a:pt x="34747" y="29471"/>
                  </a:lnTo>
                  <a:close/>
                  <a:moveTo>
                    <a:pt x="46208" y="33337"/>
                  </a:moveTo>
                  <a:lnTo>
                    <a:pt x="44843" y="33474"/>
                  </a:lnTo>
                  <a:lnTo>
                    <a:pt x="42615" y="33701"/>
                  </a:lnTo>
                  <a:lnTo>
                    <a:pt x="41842" y="35065"/>
                  </a:lnTo>
                  <a:lnTo>
                    <a:pt x="38294" y="41296"/>
                  </a:lnTo>
                  <a:lnTo>
                    <a:pt x="47891" y="41296"/>
                  </a:lnTo>
                  <a:lnTo>
                    <a:pt x="46208" y="33337"/>
                  </a:lnTo>
                  <a:close/>
                  <a:moveTo>
                    <a:pt x="0" y="33701"/>
                  </a:moveTo>
                  <a:lnTo>
                    <a:pt x="0" y="41478"/>
                  </a:lnTo>
                  <a:lnTo>
                    <a:pt x="12507" y="41342"/>
                  </a:lnTo>
                  <a:lnTo>
                    <a:pt x="0" y="3370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0" name="Google Shape;27510;p28"/>
            <p:cNvSpPr/>
            <p:nvPr/>
          </p:nvSpPr>
          <p:spPr>
            <a:xfrm>
              <a:off x="4174400" y="2555600"/>
              <a:ext cx="134175" cy="122825"/>
            </a:xfrm>
            <a:custGeom>
              <a:rect b="b" l="l" r="r" t="t"/>
              <a:pathLst>
                <a:path extrusionOk="0" h="4913" w="5367">
                  <a:moveTo>
                    <a:pt x="0" y="1"/>
                  </a:moveTo>
                  <a:lnTo>
                    <a:pt x="0" y="728"/>
                  </a:lnTo>
                  <a:lnTo>
                    <a:pt x="819" y="728"/>
                  </a:lnTo>
                  <a:cubicBezTo>
                    <a:pt x="2775" y="728"/>
                    <a:pt x="4412" y="2229"/>
                    <a:pt x="4594" y="4139"/>
                  </a:cubicBezTo>
                  <a:lnTo>
                    <a:pt x="0" y="4139"/>
                  </a:lnTo>
                  <a:lnTo>
                    <a:pt x="0" y="4912"/>
                  </a:lnTo>
                  <a:lnTo>
                    <a:pt x="5367" y="4912"/>
                  </a:lnTo>
                  <a:lnTo>
                    <a:pt x="5367" y="4503"/>
                  </a:lnTo>
                  <a:cubicBezTo>
                    <a:pt x="5367" y="2002"/>
                    <a:pt x="3320" y="1"/>
                    <a:pt x="8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1" name="Google Shape;27511;p28"/>
            <p:cNvSpPr/>
            <p:nvPr/>
          </p:nvSpPr>
          <p:spPr>
            <a:xfrm>
              <a:off x="4174400" y="1756300"/>
              <a:ext cx="703825" cy="262675"/>
            </a:xfrm>
            <a:custGeom>
              <a:rect b="b" l="l" r="r" t="t"/>
              <a:pathLst>
                <a:path extrusionOk="0" h="10507" w="28153">
                  <a:moveTo>
                    <a:pt x="0" y="0"/>
                  </a:moveTo>
                  <a:lnTo>
                    <a:pt x="0" y="10506"/>
                  </a:lnTo>
                  <a:lnTo>
                    <a:pt x="28152" y="10506"/>
                  </a:lnTo>
                  <a:lnTo>
                    <a:pt x="28152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2" name="Google Shape;27512;p28"/>
            <p:cNvSpPr/>
            <p:nvPr/>
          </p:nvSpPr>
          <p:spPr>
            <a:xfrm>
              <a:off x="4174400" y="1756300"/>
              <a:ext cx="703825" cy="36400"/>
            </a:xfrm>
            <a:custGeom>
              <a:rect b="b" l="l" r="r" t="t"/>
              <a:pathLst>
                <a:path extrusionOk="0" h="1456" w="28153">
                  <a:moveTo>
                    <a:pt x="0" y="0"/>
                  </a:moveTo>
                  <a:lnTo>
                    <a:pt x="0" y="1456"/>
                  </a:lnTo>
                  <a:lnTo>
                    <a:pt x="28152" y="1456"/>
                  </a:lnTo>
                  <a:lnTo>
                    <a:pt x="2815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3" name="Google Shape;27513;p28"/>
            <p:cNvSpPr/>
            <p:nvPr/>
          </p:nvSpPr>
          <p:spPr>
            <a:xfrm>
              <a:off x="4174400" y="1241475"/>
              <a:ext cx="685625" cy="183975"/>
            </a:xfrm>
            <a:custGeom>
              <a:rect b="b" l="l" r="r" t="t"/>
              <a:pathLst>
                <a:path extrusionOk="0" h="7359" w="27425">
                  <a:moveTo>
                    <a:pt x="24027" y="1"/>
                  </a:moveTo>
                  <a:cubicBezTo>
                    <a:pt x="23337" y="1"/>
                    <a:pt x="22647" y="240"/>
                    <a:pt x="22104" y="719"/>
                  </a:cubicBezTo>
                  <a:cubicBezTo>
                    <a:pt x="21649" y="1082"/>
                    <a:pt x="21467" y="1719"/>
                    <a:pt x="21785" y="2219"/>
                  </a:cubicBezTo>
                  <a:cubicBezTo>
                    <a:pt x="22015" y="2552"/>
                    <a:pt x="22375" y="2726"/>
                    <a:pt x="22734" y="2726"/>
                  </a:cubicBezTo>
                  <a:cubicBezTo>
                    <a:pt x="23014" y="2726"/>
                    <a:pt x="23294" y="2620"/>
                    <a:pt x="23513" y="2401"/>
                  </a:cubicBezTo>
                  <a:lnTo>
                    <a:pt x="23650" y="2265"/>
                  </a:lnTo>
                  <a:lnTo>
                    <a:pt x="23650" y="3902"/>
                  </a:lnTo>
                  <a:lnTo>
                    <a:pt x="23013" y="3902"/>
                  </a:lnTo>
                  <a:cubicBezTo>
                    <a:pt x="22149" y="3902"/>
                    <a:pt x="21467" y="4630"/>
                    <a:pt x="21467" y="5448"/>
                  </a:cubicBezTo>
                  <a:lnTo>
                    <a:pt x="0" y="5448"/>
                  </a:lnTo>
                  <a:lnTo>
                    <a:pt x="0" y="7359"/>
                  </a:lnTo>
                  <a:lnTo>
                    <a:pt x="23331" y="7359"/>
                  </a:lnTo>
                  <a:cubicBezTo>
                    <a:pt x="23968" y="7359"/>
                    <a:pt x="24514" y="7086"/>
                    <a:pt x="24969" y="6676"/>
                  </a:cubicBezTo>
                  <a:lnTo>
                    <a:pt x="26242" y="5403"/>
                  </a:lnTo>
                  <a:cubicBezTo>
                    <a:pt x="27425" y="4175"/>
                    <a:pt x="27425" y="2219"/>
                    <a:pt x="26242" y="991"/>
                  </a:cubicBezTo>
                  <a:lnTo>
                    <a:pt x="26106" y="855"/>
                  </a:lnTo>
                  <a:cubicBezTo>
                    <a:pt x="25536" y="286"/>
                    <a:pt x="24781" y="1"/>
                    <a:pt x="24027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4" name="Google Shape;27514;p28"/>
            <p:cNvSpPr/>
            <p:nvPr/>
          </p:nvSpPr>
          <p:spPr>
            <a:xfrm>
              <a:off x="4174400" y="1425425"/>
              <a:ext cx="822075" cy="330900"/>
            </a:xfrm>
            <a:custGeom>
              <a:rect b="b" l="l" r="r" t="t"/>
              <a:pathLst>
                <a:path extrusionOk="0" h="13236" w="32883">
                  <a:moveTo>
                    <a:pt x="0" y="1"/>
                  </a:moveTo>
                  <a:lnTo>
                    <a:pt x="0" y="13235"/>
                  </a:lnTo>
                  <a:lnTo>
                    <a:pt x="28152" y="13235"/>
                  </a:lnTo>
                  <a:cubicBezTo>
                    <a:pt x="28152" y="13235"/>
                    <a:pt x="31290" y="12462"/>
                    <a:pt x="32246" y="11189"/>
                  </a:cubicBezTo>
                  <a:lnTo>
                    <a:pt x="32882" y="10325"/>
                  </a:lnTo>
                  <a:cubicBezTo>
                    <a:pt x="29835" y="9460"/>
                    <a:pt x="27243" y="7459"/>
                    <a:pt x="25651" y="4685"/>
                  </a:cubicBezTo>
                  <a:lnTo>
                    <a:pt x="2296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5" name="Google Shape;27515;p28"/>
            <p:cNvSpPr/>
            <p:nvPr/>
          </p:nvSpPr>
          <p:spPr>
            <a:xfrm>
              <a:off x="4174400" y="1424300"/>
              <a:ext cx="510525" cy="332025"/>
            </a:xfrm>
            <a:custGeom>
              <a:rect b="b" l="l" r="r" t="t"/>
              <a:pathLst>
                <a:path extrusionOk="0" h="13281" w="20421">
                  <a:moveTo>
                    <a:pt x="0" y="0"/>
                  </a:moveTo>
                  <a:lnTo>
                    <a:pt x="0" y="13280"/>
                  </a:lnTo>
                  <a:lnTo>
                    <a:pt x="20421" y="13280"/>
                  </a:lnTo>
                  <a:cubicBezTo>
                    <a:pt x="17965" y="11779"/>
                    <a:pt x="15964" y="9505"/>
                    <a:pt x="14599" y="6595"/>
                  </a:cubicBezTo>
                  <a:lnTo>
                    <a:pt x="11416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6" name="Google Shape;27516;p28"/>
            <p:cNvSpPr/>
            <p:nvPr/>
          </p:nvSpPr>
          <p:spPr>
            <a:xfrm>
              <a:off x="4174400" y="2350950"/>
              <a:ext cx="927800" cy="36400"/>
            </a:xfrm>
            <a:custGeom>
              <a:rect b="b" l="l" r="r" t="t"/>
              <a:pathLst>
                <a:path extrusionOk="0" h="1456" w="37112">
                  <a:moveTo>
                    <a:pt x="0" y="0"/>
                  </a:moveTo>
                  <a:lnTo>
                    <a:pt x="0" y="1456"/>
                  </a:lnTo>
                  <a:lnTo>
                    <a:pt x="36111" y="1456"/>
                  </a:lnTo>
                  <a:cubicBezTo>
                    <a:pt x="36475" y="1456"/>
                    <a:pt x="36794" y="1410"/>
                    <a:pt x="37112" y="1410"/>
                  </a:cubicBez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7" name="Google Shape;27517;p28"/>
            <p:cNvSpPr/>
            <p:nvPr/>
          </p:nvSpPr>
          <p:spPr>
            <a:xfrm>
              <a:off x="417440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0" y="0"/>
                  </a:moveTo>
                  <a:lnTo>
                    <a:pt x="0" y="13280"/>
                  </a:lnTo>
                  <a:lnTo>
                    <a:pt x="36111" y="13280"/>
                  </a:lnTo>
                  <a:cubicBezTo>
                    <a:pt x="39477" y="13280"/>
                    <a:pt x="42660" y="11870"/>
                    <a:pt x="44934" y="9460"/>
                  </a:cubicBezTo>
                  <a:cubicBezTo>
                    <a:pt x="41069" y="9142"/>
                    <a:pt x="37339" y="7641"/>
                    <a:pt x="34338" y="5139"/>
                  </a:cubicBezTo>
                  <a:lnTo>
                    <a:pt x="2815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8" name="Google Shape;27518;p28"/>
            <p:cNvSpPr/>
            <p:nvPr/>
          </p:nvSpPr>
          <p:spPr>
            <a:xfrm>
              <a:off x="4174400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0" y="0"/>
                  </a:moveTo>
                  <a:lnTo>
                    <a:pt x="0" y="13280"/>
                  </a:lnTo>
                  <a:lnTo>
                    <a:pt x="29790" y="13280"/>
                  </a:lnTo>
                  <a:cubicBezTo>
                    <a:pt x="27743" y="12325"/>
                    <a:pt x="25833" y="10370"/>
                    <a:pt x="24196" y="7550"/>
                  </a:cubicBezTo>
                  <a:lnTo>
                    <a:pt x="1983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9" name="Google Shape;27519;p28"/>
            <p:cNvSpPr/>
            <p:nvPr/>
          </p:nvSpPr>
          <p:spPr>
            <a:xfrm>
              <a:off x="41744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9" y="8960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0" name="Google Shape;27520;p28"/>
            <p:cNvSpPr/>
            <p:nvPr/>
          </p:nvSpPr>
          <p:spPr>
            <a:xfrm>
              <a:off x="4174400" y="2018950"/>
              <a:ext cx="885750" cy="485525"/>
            </a:xfrm>
            <a:custGeom>
              <a:rect b="b" l="l" r="r" t="t"/>
              <a:pathLst>
                <a:path extrusionOk="0" h="19421" w="35430">
                  <a:moveTo>
                    <a:pt x="0" y="0"/>
                  </a:moveTo>
                  <a:lnTo>
                    <a:pt x="0" y="19420"/>
                  </a:lnTo>
                  <a:lnTo>
                    <a:pt x="31109" y="19420"/>
                  </a:lnTo>
                  <a:cubicBezTo>
                    <a:pt x="32518" y="19420"/>
                    <a:pt x="33883" y="18874"/>
                    <a:pt x="34883" y="17874"/>
                  </a:cubicBezTo>
                  <a:lnTo>
                    <a:pt x="35429" y="17373"/>
                  </a:lnTo>
                  <a:cubicBezTo>
                    <a:pt x="32336" y="17010"/>
                    <a:pt x="29380" y="16100"/>
                    <a:pt x="26697" y="1459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1" name="Google Shape;27521;p28"/>
            <p:cNvSpPr/>
            <p:nvPr/>
          </p:nvSpPr>
          <p:spPr>
            <a:xfrm>
              <a:off x="41744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9" y="1228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2" name="Google Shape;27522;p28"/>
            <p:cNvSpPr/>
            <p:nvPr/>
          </p:nvSpPr>
          <p:spPr>
            <a:xfrm>
              <a:off x="417440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0" y="0"/>
                  </a:moveTo>
                  <a:lnTo>
                    <a:pt x="0" y="8323"/>
                  </a:lnTo>
                  <a:lnTo>
                    <a:pt x="15191" y="8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3" name="Google Shape;27523;p28"/>
            <p:cNvSpPr/>
            <p:nvPr/>
          </p:nvSpPr>
          <p:spPr>
            <a:xfrm>
              <a:off x="417440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0" y="0"/>
                  </a:moveTo>
                  <a:lnTo>
                    <a:pt x="0" y="13280"/>
                  </a:lnTo>
                  <a:lnTo>
                    <a:pt x="36111" y="13280"/>
                  </a:lnTo>
                  <a:cubicBezTo>
                    <a:pt x="39477" y="13280"/>
                    <a:pt x="42660" y="11870"/>
                    <a:pt x="44934" y="9460"/>
                  </a:cubicBezTo>
                  <a:cubicBezTo>
                    <a:pt x="41069" y="9142"/>
                    <a:pt x="37339" y="7641"/>
                    <a:pt x="34338" y="5139"/>
                  </a:cubicBezTo>
                  <a:lnTo>
                    <a:pt x="2815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4" name="Google Shape;27524;p28"/>
            <p:cNvSpPr/>
            <p:nvPr/>
          </p:nvSpPr>
          <p:spPr>
            <a:xfrm>
              <a:off x="4174400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0" y="0"/>
                  </a:moveTo>
                  <a:lnTo>
                    <a:pt x="0" y="13280"/>
                  </a:lnTo>
                  <a:lnTo>
                    <a:pt x="29790" y="13280"/>
                  </a:lnTo>
                  <a:cubicBezTo>
                    <a:pt x="27743" y="12325"/>
                    <a:pt x="25833" y="10370"/>
                    <a:pt x="24196" y="7550"/>
                  </a:cubicBezTo>
                  <a:lnTo>
                    <a:pt x="1983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5" name="Google Shape;27525;p28"/>
            <p:cNvSpPr/>
            <p:nvPr/>
          </p:nvSpPr>
          <p:spPr>
            <a:xfrm>
              <a:off x="41744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9" y="8960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6" name="Google Shape;27526;p28"/>
            <p:cNvSpPr/>
            <p:nvPr/>
          </p:nvSpPr>
          <p:spPr>
            <a:xfrm>
              <a:off x="4174400" y="2018950"/>
              <a:ext cx="885750" cy="485525"/>
            </a:xfrm>
            <a:custGeom>
              <a:rect b="b" l="l" r="r" t="t"/>
              <a:pathLst>
                <a:path extrusionOk="0" h="19421" w="35430">
                  <a:moveTo>
                    <a:pt x="0" y="0"/>
                  </a:moveTo>
                  <a:lnTo>
                    <a:pt x="0" y="19420"/>
                  </a:lnTo>
                  <a:lnTo>
                    <a:pt x="31109" y="19420"/>
                  </a:lnTo>
                  <a:cubicBezTo>
                    <a:pt x="32518" y="19420"/>
                    <a:pt x="33883" y="18874"/>
                    <a:pt x="34883" y="17874"/>
                  </a:cubicBezTo>
                  <a:lnTo>
                    <a:pt x="35429" y="17373"/>
                  </a:lnTo>
                  <a:cubicBezTo>
                    <a:pt x="32336" y="17010"/>
                    <a:pt x="29380" y="16100"/>
                    <a:pt x="26697" y="1459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7" name="Google Shape;27527;p28"/>
            <p:cNvSpPr/>
            <p:nvPr/>
          </p:nvSpPr>
          <p:spPr>
            <a:xfrm>
              <a:off x="41744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9" y="1228"/>
                  </a:lnTo>
                  <a:lnTo>
                    <a:pt x="31109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8" name="Google Shape;27528;p28"/>
            <p:cNvSpPr/>
            <p:nvPr/>
          </p:nvSpPr>
          <p:spPr>
            <a:xfrm>
              <a:off x="417440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0" y="0"/>
                  </a:moveTo>
                  <a:lnTo>
                    <a:pt x="0" y="8323"/>
                  </a:lnTo>
                  <a:lnTo>
                    <a:pt x="15191" y="8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9" name="Google Shape;27529;p28"/>
            <p:cNvSpPr/>
            <p:nvPr/>
          </p:nvSpPr>
          <p:spPr>
            <a:xfrm>
              <a:off x="4174400" y="3590275"/>
              <a:ext cx="948275" cy="93250"/>
            </a:xfrm>
            <a:custGeom>
              <a:rect b="b" l="l" r="r" t="t"/>
              <a:pathLst>
                <a:path extrusionOk="0" h="3730" w="37931">
                  <a:moveTo>
                    <a:pt x="0" y="0"/>
                  </a:moveTo>
                  <a:lnTo>
                    <a:pt x="0" y="3730"/>
                  </a:lnTo>
                  <a:lnTo>
                    <a:pt x="37931" y="3730"/>
                  </a:lnTo>
                  <a:lnTo>
                    <a:pt x="37931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0" name="Google Shape;27530;p28"/>
            <p:cNvSpPr/>
            <p:nvPr/>
          </p:nvSpPr>
          <p:spPr>
            <a:xfrm>
              <a:off x="4174400" y="2943325"/>
              <a:ext cx="1326900" cy="160325"/>
            </a:xfrm>
            <a:custGeom>
              <a:rect b="b" l="l" r="r" t="t"/>
              <a:pathLst>
                <a:path extrusionOk="0" h="6413" w="53076">
                  <a:moveTo>
                    <a:pt x="0" y="0"/>
                  </a:moveTo>
                  <a:lnTo>
                    <a:pt x="0" y="6413"/>
                  </a:lnTo>
                  <a:lnTo>
                    <a:pt x="53075" y="6413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1" name="Google Shape;27531;p28"/>
            <p:cNvSpPr/>
            <p:nvPr/>
          </p:nvSpPr>
          <p:spPr>
            <a:xfrm>
              <a:off x="4174400" y="2943325"/>
              <a:ext cx="1326900" cy="34125"/>
            </a:xfrm>
            <a:custGeom>
              <a:rect b="b" l="l" r="r" t="t"/>
              <a:pathLst>
                <a:path extrusionOk="0" h="1365" w="53076">
                  <a:moveTo>
                    <a:pt x="0" y="0"/>
                  </a:moveTo>
                  <a:lnTo>
                    <a:pt x="0" y="1365"/>
                  </a:lnTo>
                  <a:lnTo>
                    <a:pt x="53075" y="1365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2" name="Google Shape;27532;p28"/>
            <p:cNvSpPr/>
            <p:nvPr/>
          </p:nvSpPr>
          <p:spPr>
            <a:xfrm>
              <a:off x="4174400" y="3315125"/>
              <a:ext cx="1331450" cy="33000"/>
            </a:xfrm>
            <a:custGeom>
              <a:rect b="b" l="l" r="r" t="t"/>
              <a:pathLst>
                <a:path extrusionOk="0" h="1320" w="53258">
                  <a:moveTo>
                    <a:pt x="0" y="0"/>
                  </a:moveTo>
                  <a:lnTo>
                    <a:pt x="0" y="1319"/>
                  </a:lnTo>
                  <a:lnTo>
                    <a:pt x="53257" y="1319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3" name="Google Shape;27533;p28"/>
            <p:cNvSpPr/>
            <p:nvPr/>
          </p:nvSpPr>
          <p:spPr>
            <a:xfrm>
              <a:off x="4174400" y="3224150"/>
              <a:ext cx="1534975" cy="43225"/>
            </a:xfrm>
            <a:custGeom>
              <a:rect b="b" l="l" r="r" t="t"/>
              <a:pathLst>
                <a:path extrusionOk="0" h="1729" w="61399">
                  <a:moveTo>
                    <a:pt x="60443" y="1"/>
                  </a:moveTo>
                  <a:cubicBezTo>
                    <a:pt x="59261" y="637"/>
                    <a:pt x="57987" y="956"/>
                    <a:pt x="56714" y="956"/>
                  </a:cubicBezTo>
                  <a:lnTo>
                    <a:pt x="0" y="956"/>
                  </a:lnTo>
                  <a:lnTo>
                    <a:pt x="0" y="1729"/>
                  </a:lnTo>
                  <a:lnTo>
                    <a:pt x="56714" y="1729"/>
                  </a:lnTo>
                  <a:cubicBezTo>
                    <a:pt x="58351" y="1729"/>
                    <a:pt x="59897" y="1274"/>
                    <a:pt x="61398" y="365"/>
                  </a:cubicBezTo>
                  <a:cubicBezTo>
                    <a:pt x="61080" y="228"/>
                    <a:pt x="60761" y="137"/>
                    <a:pt x="60443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4" name="Google Shape;27534;p28"/>
            <p:cNvSpPr/>
            <p:nvPr/>
          </p:nvSpPr>
          <p:spPr>
            <a:xfrm>
              <a:off x="4174400" y="2564700"/>
              <a:ext cx="125100" cy="103500"/>
            </a:xfrm>
            <a:custGeom>
              <a:rect b="b" l="l" r="r" t="t"/>
              <a:pathLst>
                <a:path extrusionOk="0" h="4140" w="5004">
                  <a:moveTo>
                    <a:pt x="0" y="0"/>
                  </a:moveTo>
                  <a:lnTo>
                    <a:pt x="0" y="4139"/>
                  </a:lnTo>
                  <a:lnTo>
                    <a:pt x="5003" y="4139"/>
                  </a:lnTo>
                  <a:cubicBezTo>
                    <a:pt x="5003" y="1865"/>
                    <a:pt x="3138" y="0"/>
                    <a:pt x="819" y="0"/>
                  </a:cubicBez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5" name="Google Shape;27535;p28"/>
            <p:cNvSpPr/>
            <p:nvPr/>
          </p:nvSpPr>
          <p:spPr>
            <a:xfrm>
              <a:off x="4651925" y="2564700"/>
              <a:ext cx="104625" cy="103500"/>
            </a:xfrm>
            <a:custGeom>
              <a:rect b="b" l="l" r="r" t="t"/>
              <a:pathLst>
                <a:path extrusionOk="0" h="4140" w="4185">
                  <a:moveTo>
                    <a:pt x="1" y="0"/>
                  </a:moveTo>
                  <a:lnTo>
                    <a:pt x="1" y="4139"/>
                  </a:lnTo>
                  <a:lnTo>
                    <a:pt x="4185" y="4139"/>
                  </a:lnTo>
                  <a:lnTo>
                    <a:pt x="4185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6" name="Google Shape;27536;p28"/>
            <p:cNvSpPr/>
            <p:nvPr/>
          </p:nvSpPr>
          <p:spPr>
            <a:xfrm>
              <a:off x="4174400" y="1848400"/>
              <a:ext cx="93250" cy="78475"/>
            </a:xfrm>
            <a:custGeom>
              <a:rect b="b" l="l" r="r" t="t"/>
              <a:pathLst>
                <a:path extrusionOk="0" h="3139" w="3730">
                  <a:moveTo>
                    <a:pt x="0" y="0"/>
                  </a:moveTo>
                  <a:lnTo>
                    <a:pt x="0" y="3138"/>
                  </a:lnTo>
                  <a:lnTo>
                    <a:pt x="3730" y="3138"/>
                  </a:lnTo>
                  <a:cubicBezTo>
                    <a:pt x="3730" y="1410"/>
                    <a:pt x="2365" y="0"/>
                    <a:pt x="637" y="0"/>
                  </a:cubicBez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7" name="Google Shape;27537;p28"/>
            <p:cNvSpPr/>
            <p:nvPr/>
          </p:nvSpPr>
          <p:spPr>
            <a:xfrm>
              <a:off x="4531400" y="1848400"/>
              <a:ext cx="77350" cy="78475"/>
            </a:xfrm>
            <a:custGeom>
              <a:rect b="b" l="l" r="r" t="t"/>
              <a:pathLst>
                <a:path extrusionOk="0" h="3139" w="3094">
                  <a:moveTo>
                    <a:pt x="1" y="0"/>
                  </a:moveTo>
                  <a:lnTo>
                    <a:pt x="1" y="3138"/>
                  </a:lnTo>
                  <a:lnTo>
                    <a:pt x="3094" y="3138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8" name="Google Shape;27538;p28"/>
            <p:cNvSpPr/>
            <p:nvPr/>
          </p:nvSpPr>
          <p:spPr>
            <a:xfrm>
              <a:off x="4174400" y="4155350"/>
              <a:ext cx="353625" cy="503725"/>
            </a:xfrm>
            <a:custGeom>
              <a:rect b="b" l="l" r="r" t="t"/>
              <a:pathLst>
                <a:path extrusionOk="0" h="20149" w="14145">
                  <a:moveTo>
                    <a:pt x="0" y="1"/>
                  </a:moveTo>
                  <a:lnTo>
                    <a:pt x="0" y="20148"/>
                  </a:lnTo>
                  <a:lnTo>
                    <a:pt x="14145" y="20148"/>
                  </a:lnTo>
                  <a:lnTo>
                    <a:pt x="14145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9" name="Google Shape;27539;p28"/>
            <p:cNvSpPr/>
            <p:nvPr/>
          </p:nvSpPr>
          <p:spPr>
            <a:xfrm>
              <a:off x="4174400" y="4283825"/>
              <a:ext cx="145550" cy="375250"/>
            </a:xfrm>
            <a:custGeom>
              <a:rect b="b" l="l" r="r" t="t"/>
              <a:pathLst>
                <a:path extrusionOk="0" h="15010" w="5822">
                  <a:moveTo>
                    <a:pt x="0" y="1"/>
                  </a:moveTo>
                  <a:lnTo>
                    <a:pt x="0" y="15009"/>
                  </a:lnTo>
                  <a:lnTo>
                    <a:pt x="5822" y="15009"/>
                  </a:lnTo>
                  <a:lnTo>
                    <a:pt x="5822" y="1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0" name="Google Shape;27540;p28"/>
            <p:cNvSpPr/>
            <p:nvPr/>
          </p:nvSpPr>
          <p:spPr>
            <a:xfrm>
              <a:off x="4174400" y="2993350"/>
              <a:ext cx="1092675" cy="600350"/>
            </a:xfrm>
            <a:custGeom>
              <a:rect b="b" l="l" r="r" t="t"/>
              <a:pathLst>
                <a:path extrusionOk="0" h="24014" w="43707">
                  <a:moveTo>
                    <a:pt x="0" y="0"/>
                  </a:moveTo>
                  <a:lnTo>
                    <a:pt x="0" y="24014"/>
                  </a:lnTo>
                  <a:lnTo>
                    <a:pt x="38431" y="24014"/>
                  </a:lnTo>
                  <a:cubicBezTo>
                    <a:pt x="40159" y="24014"/>
                    <a:pt x="41842" y="23332"/>
                    <a:pt x="43070" y="22058"/>
                  </a:cubicBezTo>
                  <a:lnTo>
                    <a:pt x="43706" y="21421"/>
                  </a:lnTo>
                  <a:cubicBezTo>
                    <a:pt x="39932" y="21012"/>
                    <a:pt x="36293" y="19875"/>
                    <a:pt x="32928" y="1805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1" name="Google Shape;27541;p28"/>
            <p:cNvSpPr/>
            <p:nvPr/>
          </p:nvSpPr>
          <p:spPr>
            <a:xfrm>
              <a:off x="4174400" y="3100225"/>
              <a:ext cx="554875" cy="303600"/>
            </a:xfrm>
            <a:custGeom>
              <a:rect b="b" l="l" r="r" t="t"/>
              <a:pathLst>
                <a:path extrusionOk="0" h="12144" w="22195">
                  <a:moveTo>
                    <a:pt x="0" y="0"/>
                  </a:moveTo>
                  <a:lnTo>
                    <a:pt x="0" y="12144"/>
                  </a:lnTo>
                  <a:lnTo>
                    <a:pt x="22194" y="12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2" name="Google Shape;27542;p28"/>
            <p:cNvSpPr/>
            <p:nvPr/>
          </p:nvSpPr>
          <p:spPr>
            <a:xfrm>
              <a:off x="4174400" y="3683500"/>
              <a:ext cx="859600" cy="482125"/>
            </a:xfrm>
            <a:custGeom>
              <a:rect b="b" l="l" r="r" t="t"/>
              <a:pathLst>
                <a:path extrusionOk="0" h="19285" w="34384">
                  <a:moveTo>
                    <a:pt x="0" y="1"/>
                  </a:moveTo>
                  <a:lnTo>
                    <a:pt x="0" y="19284"/>
                  </a:lnTo>
                  <a:lnTo>
                    <a:pt x="34383" y="19284"/>
                  </a:lnTo>
                  <a:lnTo>
                    <a:pt x="34383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3" name="Google Shape;27543;p28"/>
            <p:cNvSpPr/>
            <p:nvPr/>
          </p:nvSpPr>
          <p:spPr>
            <a:xfrm>
              <a:off x="4174400" y="4165600"/>
              <a:ext cx="866400" cy="44350"/>
            </a:xfrm>
            <a:custGeom>
              <a:rect b="b" l="l" r="r" t="t"/>
              <a:pathLst>
                <a:path extrusionOk="0" h="1774" w="34656">
                  <a:moveTo>
                    <a:pt x="0" y="0"/>
                  </a:moveTo>
                  <a:lnTo>
                    <a:pt x="0" y="1774"/>
                  </a:lnTo>
                  <a:lnTo>
                    <a:pt x="34656" y="1774"/>
                  </a:lnTo>
                  <a:lnTo>
                    <a:pt x="346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4" name="Google Shape;27544;p28"/>
            <p:cNvSpPr/>
            <p:nvPr/>
          </p:nvSpPr>
          <p:spPr>
            <a:xfrm>
              <a:off x="4174400" y="3872250"/>
              <a:ext cx="125100" cy="104625"/>
            </a:xfrm>
            <a:custGeom>
              <a:rect b="b" l="l" r="r" t="t"/>
              <a:pathLst>
                <a:path extrusionOk="0" h="4185" w="5004">
                  <a:moveTo>
                    <a:pt x="0" y="0"/>
                  </a:moveTo>
                  <a:lnTo>
                    <a:pt x="0" y="4184"/>
                  </a:lnTo>
                  <a:lnTo>
                    <a:pt x="5003" y="4184"/>
                  </a:lnTo>
                  <a:cubicBezTo>
                    <a:pt x="5003" y="1865"/>
                    <a:pt x="3138" y="0"/>
                    <a:pt x="819" y="0"/>
                  </a:cubicBez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5" name="Google Shape;27545;p28"/>
            <p:cNvSpPr/>
            <p:nvPr/>
          </p:nvSpPr>
          <p:spPr>
            <a:xfrm>
              <a:off x="4651925" y="3872250"/>
              <a:ext cx="104625" cy="104625"/>
            </a:xfrm>
            <a:custGeom>
              <a:rect b="b" l="l" r="r" t="t"/>
              <a:pathLst>
                <a:path extrusionOk="0" h="4185" w="4185">
                  <a:moveTo>
                    <a:pt x="1" y="0"/>
                  </a:moveTo>
                  <a:lnTo>
                    <a:pt x="1" y="4184"/>
                  </a:lnTo>
                  <a:lnTo>
                    <a:pt x="4185" y="4184"/>
                  </a:lnTo>
                  <a:lnTo>
                    <a:pt x="4185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6" name="Google Shape;27546;p28"/>
            <p:cNvSpPr/>
            <p:nvPr/>
          </p:nvSpPr>
          <p:spPr>
            <a:xfrm>
              <a:off x="4174400" y="4595375"/>
              <a:ext cx="1135875" cy="63700"/>
            </a:xfrm>
            <a:custGeom>
              <a:rect b="b" l="l" r="r" t="t"/>
              <a:pathLst>
                <a:path extrusionOk="0" h="2548" w="45435">
                  <a:moveTo>
                    <a:pt x="0" y="0"/>
                  </a:moveTo>
                  <a:lnTo>
                    <a:pt x="0" y="2547"/>
                  </a:lnTo>
                  <a:lnTo>
                    <a:pt x="45435" y="2547"/>
                  </a:lnTo>
                  <a:lnTo>
                    <a:pt x="4543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47" name="Google Shape;27547;p28"/>
          <p:cNvGrpSpPr/>
          <p:nvPr/>
        </p:nvGrpSpPr>
        <p:grpSpPr>
          <a:xfrm>
            <a:off x="7581422" y="1055158"/>
            <a:ext cx="1562566" cy="3259317"/>
            <a:chOff x="1565000" y="1241525"/>
            <a:chExt cx="1638425" cy="3417550"/>
          </a:xfrm>
        </p:grpSpPr>
        <p:sp>
          <p:nvSpPr>
            <p:cNvPr id="27548" name="Google Shape;27548;p28"/>
            <p:cNvSpPr/>
            <p:nvPr/>
          </p:nvSpPr>
          <p:spPr>
            <a:xfrm>
              <a:off x="1942475" y="2093975"/>
              <a:ext cx="403650" cy="519650"/>
            </a:xfrm>
            <a:custGeom>
              <a:rect b="b" l="l" r="r" t="t"/>
              <a:pathLst>
                <a:path extrusionOk="0" h="20786" w="16146">
                  <a:moveTo>
                    <a:pt x="2320" y="1"/>
                  </a:moveTo>
                  <a:cubicBezTo>
                    <a:pt x="1046" y="1"/>
                    <a:pt x="0" y="1047"/>
                    <a:pt x="0" y="2320"/>
                  </a:cubicBezTo>
                  <a:lnTo>
                    <a:pt x="0" y="20785"/>
                  </a:lnTo>
                  <a:lnTo>
                    <a:pt x="16146" y="20785"/>
                  </a:lnTo>
                  <a:lnTo>
                    <a:pt x="16146" y="2138"/>
                  </a:lnTo>
                  <a:lnTo>
                    <a:pt x="4730" y="2138"/>
                  </a:lnTo>
                  <a:lnTo>
                    <a:pt x="4457" y="1456"/>
                  </a:lnTo>
                  <a:cubicBezTo>
                    <a:pt x="4094" y="592"/>
                    <a:pt x="3275" y="1"/>
                    <a:pt x="2320" y="1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9" name="Google Shape;27549;p28"/>
            <p:cNvSpPr/>
            <p:nvPr/>
          </p:nvSpPr>
          <p:spPr>
            <a:xfrm>
              <a:off x="1942475" y="2093975"/>
              <a:ext cx="403650" cy="161475"/>
            </a:xfrm>
            <a:custGeom>
              <a:rect b="b" l="l" r="r" t="t"/>
              <a:pathLst>
                <a:path extrusionOk="0" h="6459" w="16146">
                  <a:moveTo>
                    <a:pt x="2320" y="1"/>
                  </a:moveTo>
                  <a:cubicBezTo>
                    <a:pt x="1046" y="1"/>
                    <a:pt x="0" y="1047"/>
                    <a:pt x="0" y="2320"/>
                  </a:cubicBezTo>
                  <a:lnTo>
                    <a:pt x="0" y="6459"/>
                  </a:lnTo>
                  <a:lnTo>
                    <a:pt x="16146" y="6459"/>
                  </a:lnTo>
                  <a:lnTo>
                    <a:pt x="16146" y="2138"/>
                  </a:lnTo>
                  <a:lnTo>
                    <a:pt x="4730" y="2138"/>
                  </a:lnTo>
                  <a:lnTo>
                    <a:pt x="4457" y="1456"/>
                  </a:lnTo>
                  <a:cubicBezTo>
                    <a:pt x="4094" y="592"/>
                    <a:pt x="3275" y="1"/>
                    <a:pt x="232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0" name="Google Shape;27550;p28"/>
            <p:cNvSpPr/>
            <p:nvPr/>
          </p:nvSpPr>
          <p:spPr>
            <a:xfrm>
              <a:off x="1565000" y="3103625"/>
              <a:ext cx="1638425" cy="211525"/>
            </a:xfrm>
            <a:custGeom>
              <a:rect b="b" l="l" r="r" t="t"/>
              <a:pathLst>
                <a:path extrusionOk="0" h="8461" w="65537">
                  <a:moveTo>
                    <a:pt x="12461" y="1"/>
                  </a:moveTo>
                  <a:lnTo>
                    <a:pt x="7504" y="3503"/>
                  </a:lnTo>
                  <a:cubicBezTo>
                    <a:pt x="5458" y="4958"/>
                    <a:pt x="3002" y="5731"/>
                    <a:pt x="500" y="5731"/>
                  </a:cubicBezTo>
                  <a:lnTo>
                    <a:pt x="0" y="5731"/>
                  </a:lnTo>
                  <a:cubicBezTo>
                    <a:pt x="2138" y="7505"/>
                    <a:pt x="4866" y="8460"/>
                    <a:pt x="7641" y="8460"/>
                  </a:cubicBezTo>
                  <a:lnTo>
                    <a:pt x="65536" y="8460"/>
                  </a:lnTo>
                  <a:lnTo>
                    <a:pt x="6553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1" name="Google Shape;27551;p28"/>
            <p:cNvSpPr/>
            <p:nvPr/>
          </p:nvSpPr>
          <p:spPr>
            <a:xfrm>
              <a:off x="2173275" y="3103625"/>
              <a:ext cx="1030150" cy="211525"/>
            </a:xfrm>
            <a:custGeom>
              <a:rect b="b" l="l" r="r" t="t"/>
              <a:pathLst>
                <a:path extrusionOk="0" h="8461" w="41206">
                  <a:moveTo>
                    <a:pt x="10870" y="1"/>
                  </a:moveTo>
                  <a:lnTo>
                    <a:pt x="5913" y="5186"/>
                  </a:lnTo>
                  <a:cubicBezTo>
                    <a:pt x="4185" y="7050"/>
                    <a:pt x="2138" y="8142"/>
                    <a:pt x="1" y="8460"/>
                  </a:cubicBezTo>
                  <a:lnTo>
                    <a:pt x="41205" y="8460"/>
                  </a:lnTo>
                  <a:lnTo>
                    <a:pt x="4120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2" name="Google Shape;27552;p28"/>
            <p:cNvSpPr/>
            <p:nvPr/>
          </p:nvSpPr>
          <p:spPr>
            <a:xfrm>
              <a:off x="2275600" y="2350950"/>
              <a:ext cx="927825" cy="377500"/>
            </a:xfrm>
            <a:custGeom>
              <a:rect b="b" l="l" r="r" t="t"/>
              <a:pathLst>
                <a:path extrusionOk="0" h="15100" w="37113">
                  <a:moveTo>
                    <a:pt x="1" y="0"/>
                  </a:moveTo>
                  <a:lnTo>
                    <a:pt x="1" y="15054"/>
                  </a:lnTo>
                  <a:cubicBezTo>
                    <a:pt x="319" y="15100"/>
                    <a:pt x="683" y="15100"/>
                    <a:pt x="1001" y="15100"/>
                  </a:cubicBezTo>
                  <a:lnTo>
                    <a:pt x="37112" y="15100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3" name="Google Shape;27553;p28"/>
            <p:cNvSpPr/>
            <p:nvPr/>
          </p:nvSpPr>
          <p:spPr>
            <a:xfrm>
              <a:off x="1565000" y="2613600"/>
              <a:ext cx="1638425" cy="329750"/>
            </a:xfrm>
            <a:custGeom>
              <a:rect b="b" l="l" r="r" t="t"/>
              <a:pathLst>
                <a:path extrusionOk="0" h="13190" w="65537">
                  <a:moveTo>
                    <a:pt x="15099" y="0"/>
                  </a:moveTo>
                  <a:lnTo>
                    <a:pt x="9141" y="5412"/>
                  </a:lnTo>
                  <a:cubicBezTo>
                    <a:pt x="6640" y="7686"/>
                    <a:pt x="3366" y="8960"/>
                    <a:pt x="0" y="8960"/>
                  </a:cubicBezTo>
                  <a:lnTo>
                    <a:pt x="227" y="9232"/>
                  </a:lnTo>
                  <a:cubicBezTo>
                    <a:pt x="2774" y="11779"/>
                    <a:pt x="6231" y="13189"/>
                    <a:pt x="9869" y="13189"/>
                  </a:cubicBezTo>
                  <a:lnTo>
                    <a:pt x="65536" y="13189"/>
                  </a:lnTo>
                  <a:lnTo>
                    <a:pt x="65536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4" name="Google Shape;27554;p28"/>
            <p:cNvSpPr/>
            <p:nvPr/>
          </p:nvSpPr>
          <p:spPr>
            <a:xfrm>
              <a:off x="2258550" y="2613600"/>
              <a:ext cx="944875" cy="329750"/>
            </a:xfrm>
            <a:custGeom>
              <a:rect b="b" l="l" r="r" t="t"/>
              <a:pathLst>
                <a:path extrusionOk="0" h="13190" w="37795">
                  <a:moveTo>
                    <a:pt x="11780" y="0"/>
                  </a:moveTo>
                  <a:lnTo>
                    <a:pt x="6004" y="8277"/>
                  </a:lnTo>
                  <a:cubicBezTo>
                    <a:pt x="4276" y="10733"/>
                    <a:pt x="2229" y="12416"/>
                    <a:pt x="1" y="13189"/>
                  </a:cubicBezTo>
                  <a:lnTo>
                    <a:pt x="37794" y="13189"/>
                  </a:lnTo>
                  <a:lnTo>
                    <a:pt x="37794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5" name="Google Shape;27555;p28"/>
            <p:cNvSpPr/>
            <p:nvPr/>
          </p:nvSpPr>
          <p:spPr>
            <a:xfrm>
              <a:off x="1658225" y="2817100"/>
              <a:ext cx="1545200" cy="76225"/>
            </a:xfrm>
            <a:custGeom>
              <a:rect b="b" l="l" r="r" t="t"/>
              <a:pathLst>
                <a:path extrusionOk="0" h="3049" w="61808">
                  <a:moveTo>
                    <a:pt x="864" y="1"/>
                  </a:moveTo>
                  <a:cubicBezTo>
                    <a:pt x="592" y="137"/>
                    <a:pt x="273" y="228"/>
                    <a:pt x="0" y="319"/>
                  </a:cubicBezTo>
                  <a:cubicBezTo>
                    <a:pt x="2274" y="2093"/>
                    <a:pt x="4958" y="3048"/>
                    <a:pt x="7732" y="3048"/>
                  </a:cubicBezTo>
                  <a:lnTo>
                    <a:pt x="61807" y="3048"/>
                  </a:lnTo>
                  <a:lnTo>
                    <a:pt x="61807" y="2320"/>
                  </a:lnTo>
                  <a:lnTo>
                    <a:pt x="7732" y="2320"/>
                  </a:lnTo>
                  <a:cubicBezTo>
                    <a:pt x="5276" y="2320"/>
                    <a:pt x="2911" y="1502"/>
                    <a:pt x="864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6" name="Google Shape;27556;p28"/>
            <p:cNvSpPr/>
            <p:nvPr/>
          </p:nvSpPr>
          <p:spPr>
            <a:xfrm>
              <a:off x="1871975" y="3315125"/>
              <a:ext cx="1331450" cy="278575"/>
            </a:xfrm>
            <a:custGeom>
              <a:rect b="b" l="l" r="r" t="t"/>
              <a:pathLst>
                <a:path extrusionOk="0" h="11143" w="53258">
                  <a:moveTo>
                    <a:pt x="1" y="0"/>
                  </a:moveTo>
                  <a:lnTo>
                    <a:pt x="1" y="11143"/>
                  </a:lnTo>
                  <a:lnTo>
                    <a:pt x="53257" y="11143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7" name="Google Shape;27557;p28"/>
            <p:cNvSpPr/>
            <p:nvPr/>
          </p:nvSpPr>
          <p:spPr>
            <a:xfrm>
              <a:off x="2017500" y="4145125"/>
              <a:ext cx="301350" cy="289950"/>
            </a:xfrm>
            <a:custGeom>
              <a:rect b="b" l="l" r="r" t="t"/>
              <a:pathLst>
                <a:path extrusionOk="0" h="11598" w="12054">
                  <a:moveTo>
                    <a:pt x="7778" y="0"/>
                  </a:moveTo>
                  <a:lnTo>
                    <a:pt x="7505" y="273"/>
                  </a:lnTo>
                  <a:lnTo>
                    <a:pt x="7460" y="228"/>
                  </a:lnTo>
                  <a:lnTo>
                    <a:pt x="1775" y="5504"/>
                  </a:lnTo>
                  <a:lnTo>
                    <a:pt x="1" y="7186"/>
                  </a:lnTo>
                  <a:lnTo>
                    <a:pt x="6368" y="11598"/>
                  </a:lnTo>
                  <a:lnTo>
                    <a:pt x="11917" y="10688"/>
                  </a:lnTo>
                  <a:lnTo>
                    <a:pt x="12008" y="5822"/>
                  </a:lnTo>
                  <a:lnTo>
                    <a:pt x="12053" y="5185"/>
                  </a:lnTo>
                  <a:lnTo>
                    <a:pt x="777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8" name="Google Shape;27558;p28"/>
            <p:cNvSpPr/>
            <p:nvPr/>
          </p:nvSpPr>
          <p:spPr>
            <a:xfrm>
              <a:off x="2140300" y="3613000"/>
              <a:ext cx="209250" cy="234250"/>
            </a:xfrm>
            <a:custGeom>
              <a:rect b="b" l="l" r="r" t="t"/>
              <a:pathLst>
                <a:path extrusionOk="0" h="9370" w="8370">
                  <a:moveTo>
                    <a:pt x="5231" y="1"/>
                  </a:moveTo>
                  <a:lnTo>
                    <a:pt x="2457" y="2366"/>
                  </a:lnTo>
                  <a:lnTo>
                    <a:pt x="1" y="4458"/>
                  </a:lnTo>
                  <a:lnTo>
                    <a:pt x="819" y="5322"/>
                  </a:lnTo>
                  <a:lnTo>
                    <a:pt x="4503" y="9370"/>
                  </a:lnTo>
                  <a:lnTo>
                    <a:pt x="7505" y="9097"/>
                  </a:lnTo>
                  <a:lnTo>
                    <a:pt x="8369" y="9006"/>
                  </a:lnTo>
                  <a:lnTo>
                    <a:pt x="8369" y="3048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9" name="Google Shape;27559;p28"/>
            <p:cNvSpPr/>
            <p:nvPr/>
          </p:nvSpPr>
          <p:spPr>
            <a:xfrm>
              <a:off x="2231275" y="3999600"/>
              <a:ext cx="118275" cy="239925"/>
            </a:xfrm>
            <a:custGeom>
              <a:rect b="b" l="l" r="r" t="t"/>
              <a:pathLst>
                <a:path extrusionOk="0" h="9597" w="4731">
                  <a:moveTo>
                    <a:pt x="4730" y="0"/>
                  </a:moveTo>
                  <a:lnTo>
                    <a:pt x="0" y="5003"/>
                  </a:lnTo>
                  <a:lnTo>
                    <a:pt x="3821" y="9596"/>
                  </a:lnTo>
                  <a:lnTo>
                    <a:pt x="4730" y="6185"/>
                  </a:lnTo>
                  <a:lnTo>
                    <a:pt x="473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0" name="Google Shape;27560;p28"/>
            <p:cNvSpPr/>
            <p:nvPr/>
          </p:nvSpPr>
          <p:spPr>
            <a:xfrm>
              <a:off x="2040250" y="3607325"/>
              <a:ext cx="193325" cy="95525"/>
            </a:xfrm>
            <a:custGeom>
              <a:rect b="b" l="l" r="r" t="t"/>
              <a:pathLst>
                <a:path extrusionOk="0" h="3821" w="7733">
                  <a:moveTo>
                    <a:pt x="1" y="0"/>
                  </a:moveTo>
                  <a:lnTo>
                    <a:pt x="1774" y="2047"/>
                  </a:lnTo>
                  <a:lnTo>
                    <a:pt x="3275" y="3821"/>
                  </a:lnTo>
                  <a:lnTo>
                    <a:pt x="5413" y="2002"/>
                  </a:lnTo>
                  <a:lnTo>
                    <a:pt x="773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1" name="Google Shape;27561;p28"/>
            <p:cNvSpPr/>
            <p:nvPr/>
          </p:nvSpPr>
          <p:spPr>
            <a:xfrm>
              <a:off x="1902675" y="3945000"/>
              <a:ext cx="293375" cy="357050"/>
            </a:xfrm>
            <a:custGeom>
              <a:rect b="b" l="l" r="r" t="t"/>
              <a:pathLst>
                <a:path extrusionOk="0" h="14282" w="11735">
                  <a:moveTo>
                    <a:pt x="3957" y="1"/>
                  </a:moveTo>
                  <a:lnTo>
                    <a:pt x="1" y="6095"/>
                  </a:lnTo>
                  <a:lnTo>
                    <a:pt x="3866" y="14282"/>
                  </a:lnTo>
                  <a:lnTo>
                    <a:pt x="5367" y="12917"/>
                  </a:lnTo>
                  <a:lnTo>
                    <a:pt x="11734" y="6959"/>
                  </a:lnTo>
                  <a:lnTo>
                    <a:pt x="10552" y="1957"/>
                  </a:lnTo>
                  <a:lnTo>
                    <a:pt x="10370" y="1274"/>
                  </a:lnTo>
                  <a:lnTo>
                    <a:pt x="7050" y="592"/>
                  </a:lnTo>
                  <a:lnTo>
                    <a:pt x="3957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2" name="Google Shape;27562;p28"/>
            <p:cNvSpPr/>
            <p:nvPr/>
          </p:nvSpPr>
          <p:spPr>
            <a:xfrm>
              <a:off x="2343825" y="4170125"/>
              <a:ext cx="277450" cy="235400"/>
            </a:xfrm>
            <a:custGeom>
              <a:rect b="b" l="l" r="r" t="t"/>
              <a:pathLst>
                <a:path extrusionOk="0" h="9416" w="11098">
                  <a:moveTo>
                    <a:pt x="1229" y="1"/>
                  </a:moveTo>
                  <a:lnTo>
                    <a:pt x="137" y="4049"/>
                  </a:lnTo>
                  <a:lnTo>
                    <a:pt x="1" y="9415"/>
                  </a:lnTo>
                  <a:lnTo>
                    <a:pt x="1183" y="9097"/>
                  </a:lnTo>
                  <a:lnTo>
                    <a:pt x="9733" y="6641"/>
                  </a:lnTo>
                  <a:lnTo>
                    <a:pt x="11098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3" name="Google Shape;27563;p28"/>
            <p:cNvSpPr/>
            <p:nvPr/>
          </p:nvSpPr>
          <p:spPr>
            <a:xfrm>
              <a:off x="2188050" y="3866550"/>
              <a:ext cx="161500" cy="228575"/>
            </a:xfrm>
            <a:custGeom>
              <a:rect b="b" l="l" r="r" t="t"/>
              <a:pathLst>
                <a:path extrusionOk="0" h="9143" w="6460">
                  <a:moveTo>
                    <a:pt x="6459" y="1"/>
                  </a:moveTo>
                  <a:lnTo>
                    <a:pt x="2684" y="365"/>
                  </a:lnTo>
                  <a:lnTo>
                    <a:pt x="2548" y="547"/>
                  </a:lnTo>
                  <a:lnTo>
                    <a:pt x="1" y="4049"/>
                  </a:lnTo>
                  <a:lnTo>
                    <a:pt x="228" y="4822"/>
                  </a:lnTo>
                  <a:lnTo>
                    <a:pt x="1274" y="9142"/>
                  </a:lnTo>
                  <a:lnTo>
                    <a:pt x="6459" y="3685"/>
                  </a:lnTo>
                  <a:lnTo>
                    <a:pt x="6459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4" name="Google Shape;27564;p28"/>
            <p:cNvSpPr/>
            <p:nvPr/>
          </p:nvSpPr>
          <p:spPr>
            <a:xfrm>
              <a:off x="1978850" y="3741500"/>
              <a:ext cx="250175" cy="206950"/>
            </a:xfrm>
            <a:custGeom>
              <a:rect b="b" l="l" r="r" t="t"/>
              <a:pathLst>
                <a:path extrusionOk="0" h="8278" w="10007">
                  <a:moveTo>
                    <a:pt x="5504" y="0"/>
                  </a:moveTo>
                  <a:lnTo>
                    <a:pt x="4276" y="637"/>
                  </a:lnTo>
                  <a:lnTo>
                    <a:pt x="1" y="2956"/>
                  </a:lnTo>
                  <a:lnTo>
                    <a:pt x="455" y="4685"/>
                  </a:lnTo>
                  <a:lnTo>
                    <a:pt x="1092" y="7004"/>
                  </a:lnTo>
                  <a:lnTo>
                    <a:pt x="4185" y="7641"/>
                  </a:lnTo>
                  <a:lnTo>
                    <a:pt x="7550" y="8277"/>
                  </a:lnTo>
                  <a:lnTo>
                    <a:pt x="10006" y="4866"/>
                  </a:lnTo>
                  <a:lnTo>
                    <a:pt x="6004" y="500"/>
                  </a:lnTo>
                  <a:lnTo>
                    <a:pt x="5595" y="46"/>
                  </a:lnTo>
                  <a:lnTo>
                    <a:pt x="5595" y="91"/>
                  </a:lnTo>
                  <a:lnTo>
                    <a:pt x="55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5" name="Google Shape;27565;p28"/>
            <p:cNvSpPr/>
            <p:nvPr/>
          </p:nvSpPr>
          <p:spPr>
            <a:xfrm>
              <a:off x="2148275" y="4440750"/>
              <a:ext cx="326325" cy="199000"/>
            </a:xfrm>
            <a:custGeom>
              <a:rect b="b" l="l" r="r" t="t"/>
              <a:pathLst>
                <a:path extrusionOk="0" h="7960" w="13053">
                  <a:moveTo>
                    <a:pt x="7004" y="0"/>
                  </a:moveTo>
                  <a:lnTo>
                    <a:pt x="6640" y="137"/>
                  </a:lnTo>
                  <a:lnTo>
                    <a:pt x="6640" y="46"/>
                  </a:lnTo>
                  <a:lnTo>
                    <a:pt x="1456" y="864"/>
                  </a:lnTo>
                  <a:lnTo>
                    <a:pt x="0" y="7959"/>
                  </a:lnTo>
                  <a:lnTo>
                    <a:pt x="13053" y="7959"/>
                  </a:lnTo>
                  <a:lnTo>
                    <a:pt x="7322" y="410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6" name="Google Shape;27566;p28"/>
            <p:cNvSpPr/>
            <p:nvPr/>
          </p:nvSpPr>
          <p:spPr>
            <a:xfrm>
              <a:off x="2553050" y="4449850"/>
              <a:ext cx="312675" cy="194450"/>
            </a:xfrm>
            <a:custGeom>
              <a:rect b="b" l="l" r="r" t="t"/>
              <a:pathLst>
                <a:path extrusionOk="0" h="7778" w="12507">
                  <a:moveTo>
                    <a:pt x="12507" y="0"/>
                  </a:moveTo>
                  <a:lnTo>
                    <a:pt x="0" y="7641"/>
                  </a:lnTo>
                  <a:lnTo>
                    <a:pt x="12507" y="7777"/>
                  </a:lnTo>
                  <a:lnTo>
                    <a:pt x="1250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7" name="Google Shape;27567;p28"/>
            <p:cNvSpPr/>
            <p:nvPr/>
          </p:nvSpPr>
          <p:spPr>
            <a:xfrm>
              <a:off x="1853775" y="3607325"/>
              <a:ext cx="244500" cy="185350"/>
            </a:xfrm>
            <a:custGeom>
              <a:rect b="b" l="l" r="r" t="t"/>
              <a:pathLst>
                <a:path extrusionOk="0" h="7414" w="9780">
                  <a:moveTo>
                    <a:pt x="1183" y="0"/>
                  </a:moveTo>
                  <a:lnTo>
                    <a:pt x="1" y="5776"/>
                  </a:lnTo>
                  <a:lnTo>
                    <a:pt x="1274" y="6277"/>
                  </a:lnTo>
                  <a:lnTo>
                    <a:pt x="4321" y="7414"/>
                  </a:lnTo>
                  <a:lnTo>
                    <a:pt x="8779" y="5003"/>
                  </a:lnTo>
                  <a:lnTo>
                    <a:pt x="9779" y="4457"/>
                  </a:lnTo>
                  <a:lnTo>
                    <a:pt x="8005" y="2411"/>
                  </a:lnTo>
                  <a:lnTo>
                    <a:pt x="600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8" name="Google Shape;27568;p28"/>
            <p:cNvSpPr/>
            <p:nvPr/>
          </p:nvSpPr>
          <p:spPr>
            <a:xfrm>
              <a:off x="2352925" y="4363425"/>
              <a:ext cx="384325" cy="271775"/>
            </a:xfrm>
            <a:custGeom>
              <a:rect b="b" l="l" r="r" t="t"/>
              <a:pathLst>
                <a:path extrusionOk="0" h="10871" w="15373">
                  <a:moveTo>
                    <a:pt x="9688" y="1"/>
                  </a:moveTo>
                  <a:lnTo>
                    <a:pt x="273" y="2684"/>
                  </a:lnTo>
                  <a:lnTo>
                    <a:pt x="1" y="2775"/>
                  </a:lnTo>
                  <a:lnTo>
                    <a:pt x="6140" y="10870"/>
                  </a:lnTo>
                  <a:lnTo>
                    <a:pt x="6504" y="10643"/>
                  </a:lnTo>
                  <a:lnTo>
                    <a:pt x="15373" y="5231"/>
                  </a:lnTo>
                  <a:lnTo>
                    <a:pt x="10870" y="1092"/>
                  </a:lnTo>
                  <a:lnTo>
                    <a:pt x="9688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9" name="Google Shape;27569;p28"/>
            <p:cNvSpPr/>
            <p:nvPr/>
          </p:nvSpPr>
          <p:spPr>
            <a:xfrm>
              <a:off x="2614425" y="4170125"/>
              <a:ext cx="251300" cy="308175"/>
            </a:xfrm>
            <a:custGeom>
              <a:rect b="b" l="l" r="r" t="t"/>
              <a:pathLst>
                <a:path extrusionOk="0" h="12327" w="10052">
                  <a:moveTo>
                    <a:pt x="1456" y="1"/>
                  </a:moveTo>
                  <a:lnTo>
                    <a:pt x="1" y="6914"/>
                  </a:lnTo>
                  <a:lnTo>
                    <a:pt x="1229" y="8005"/>
                  </a:lnTo>
                  <a:lnTo>
                    <a:pt x="5913" y="12326"/>
                  </a:lnTo>
                  <a:lnTo>
                    <a:pt x="7551" y="11371"/>
                  </a:lnTo>
                  <a:lnTo>
                    <a:pt x="10052" y="9870"/>
                  </a:lnTo>
                  <a:lnTo>
                    <a:pt x="10052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0" name="Google Shape;27570;p28"/>
            <p:cNvSpPr/>
            <p:nvPr/>
          </p:nvSpPr>
          <p:spPr>
            <a:xfrm>
              <a:off x="1827625" y="4344100"/>
              <a:ext cx="329775" cy="295650"/>
            </a:xfrm>
            <a:custGeom>
              <a:rect b="b" l="l" r="r" t="t"/>
              <a:pathLst>
                <a:path extrusionOk="0" h="11826" w="13191">
                  <a:moveTo>
                    <a:pt x="6732" y="0"/>
                  </a:moveTo>
                  <a:lnTo>
                    <a:pt x="6504" y="228"/>
                  </a:lnTo>
                  <a:lnTo>
                    <a:pt x="6414" y="91"/>
                  </a:lnTo>
                  <a:lnTo>
                    <a:pt x="3184" y="2002"/>
                  </a:lnTo>
                  <a:lnTo>
                    <a:pt x="1" y="3912"/>
                  </a:lnTo>
                  <a:lnTo>
                    <a:pt x="865" y="5413"/>
                  </a:lnTo>
                  <a:lnTo>
                    <a:pt x="4503" y="11825"/>
                  </a:lnTo>
                  <a:lnTo>
                    <a:pt x="11644" y="11825"/>
                  </a:lnTo>
                  <a:lnTo>
                    <a:pt x="13190" y="4503"/>
                  </a:lnTo>
                  <a:lnTo>
                    <a:pt x="673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1" name="Google Shape;27571;p28"/>
            <p:cNvSpPr/>
            <p:nvPr/>
          </p:nvSpPr>
          <p:spPr>
            <a:xfrm>
              <a:off x="1786700" y="3780150"/>
              <a:ext cx="192175" cy="300200"/>
            </a:xfrm>
            <a:custGeom>
              <a:rect b="b" l="l" r="r" t="t"/>
              <a:pathLst>
                <a:path extrusionOk="0" h="12008" w="7687">
                  <a:moveTo>
                    <a:pt x="2456" y="0"/>
                  </a:moveTo>
                  <a:lnTo>
                    <a:pt x="1" y="11598"/>
                  </a:lnTo>
                  <a:lnTo>
                    <a:pt x="3684" y="12007"/>
                  </a:lnTo>
                  <a:lnTo>
                    <a:pt x="7687" y="5867"/>
                  </a:lnTo>
                  <a:lnTo>
                    <a:pt x="7141" y="3684"/>
                  </a:lnTo>
                  <a:lnTo>
                    <a:pt x="6550" y="1547"/>
                  </a:lnTo>
                  <a:lnTo>
                    <a:pt x="24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2" name="Google Shape;27572;p28"/>
            <p:cNvSpPr/>
            <p:nvPr/>
          </p:nvSpPr>
          <p:spPr>
            <a:xfrm>
              <a:off x="1667325" y="4440750"/>
              <a:ext cx="239925" cy="199000"/>
            </a:xfrm>
            <a:custGeom>
              <a:rect b="b" l="l" r="r" t="t"/>
              <a:pathLst>
                <a:path extrusionOk="0" h="7960" w="9597">
                  <a:moveTo>
                    <a:pt x="1683" y="0"/>
                  </a:moveTo>
                  <a:lnTo>
                    <a:pt x="0" y="7959"/>
                  </a:lnTo>
                  <a:lnTo>
                    <a:pt x="9596" y="7959"/>
                  </a:lnTo>
                  <a:lnTo>
                    <a:pt x="6049" y="1728"/>
                  </a:lnTo>
                  <a:lnTo>
                    <a:pt x="5276" y="364"/>
                  </a:lnTo>
                  <a:lnTo>
                    <a:pt x="3047" y="137"/>
                  </a:lnTo>
                  <a:lnTo>
                    <a:pt x="1683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3" name="Google Shape;27573;p28"/>
            <p:cNvSpPr/>
            <p:nvPr/>
          </p:nvSpPr>
          <p:spPr>
            <a:xfrm>
              <a:off x="1715075" y="4098500"/>
              <a:ext cx="261525" cy="322950"/>
            </a:xfrm>
            <a:custGeom>
              <a:rect b="b" l="l" r="r" t="t"/>
              <a:pathLst>
                <a:path extrusionOk="0" h="12918" w="10461">
                  <a:moveTo>
                    <a:pt x="2638" y="1"/>
                  </a:moveTo>
                  <a:lnTo>
                    <a:pt x="0" y="12553"/>
                  </a:lnTo>
                  <a:lnTo>
                    <a:pt x="1547" y="12690"/>
                  </a:lnTo>
                  <a:lnTo>
                    <a:pt x="3593" y="12917"/>
                  </a:lnTo>
                  <a:lnTo>
                    <a:pt x="7050" y="10870"/>
                  </a:lnTo>
                  <a:lnTo>
                    <a:pt x="10461" y="8869"/>
                  </a:lnTo>
                  <a:lnTo>
                    <a:pt x="6458" y="410"/>
                  </a:lnTo>
                  <a:lnTo>
                    <a:pt x="2820" y="1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4" name="Google Shape;27574;p28"/>
            <p:cNvSpPr/>
            <p:nvPr/>
          </p:nvSpPr>
          <p:spPr>
            <a:xfrm>
              <a:off x="2612150" y="2555600"/>
              <a:ext cx="122825" cy="122825"/>
            </a:xfrm>
            <a:custGeom>
              <a:rect b="b" l="l" r="r" t="t"/>
              <a:pathLst>
                <a:path extrusionOk="0" h="4913" w="4913">
                  <a:moveTo>
                    <a:pt x="4185" y="728"/>
                  </a:moveTo>
                  <a:lnTo>
                    <a:pt x="4185" y="4139"/>
                  </a:lnTo>
                  <a:lnTo>
                    <a:pt x="774" y="4139"/>
                  </a:lnTo>
                  <a:lnTo>
                    <a:pt x="774" y="728"/>
                  </a:lnTo>
                  <a:close/>
                  <a:moveTo>
                    <a:pt x="1" y="1"/>
                  </a:moveTo>
                  <a:lnTo>
                    <a:pt x="1" y="4912"/>
                  </a:lnTo>
                  <a:lnTo>
                    <a:pt x="4913" y="4912"/>
                  </a:lnTo>
                  <a:lnTo>
                    <a:pt x="49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5" name="Google Shape;27575;p28"/>
            <p:cNvSpPr/>
            <p:nvPr/>
          </p:nvSpPr>
          <p:spPr>
            <a:xfrm>
              <a:off x="2500725" y="1756300"/>
              <a:ext cx="702700" cy="262675"/>
            </a:xfrm>
            <a:custGeom>
              <a:rect b="b" l="l" r="r" t="t"/>
              <a:pathLst>
                <a:path extrusionOk="0" h="10507" w="28108">
                  <a:moveTo>
                    <a:pt x="1" y="0"/>
                  </a:moveTo>
                  <a:lnTo>
                    <a:pt x="1" y="10506"/>
                  </a:lnTo>
                  <a:lnTo>
                    <a:pt x="28107" y="10506"/>
                  </a:lnTo>
                  <a:lnTo>
                    <a:pt x="28107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6" name="Google Shape;27576;p28"/>
            <p:cNvSpPr/>
            <p:nvPr/>
          </p:nvSpPr>
          <p:spPr>
            <a:xfrm>
              <a:off x="2500725" y="1756300"/>
              <a:ext cx="702700" cy="36400"/>
            </a:xfrm>
            <a:custGeom>
              <a:rect b="b" l="l" r="r" t="t"/>
              <a:pathLst>
                <a:path extrusionOk="0" h="1456" w="28108">
                  <a:moveTo>
                    <a:pt x="1" y="0"/>
                  </a:moveTo>
                  <a:lnTo>
                    <a:pt x="1" y="1456"/>
                  </a:lnTo>
                  <a:lnTo>
                    <a:pt x="28107" y="1456"/>
                  </a:lnTo>
                  <a:lnTo>
                    <a:pt x="2810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7" name="Google Shape;27577;p28"/>
            <p:cNvSpPr/>
            <p:nvPr/>
          </p:nvSpPr>
          <p:spPr>
            <a:xfrm>
              <a:off x="2517800" y="1241525"/>
              <a:ext cx="685625" cy="183925"/>
            </a:xfrm>
            <a:custGeom>
              <a:rect b="b" l="l" r="r" t="t"/>
              <a:pathLst>
                <a:path extrusionOk="0" h="7357" w="27425">
                  <a:moveTo>
                    <a:pt x="3434" y="0"/>
                  </a:moveTo>
                  <a:cubicBezTo>
                    <a:pt x="2683" y="0"/>
                    <a:pt x="1933" y="285"/>
                    <a:pt x="1365" y="853"/>
                  </a:cubicBezTo>
                  <a:lnTo>
                    <a:pt x="1228" y="989"/>
                  </a:lnTo>
                  <a:cubicBezTo>
                    <a:pt x="0" y="2217"/>
                    <a:pt x="0" y="4173"/>
                    <a:pt x="1228" y="5401"/>
                  </a:cubicBezTo>
                  <a:lnTo>
                    <a:pt x="2502" y="6674"/>
                  </a:lnTo>
                  <a:cubicBezTo>
                    <a:pt x="2911" y="7084"/>
                    <a:pt x="3502" y="7357"/>
                    <a:pt x="4093" y="7357"/>
                  </a:cubicBezTo>
                  <a:lnTo>
                    <a:pt x="27424" y="7357"/>
                  </a:lnTo>
                  <a:lnTo>
                    <a:pt x="27424" y="5446"/>
                  </a:lnTo>
                  <a:lnTo>
                    <a:pt x="6003" y="5446"/>
                  </a:lnTo>
                  <a:cubicBezTo>
                    <a:pt x="6003" y="4628"/>
                    <a:pt x="5276" y="3900"/>
                    <a:pt x="4457" y="3900"/>
                  </a:cubicBezTo>
                  <a:lnTo>
                    <a:pt x="3775" y="3900"/>
                  </a:lnTo>
                  <a:lnTo>
                    <a:pt x="3775" y="2263"/>
                  </a:lnTo>
                  <a:lnTo>
                    <a:pt x="3957" y="2399"/>
                  </a:lnTo>
                  <a:cubicBezTo>
                    <a:pt x="4162" y="2627"/>
                    <a:pt x="4434" y="2740"/>
                    <a:pt x="4713" y="2740"/>
                  </a:cubicBezTo>
                  <a:cubicBezTo>
                    <a:pt x="4992" y="2740"/>
                    <a:pt x="5276" y="2627"/>
                    <a:pt x="5503" y="2399"/>
                  </a:cubicBezTo>
                  <a:cubicBezTo>
                    <a:pt x="5913" y="1990"/>
                    <a:pt x="5913" y="1262"/>
                    <a:pt x="5503" y="853"/>
                  </a:cubicBezTo>
                  <a:cubicBezTo>
                    <a:pt x="4935" y="285"/>
                    <a:pt x="4184" y="0"/>
                    <a:pt x="3434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8" name="Google Shape;27578;p28"/>
            <p:cNvSpPr/>
            <p:nvPr/>
          </p:nvSpPr>
          <p:spPr>
            <a:xfrm>
              <a:off x="2381350" y="1425425"/>
              <a:ext cx="822075" cy="330900"/>
            </a:xfrm>
            <a:custGeom>
              <a:rect b="b" l="l" r="r" t="t"/>
              <a:pathLst>
                <a:path extrusionOk="0" h="13236" w="32883">
                  <a:moveTo>
                    <a:pt x="9915" y="1"/>
                  </a:moveTo>
                  <a:lnTo>
                    <a:pt x="7232" y="4685"/>
                  </a:lnTo>
                  <a:cubicBezTo>
                    <a:pt x="5640" y="7459"/>
                    <a:pt x="3048" y="9460"/>
                    <a:pt x="1" y="10325"/>
                  </a:cubicBezTo>
                  <a:lnTo>
                    <a:pt x="637" y="11189"/>
                  </a:lnTo>
                  <a:cubicBezTo>
                    <a:pt x="1592" y="12462"/>
                    <a:pt x="4776" y="13235"/>
                    <a:pt x="4776" y="13235"/>
                  </a:cubicBezTo>
                  <a:lnTo>
                    <a:pt x="32882" y="13235"/>
                  </a:lnTo>
                  <a:lnTo>
                    <a:pt x="32882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9" name="Google Shape;27579;p28"/>
            <p:cNvSpPr/>
            <p:nvPr/>
          </p:nvSpPr>
          <p:spPr>
            <a:xfrm>
              <a:off x="2694025" y="1424300"/>
              <a:ext cx="509400" cy="332025"/>
            </a:xfrm>
            <a:custGeom>
              <a:rect b="b" l="l" r="r" t="t"/>
              <a:pathLst>
                <a:path extrusionOk="0" h="13281" w="20376">
                  <a:moveTo>
                    <a:pt x="8960" y="0"/>
                  </a:moveTo>
                  <a:lnTo>
                    <a:pt x="5822" y="6595"/>
                  </a:lnTo>
                  <a:cubicBezTo>
                    <a:pt x="4458" y="9505"/>
                    <a:pt x="2411" y="11779"/>
                    <a:pt x="1" y="13280"/>
                  </a:cubicBezTo>
                  <a:lnTo>
                    <a:pt x="20375" y="13280"/>
                  </a:lnTo>
                  <a:lnTo>
                    <a:pt x="2037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0" name="Google Shape;27580;p28"/>
            <p:cNvSpPr/>
            <p:nvPr/>
          </p:nvSpPr>
          <p:spPr>
            <a:xfrm>
              <a:off x="2275600" y="2350950"/>
              <a:ext cx="927825" cy="36400"/>
            </a:xfrm>
            <a:custGeom>
              <a:rect b="b" l="l" r="r" t="t"/>
              <a:pathLst>
                <a:path extrusionOk="0" h="1456" w="37113">
                  <a:moveTo>
                    <a:pt x="1" y="0"/>
                  </a:moveTo>
                  <a:lnTo>
                    <a:pt x="1" y="1410"/>
                  </a:lnTo>
                  <a:cubicBezTo>
                    <a:pt x="319" y="1410"/>
                    <a:pt x="683" y="1456"/>
                    <a:pt x="1001" y="1456"/>
                  </a:cubicBezTo>
                  <a:lnTo>
                    <a:pt x="37112" y="1456"/>
                  </a:lnTo>
                  <a:lnTo>
                    <a:pt x="37112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1" name="Google Shape;27581;p28"/>
            <p:cNvSpPr/>
            <p:nvPr/>
          </p:nvSpPr>
          <p:spPr>
            <a:xfrm>
              <a:off x="208005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16828" y="0"/>
                  </a:moveTo>
                  <a:lnTo>
                    <a:pt x="10643" y="5139"/>
                  </a:lnTo>
                  <a:cubicBezTo>
                    <a:pt x="7596" y="7641"/>
                    <a:pt x="3912" y="9142"/>
                    <a:pt x="0" y="9460"/>
                  </a:cubicBezTo>
                  <a:cubicBezTo>
                    <a:pt x="2274" y="11870"/>
                    <a:pt x="5458" y="13280"/>
                    <a:pt x="8823" y="13280"/>
                  </a:cubicBezTo>
                  <a:lnTo>
                    <a:pt x="44934" y="13280"/>
                  </a:lnTo>
                  <a:lnTo>
                    <a:pt x="44934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2" name="Google Shape;27582;p28"/>
            <p:cNvSpPr/>
            <p:nvPr/>
          </p:nvSpPr>
          <p:spPr>
            <a:xfrm>
              <a:off x="2458675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9960" y="0"/>
                  </a:moveTo>
                  <a:lnTo>
                    <a:pt x="5594" y="7550"/>
                  </a:lnTo>
                  <a:cubicBezTo>
                    <a:pt x="4002" y="10370"/>
                    <a:pt x="2047" y="12325"/>
                    <a:pt x="0" y="13280"/>
                  </a:cubicBezTo>
                  <a:lnTo>
                    <a:pt x="29789" y="13280"/>
                  </a:lnTo>
                  <a:lnTo>
                    <a:pt x="29789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3" name="Google Shape;27583;p28"/>
            <p:cNvSpPr/>
            <p:nvPr/>
          </p:nvSpPr>
          <p:spPr>
            <a:xfrm>
              <a:off x="24257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8" y="8960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4" name="Google Shape;27584;p28"/>
            <p:cNvSpPr/>
            <p:nvPr/>
          </p:nvSpPr>
          <p:spPr>
            <a:xfrm>
              <a:off x="2318825" y="2018950"/>
              <a:ext cx="884600" cy="485525"/>
            </a:xfrm>
            <a:custGeom>
              <a:rect b="b" l="l" r="r" t="t"/>
              <a:pathLst>
                <a:path extrusionOk="0" h="19421" w="35384">
                  <a:moveTo>
                    <a:pt x="35383" y="0"/>
                  </a:moveTo>
                  <a:lnTo>
                    <a:pt x="8732" y="14599"/>
                  </a:lnTo>
                  <a:cubicBezTo>
                    <a:pt x="6004" y="16100"/>
                    <a:pt x="3047" y="17010"/>
                    <a:pt x="0" y="17373"/>
                  </a:cubicBezTo>
                  <a:lnTo>
                    <a:pt x="500" y="17874"/>
                  </a:lnTo>
                  <a:cubicBezTo>
                    <a:pt x="1501" y="18874"/>
                    <a:pt x="2865" y="19420"/>
                    <a:pt x="4275" y="19420"/>
                  </a:cubicBezTo>
                  <a:lnTo>
                    <a:pt x="35383" y="19420"/>
                  </a:lnTo>
                  <a:lnTo>
                    <a:pt x="35383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5" name="Google Shape;27585;p28"/>
            <p:cNvSpPr/>
            <p:nvPr/>
          </p:nvSpPr>
          <p:spPr>
            <a:xfrm>
              <a:off x="24257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8" y="1228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6" name="Google Shape;27586;p28"/>
            <p:cNvSpPr/>
            <p:nvPr/>
          </p:nvSpPr>
          <p:spPr>
            <a:xfrm>
              <a:off x="282365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15190" y="0"/>
                  </a:moveTo>
                  <a:lnTo>
                    <a:pt x="0" y="8323"/>
                  </a:lnTo>
                  <a:lnTo>
                    <a:pt x="15190" y="8323"/>
                  </a:lnTo>
                  <a:lnTo>
                    <a:pt x="15190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7" name="Google Shape;27587;p28"/>
            <p:cNvSpPr/>
            <p:nvPr/>
          </p:nvSpPr>
          <p:spPr>
            <a:xfrm>
              <a:off x="2080050" y="2018950"/>
              <a:ext cx="1123375" cy="332025"/>
            </a:xfrm>
            <a:custGeom>
              <a:rect b="b" l="l" r="r" t="t"/>
              <a:pathLst>
                <a:path extrusionOk="0" h="13281" w="44935">
                  <a:moveTo>
                    <a:pt x="16828" y="0"/>
                  </a:moveTo>
                  <a:lnTo>
                    <a:pt x="10643" y="5139"/>
                  </a:lnTo>
                  <a:cubicBezTo>
                    <a:pt x="7596" y="7641"/>
                    <a:pt x="3912" y="9142"/>
                    <a:pt x="0" y="9460"/>
                  </a:cubicBezTo>
                  <a:cubicBezTo>
                    <a:pt x="2274" y="11870"/>
                    <a:pt x="5458" y="13280"/>
                    <a:pt x="8823" y="13280"/>
                  </a:cubicBezTo>
                  <a:lnTo>
                    <a:pt x="44934" y="13280"/>
                  </a:lnTo>
                  <a:lnTo>
                    <a:pt x="44934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8" name="Google Shape;27588;p28"/>
            <p:cNvSpPr/>
            <p:nvPr/>
          </p:nvSpPr>
          <p:spPr>
            <a:xfrm>
              <a:off x="2458675" y="2018950"/>
              <a:ext cx="744750" cy="332025"/>
            </a:xfrm>
            <a:custGeom>
              <a:rect b="b" l="l" r="r" t="t"/>
              <a:pathLst>
                <a:path extrusionOk="0" h="13281" w="29790">
                  <a:moveTo>
                    <a:pt x="9960" y="0"/>
                  </a:moveTo>
                  <a:lnTo>
                    <a:pt x="5594" y="7550"/>
                  </a:lnTo>
                  <a:cubicBezTo>
                    <a:pt x="4002" y="10370"/>
                    <a:pt x="2047" y="12325"/>
                    <a:pt x="0" y="13280"/>
                  </a:cubicBezTo>
                  <a:lnTo>
                    <a:pt x="29789" y="13280"/>
                  </a:lnTo>
                  <a:lnTo>
                    <a:pt x="29789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9" name="Google Shape;27589;p28"/>
            <p:cNvSpPr/>
            <p:nvPr/>
          </p:nvSpPr>
          <p:spPr>
            <a:xfrm>
              <a:off x="2425700" y="2504450"/>
              <a:ext cx="777725" cy="224000"/>
            </a:xfrm>
            <a:custGeom>
              <a:rect b="b" l="l" r="r" t="t"/>
              <a:pathLst>
                <a:path extrusionOk="0" h="8960" w="31109">
                  <a:moveTo>
                    <a:pt x="0" y="0"/>
                  </a:moveTo>
                  <a:lnTo>
                    <a:pt x="0" y="8960"/>
                  </a:lnTo>
                  <a:lnTo>
                    <a:pt x="31108" y="8960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0" name="Google Shape;27590;p28"/>
            <p:cNvSpPr/>
            <p:nvPr/>
          </p:nvSpPr>
          <p:spPr>
            <a:xfrm>
              <a:off x="2318825" y="2018950"/>
              <a:ext cx="884600" cy="485525"/>
            </a:xfrm>
            <a:custGeom>
              <a:rect b="b" l="l" r="r" t="t"/>
              <a:pathLst>
                <a:path extrusionOk="0" h="19421" w="35384">
                  <a:moveTo>
                    <a:pt x="35383" y="0"/>
                  </a:moveTo>
                  <a:lnTo>
                    <a:pt x="8732" y="14599"/>
                  </a:lnTo>
                  <a:cubicBezTo>
                    <a:pt x="6004" y="16100"/>
                    <a:pt x="3047" y="17010"/>
                    <a:pt x="0" y="17373"/>
                  </a:cubicBezTo>
                  <a:lnTo>
                    <a:pt x="500" y="17874"/>
                  </a:lnTo>
                  <a:cubicBezTo>
                    <a:pt x="1501" y="18874"/>
                    <a:pt x="2865" y="19420"/>
                    <a:pt x="4275" y="19420"/>
                  </a:cubicBezTo>
                  <a:lnTo>
                    <a:pt x="35383" y="19420"/>
                  </a:lnTo>
                  <a:lnTo>
                    <a:pt x="35383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1" name="Google Shape;27591;p28"/>
            <p:cNvSpPr/>
            <p:nvPr/>
          </p:nvSpPr>
          <p:spPr>
            <a:xfrm>
              <a:off x="2425700" y="2504450"/>
              <a:ext cx="777725" cy="30700"/>
            </a:xfrm>
            <a:custGeom>
              <a:rect b="b" l="l" r="r" t="t"/>
              <a:pathLst>
                <a:path extrusionOk="0" h="1228" w="31109">
                  <a:moveTo>
                    <a:pt x="0" y="0"/>
                  </a:moveTo>
                  <a:lnTo>
                    <a:pt x="0" y="1228"/>
                  </a:lnTo>
                  <a:lnTo>
                    <a:pt x="31108" y="1228"/>
                  </a:lnTo>
                  <a:lnTo>
                    <a:pt x="31108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2" name="Google Shape;27592;p28"/>
            <p:cNvSpPr/>
            <p:nvPr/>
          </p:nvSpPr>
          <p:spPr>
            <a:xfrm>
              <a:off x="2823650" y="2145150"/>
              <a:ext cx="379775" cy="208100"/>
            </a:xfrm>
            <a:custGeom>
              <a:rect b="b" l="l" r="r" t="t"/>
              <a:pathLst>
                <a:path extrusionOk="0" h="8324" w="15191">
                  <a:moveTo>
                    <a:pt x="15190" y="0"/>
                  </a:moveTo>
                  <a:lnTo>
                    <a:pt x="0" y="8323"/>
                  </a:lnTo>
                  <a:lnTo>
                    <a:pt x="15190" y="8323"/>
                  </a:lnTo>
                  <a:lnTo>
                    <a:pt x="15190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3" name="Google Shape;27593;p28"/>
            <p:cNvSpPr/>
            <p:nvPr/>
          </p:nvSpPr>
          <p:spPr>
            <a:xfrm>
              <a:off x="2256275" y="3590275"/>
              <a:ext cx="947150" cy="93250"/>
            </a:xfrm>
            <a:custGeom>
              <a:rect b="b" l="l" r="r" t="t"/>
              <a:pathLst>
                <a:path extrusionOk="0" h="3730" w="37886">
                  <a:moveTo>
                    <a:pt x="1" y="0"/>
                  </a:moveTo>
                  <a:lnTo>
                    <a:pt x="1" y="3730"/>
                  </a:lnTo>
                  <a:lnTo>
                    <a:pt x="37885" y="3730"/>
                  </a:lnTo>
                  <a:lnTo>
                    <a:pt x="3788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4" name="Google Shape;27594;p28"/>
            <p:cNvSpPr/>
            <p:nvPr/>
          </p:nvSpPr>
          <p:spPr>
            <a:xfrm>
              <a:off x="1876525" y="2943325"/>
              <a:ext cx="1326900" cy="160325"/>
            </a:xfrm>
            <a:custGeom>
              <a:rect b="b" l="l" r="r" t="t"/>
              <a:pathLst>
                <a:path extrusionOk="0" h="6413" w="53076">
                  <a:moveTo>
                    <a:pt x="0" y="0"/>
                  </a:moveTo>
                  <a:lnTo>
                    <a:pt x="0" y="6413"/>
                  </a:lnTo>
                  <a:lnTo>
                    <a:pt x="53075" y="6413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5" name="Google Shape;27595;p28"/>
            <p:cNvSpPr/>
            <p:nvPr/>
          </p:nvSpPr>
          <p:spPr>
            <a:xfrm>
              <a:off x="1876525" y="2943325"/>
              <a:ext cx="1326900" cy="34125"/>
            </a:xfrm>
            <a:custGeom>
              <a:rect b="b" l="l" r="r" t="t"/>
              <a:pathLst>
                <a:path extrusionOk="0" h="1365" w="53076">
                  <a:moveTo>
                    <a:pt x="0" y="0"/>
                  </a:moveTo>
                  <a:lnTo>
                    <a:pt x="0" y="1365"/>
                  </a:lnTo>
                  <a:lnTo>
                    <a:pt x="53075" y="1365"/>
                  </a:lnTo>
                  <a:lnTo>
                    <a:pt x="53075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6" name="Google Shape;27596;p28"/>
            <p:cNvSpPr/>
            <p:nvPr/>
          </p:nvSpPr>
          <p:spPr>
            <a:xfrm>
              <a:off x="1871975" y="3315125"/>
              <a:ext cx="1331450" cy="33000"/>
            </a:xfrm>
            <a:custGeom>
              <a:rect b="b" l="l" r="r" t="t"/>
              <a:pathLst>
                <a:path extrusionOk="0" h="1320" w="53258">
                  <a:moveTo>
                    <a:pt x="1" y="0"/>
                  </a:moveTo>
                  <a:lnTo>
                    <a:pt x="1" y="1319"/>
                  </a:lnTo>
                  <a:lnTo>
                    <a:pt x="53257" y="1319"/>
                  </a:lnTo>
                  <a:lnTo>
                    <a:pt x="53257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7" name="Google Shape;27597;p28"/>
            <p:cNvSpPr/>
            <p:nvPr/>
          </p:nvSpPr>
          <p:spPr>
            <a:xfrm>
              <a:off x="1669600" y="3224150"/>
              <a:ext cx="1533825" cy="43225"/>
            </a:xfrm>
            <a:custGeom>
              <a:rect b="b" l="l" r="r" t="t"/>
              <a:pathLst>
                <a:path extrusionOk="0" h="1729" w="61353">
                  <a:moveTo>
                    <a:pt x="910" y="1"/>
                  </a:moveTo>
                  <a:cubicBezTo>
                    <a:pt x="637" y="137"/>
                    <a:pt x="319" y="228"/>
                    <a:pt x="0" y="365"/>
                  </a:cubicBezTo>
                  <a:cubicBezTo>
                    <a:pt x="1456" y="1274"/>
                    <a:pt x="3047" y="1729"/>
                    <a:pt x="4639" y="1729"/>
                  </a:cubicBezTo>
                  <a:lnTo>
                    <a:pt x="61352" y="1729"/>
                  </a:lnTo>
                  <a:lnTo>
                    <a:pt x="61352" y="956"/>
                  </a:lnTo>
                  <a:lnTo>
                    <a:pt x="4639" y="956"/>
                  </a:lnTo>
                  <a:cubicBezTo>
                    <a:pt x="3366" y="956"/>
                    <a:pt x="2138" y="637"/>
                    <a:pt x="91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8" name="Google Shape;27598;p28"/>
            <p:cNvSpPr/>
            <p:nvPr/>
          </p:nvSpPr>
          <p:spPr>
            <a:xfrm>
              <a:off x="2622400" y="2564700"/>
              <a:ext cx="103475" cy="103500"/>
            </a:xfrm>
            <a:custGeom>
              <a:rect b="b" l="l" r="r" t="t"/>
              <a:pathLst>
                <a:path extrusionOk="0" h="4140" w="4139">
                  <a:moveTo>
                    <a:pt x="0" y="0"/>
                  </a:moveTo>
                  <a:lnTo>
                    <a:pt x="0" y="4139"/>
                  </a:lnTo>
                  <a:lnTo>
                    <a:pt x="4139" y="4139"/>
                  </a:lnTo>
                  <a:lnTo>
                    <a:pt x="4139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9" name="Google Shape;27599;p28"/>
            <p:cNvSpPr/>
            <p:nvPr/>
          </p:nvSpPr>
          <p:spPr>
            <a:xfrm>
              <a:off x="2769075" y="1848400"/>
              <a:ext cx="77325" cy="78475"/>
            </a:xfrm>
            <a:custGeom>
              <a:rect b="b" l="l" r="r" t="t"/>
              <a:pathLst>
                <a:path extrusionOk="0" h="3139" w="3093">
                  <a:moveTo>
                    <a:pt x="0" y="0"/>
                  </a:moveTo>
                  <a:lnTo>
                    <a:pt x="0" y="3138"/>
                  </a:lnTo>
                  <a:lnTo>
                    <a:pt x="3093" y="3138"/>
                  </a:lnTo>
                  <a:lnTo>
                    <a:pt x="3093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0" name="Google Shape;27600;p28"/>
            <p:cNvSpPr/>
            <p:nvPr/>
          </p:nvSpPr>
          <p:spPr>
            <a:xfrm>
              <a:off x="2850925" y="4155350"/>
              <a:ext cx="352500" cy="503725"/>
            </a:xfrm>
            <a:custGeom>
              <a:rect b="b" l="l" r="r" t="t"/>
              <a:pathLst>
                <a:path extrusionOk="0" h="20149" w="14100">
                  <a:moveTo>
                    <a:pt x="1" y="1"/>
                  </a:moveTo>
                  <a:lnTo>
                    <a:pt x="1" y="20148"/>
                  </a:lnTo>
                  <a:lnTo>
                    <a:pt x="14099" y="20148"/>
                  </a:lnTo>
                  <a:lnTo>
                    <a:pt x="14099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1" name="Google Shape;27601;p28"/>
            <p:cNvSpPr/>
            <p:nvPr/>
          </p:nvSpPr>
          <p:spPr>
            <a:xfrm>
              <a:off x="2110750" y="2993350"/>
              <a:ext cx="1092675" cy="600350"/>
            </a:xfrm>
            <a:custGeom>
              <a:rect b="b" l="l" r="r" t="t"/>
              <a:pathLst>
                <a:path extrusionOk="0" h="24014" w="43707">
                  <a:moveTo>
                    <a:pt x="43706" y="0"/>
                  </a:moveTo>
                  <a:lnTo>
                    <a:pt x="10779" y="18056"/>
                  </a:lnTo>
                  <a:cubicBezTo>
                    <a:pt x="7459" y="19875"/>
                    <a:pt x="3775" y="21012"/>
                    <a:pt x="0" y="21421"/>
                  </a:cubicBezTo>
                  <a:lnTo>
                    <a:pt x="637" y="22058"/>
                  </a:lnTo>
                  <a:cubicBezTo>
                    <a:pt x="1865" y="23332"/>
                    <a:pt x="3548" y="24014"/>
                    <a:pt x="5321" y="24014"/>
                  </a:cubicBezTo>
                  <a:lnTo>
                    <a:pt x="43706" y="24014"/>
                  </a:lnTo>
                  <a:lnTo>
                    <a:pt x="43706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2" name="Google Shape;27602;p28"/>
            <p:cNvSpPr/>
            <p:nvPr/>
          </p:nvSpPr>
          <p:spPr>
            <a:xfrm>
              <a:off x="2648550" y="3100225"/>
              <a:ext cx="554875" cy="303600"/>
            </a:xfrm>
            <a:custGeom>
              <a:rect b="b" l="l" r="r" t="t"/>
              <a:pathLst>
                <a:path extrusionOk="0" h="12144" w="22195">
                  <a:moveTo>
                    <a:pt x="22194" y="0"/>
                  </a:moveTo>
                  <a:lnTo>
                    <a:pt x="0" y="12144"/>
                  </a:lnTo>
                  <a:lnTo>
                    <a:pt x="22194" y="12144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3" name="Google Shape;27603;p28"/>
            <p:cNvSpPr/>
            <p:nvPr/>
          </p:nvSpPr>
          <p:spPr>
            <a:xfrm>
              <a:off x="2343825" y="3683500"/>
              <a:ext cx="859600" cy="482125"/>
            </a:xfrm>
            <a:custGeom>
              <a:rect b="b" l="l" r="r" t="t"/>
              <a:pathLst>
                <a:path extrusionOk="0" h="19285" w="34384">
                  <a:moveTo>
                    <a:pt x="1" y="1"/>
                  </a:moveTo>
                  <a:lnTo>
                    <a:pt x="1" y="19284"/>
                  </a:lnTo>
                  <a:lnTo>
                    <a:pt x="34383" y="19284"/>
                  </a:lnTo>
                  <a:lnTo>
                    <a:pt x="34383" y="1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4" name="Google Shape;27604;p28"/>
            <p:cNvSpPr/>
            <p:nvPr/>
          </p:nvSpPr>
          <p:spPr>
            <a:xfrm>
              <a:off x="2337000" y="4165600"/>
              <a:ext cx="866425" cy="44350"/>
            </a:xfrm>
            <a:custGeom>
              <a:rect b="b" l="l" r="r" t="t"/>
              <a:pathLst>
                <a:path extrusionOk="0" h="1774" w="34657">
                  <a:moveTo>
                    <a:pt x="1" y="0"/>
                  </a:moveTo>
                  <a:lnTo>
                    <a:pt x="1" y="1774"/>
                  </a:lnTo>
                  <a:lnTo>
                    <a:pt x="34656" y="1774"/>
                  </a:lnTo>
                  <a:lnTo>
                    <a:pt x="34656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5" name="Google Shape;27605;p28"/>
            <p:cNvSpPr/>
            <p:nvPr/>
          </p:nvSpPr>
          <p:spPr>
            <a:xfrm>
              <a:off x="2622400" y="3872250"/>
              <a:ext cx="103475" cy="104625"/>
            </a:xfrm>
            <a:custGeom>
              <a:rect b="b" l="l" r="r" t="t"/>
              <a:pathLst>
                <a:path extrusionOk="0" h="4185" w="4139">
                  <a:moveTo>
                    <a:pt x="0" y="0"/>
                  </a:moveTo>
                  <a:lnTo>
                    <a:pt x="0" y="4184"/>
                  </a:lnTo>
                  <a:lnTo>
                    <a:pt x="4139" y="4184"/>
                  </a:lnTo>
                  <a:lnTo>
                    <a:pt x="4139" y="0"/>
                  </a:lnTo>
                  <a:close/>
                </a:path>
              </a:pathLst>
            </a:custGeom>
            <a:solidFill>
              <a:srgbClr val="FEFF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6" name="Google Shape;27606;p28"/>
            <p:cNvSpPr/>
            <p:nvPr/>
          </p:nvSpPr>
          <p:spPr>
            <a:xfrm>
              <a:off x="2067550" y="4595375"/>
              <a:ext cx="1135875" cy="63700"/>
            </a:xfrm>
            <a:custGeom>
              <a:rect b="b" l="l" r="r" t="t"/>
              <a:pathLst>
                <a:path extrusionOk="0" h="2548" w="45435">
                  <a:moveTo>
                    <a:pt x="0" y="0"/>
                  </a:moveTo>
                  <a:lnTo>
                    <a:pt x="0" y="2547"/>
                  </a:lnTo>
                  <a:lnTo>
                    <a:pt x="45434" y="2547"/>
                  </a:lnTo>
                  <a:lnTo>
                    <a:pt x="45434" y="0"/>
                  </a:lnTo>
                  <a:close/>
                </a:path>
              </a:pathLst>
            </a:custGeom>
            <a:solidFill>
              <a:srgbClr val="213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607" name="Google Shape;27607;p28"/>
          <p:cNvGrpSpPr/>
          <p:nvPr/>
        </p:nvGrpSpPr>
        <p:grpSpPr>
          <a:xfrm>
            <a:off x="1391857" y="539061"/>
            <a:ext cx="443090" cy="415211"/>
            <a:chOff x="2987700" y="3560325"/>
            <a:chExt cx="386708" cy="362377"/>
          </a:xfrm>
        </p:grpSpPr>
        <p:sp>
          <p:nvSpPr>
            <p:cNvPr id="27608" name="Google Shape;27608;p28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9" name="Google Shape;27609;p28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0" name="Google Shape;27610;p28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1" name="Google Shape;27611;p28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2" name="Google Shape;27612;p28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3" name="Google Shape;27613;p28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4" name="Google Shape;27614;p28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5" name="Google Shape;27615;p28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6" name="Google Shape;27616;p28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7" name="Google Shape;27617;p28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8" name="Google Shape;27618;p28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9" name="Google Shape;27619;p28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0" name="Google Shape;27620;p28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1" name="Google Shape;27621;p28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2" name="Google Shape;27622;p28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3" name="Google Shape;27623;p28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4" name="Google Shape;27624;p28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5" name="Google Shape;27625;p28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6" name="Google Shape;27626;p28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7" name="Google Shape;27627;p28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8" name="Google Shape;27628;p28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9" name="Google Shape;27629;p28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0" name="Google Shape;27630;p28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631" name="Google Shape;27631;p28"/>
          <p:cNvGrpSpPr/>
          <p:nvPr/>
        </p:nvGrpSpPr>
        <p:grpSpPr>
          <a:xfrm>
            <a:off x="911387" y="1359836"/>
            <a:ext cx="295252" cy="276675"/>
            <a:chOff x="2987700" y="3560325"/>
            <a:chExt cx="386708" cy="362377"/>
          </a:xfrm>
        </p:grpSpPr>
        <p:sp>
          <p:nvSpPr>
            <p:cNvPr id="27632" name="Google Shape;27632;p28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3" name="Google Shape;27633;p28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4" name="Google Shape;27634;p28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5" name="Google Shape;27635;p28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6" name="Google Shape;27636;p28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7" name="Google Shape;27637;p28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8" name="Google Shape;27638;p28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9" name="Google Shape;27639;p28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0" name="Google Shape;27640;p28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1" name="Google Shape;27641;p28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2" name="Google Shape;27642;p28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3" name="Google Shape;27643;p28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4" name="Google Shape;27644;p28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5" name="Google Shape;27645;p28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6" name="Google Shape;27646;p28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7" name="Google Shape;27647;p28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8" name="Google Shape;27648;p28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9" name="Google Shape;27649;p28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0" name="Google Shape;27650;p28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1" name="Google Shape;27651;p28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2" name="Google Shape;27652;p28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3" name="Google Shape;27653;p28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4" name="Google Shape;27654;p28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655" name="Google Shape;27655;p28"/>
          <p:cNvGrpSpPr/>
          <p:nvPr/>
        </p:nvGrpSpPr>
        <p:grpSpPr>
          <a:xfrm>
            <a:off x="7286162" y="4466123"/>
            <a:ext cx="295252" cy="276675"/>
            <a:chOff x="2987700" y="3560325"/>
            <a:chExt cx="386708" cy="362377"/>
          </a:xfrm>
        </p:grpSpPr>
        <p:sp>
          <p:nvSpPr>
            <p:cNvPr id="27656" name="Google Shape;27656;p28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7" name="Google Shape;27657;p28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8" name="Google Shape;27658;p28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9" name="Google Shape;27659;p28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0" name="Google Shape;27660;p28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1" name="Google Shape;27661;p28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2" name="Google Shape;27662;p28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3" name="Google Shape;27663;p28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4" name="Google Shape;27664;p28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5" name="Google Shape;27665;p28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6" name="Google Shape;27666;p28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7" name="Google Shape;27667;p28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8" name="Google Shape;27668;p28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9" name="Google Shape;27669;p28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0" name="Google Shape;27670;p28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1" name="Google Shape;27671;p28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2" name="Google Shape;27672;p28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3" name="Google Shape;27673;p28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4" name="Google Shape;27674;p28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5" name="Google Shape;27675;p28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6" name="Google Shape;27676;p28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7" name="Google Shape;27677;p28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8" name="Google Shape;27678;p28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79" name="Google Shape;27679;p28"/>
          <p:cNvSpPr/>
          <p:nvPr/>
        </p:nvSpPr>
        <p:spPr>
          <a:xfrm>
            <a:off x="2014798" y="3773826"/>
            <a:ext cx="2909303" cy="930490"/>
          </a:xfrm>
          <a:custGeom>
            <a:rect b="b" l="l" r="r" t="t"/>
            <a:pathLst>
              <a:path extrusionOk="0" h="23627" w="73873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0" name="Google Shape;27680;p28"/>
          <p:cNvSpPr/>
          <p:nvPr/>
        </p:nvSpPr>
        <p:spPr>
          <a:xfrm>
            <a:off x="5960600" y="434563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0_1_1_1_1">
    <p:spTree>
      <p:nvGrpSpPr>
        <p:cNvPr id="27681" name="Shape 27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82" name="Google Shape;27682;p29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7683" name="Google Shape;27683;p29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4" name="Google Shape;27684;p29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5" name="Google Shape;27685;p29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6" name="Google Shape;27686;p29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7" name="Google Shape;27687;p29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8" name="Google Shape;27688;p29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9" name="Google Shape;27689;p29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0" name="Google Shape;27690;p29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1" name="Google Shape;27691;p29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2" name="Google Shape;27692;p29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3" name="Google Shape;27693;p29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4" name="Google Shape;27694;p29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5" name="Google Shape;27695;p29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6" name="Google Shape;27696;p29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7" name="Google Shape;27697;p29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8" name="Google Shape;27698;p29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9" name="Google Shape;27699;p29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0" name="Google Shape;27700;p29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1" name="Google Shape;27701;p29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2" name="Google Shape;27702;p29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3" name="Google Shape;27703;p29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4" name="Google Shape;27704;p29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5" name="Google Shape;27705;p29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6" name="Google Shape;27706;p29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7" name="Google Shape;27707;p29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8" name="Google Shape;27708;p29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9" name="Google Shape;27709;p29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0" name="Google Shape;27710;p29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1" name="Google Shape;27711;p29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2" name="Google Shape;27712;p29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3" name="Google Shape;27713;p29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4" name="Google Shape;27714;p29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5" name="Google Shape;27715;p29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6" name="Google Shape;27716;p29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7" name="Google Shape;27717;p29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8" name="Google Shape;27718;p29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9" name="Google Shape;27719;p29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0" name="Google Shape;27720;p29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1" name="Google Shape;27721;p29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2" name="Google Shape;27722;p29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3" name="Google Shape;27723;p29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4" name="Google Shape;27724;p29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5" name="Google Shape;27725;p29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6" name="Google Shape;27726;p29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7" name="Google Shape;27727;p29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8" name="Google Shape;27728;p29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9" name="Google Shape;27729;p29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0" name="Google Shape;27730;p29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1" name="Google Shape;27731;p29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2" name="Google Shape;27732;p29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3" name="Google Shape;27733;p29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4" name="Google Shape;27734;p29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5" name="Google Shape;27735;p29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6" name="Google Shape;27736;p29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7" name="Google Shape;27737;p29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8" name="Google Shape;27738;p29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9" name="Google Shape;27739;p29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0" name="Google Shape;27740;p29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1" name="Google Shape;27741;p29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2" name="Google Shape;27742;p29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3" name="Google Shape;27743;p29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4" name="Google Shape;27744;p29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5" name="Google Shape;27745;p29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6" name="Google Shape;27746;p29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7" name="Google Shape;27747;p29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8" name="Google Shape;27748;p29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9" name="Google Shape;27749;p29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0" name="Google Shape;27750;p29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1" name="Google Shape;27751;p29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2" name="Google Shape;27752;p29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3" name="Google Shape;27753;p29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4" name="Google Shape;27754;p29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5" name="Google Shape;27755;p29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6" name="Google Shape;27756;p29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7" name="Google Shape;27757;p29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8" name="Google Shape;27758;p29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9" name="Google Shape;27759;p29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0" name="Google Shape;27760;p29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1" name="Google Shape;27761;p29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2" name="Google Shape;27762;p29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3" name="Google Shape;27763;p29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4" name="Google Shape;27764;p29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5" name="Google Shape;27765;p29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6" name="Google Shape;27766;p29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7" name="Google Shape;27767;p29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8" name="Google Shape;27768;p29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9" name="Google Shape;27769;p29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0" name="Google Shape;27770;p29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1" name="Google Shape;27771;p29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2" name="Google Shape;27772;p29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3" name="Google Shape;27773;p29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4" name="Google Shape;27774;p29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5" name="Google Shape;27775;p29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6" name="Google Shape;27776;p29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7" name="Google Shape;27777;p29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8" name="Google Shape;27778;p29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9" name="Google Shape;27779;p29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0" name="Google Shape;27780;p29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1" name="Google Shape;27781;p29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2" name="Google Shape;27782;p29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3" name="Google Shape;27783;p29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4" name="Google Shape;27784;p29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5" name="Google Shape;27785;p29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6" name="Google Shape;27786;p29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7" name="Google Shape;27787;p29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8" name="Google Shape;27788;p29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9" name="Google Shape;27789;p29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0" name="Google Shape;27790;p29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1" name="Google Shape;27791;p29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2" name="Google Shape;27792;p29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3" name="Google Shape;27793;p29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4" name="Google Shape;27794;p29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5" name="Google Shape;27795;p29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6" name="Google Shape;27796;p29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7" name="Google Shape;27797;p29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8" name="Google Shape;27798;p29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9" name="Google Shape;27799;p29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0" name="Google Shape;27800;p29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1" name="Google Shape;27801;p29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2" name="Google Shape;27802;p29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3" name="Google Shape;27803;p29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4" name="Google Shape;27804;p29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5" name="Google Shape;27805;p29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6" name="Google Shape;27806;p29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7" name="Google Shape;27807;p29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8" name="Google Shape;27808;p29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9" name="Google Shape;27809;p29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0" name="Google Shape;27810;p29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1" name="Google Shape;27811;p29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2" name="Google Shape;27812;p29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3" name="Google Shape;27813;p29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4" name="Google Shape;27814;p29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5" name="Google Shape;27815;p29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6" name="Google Shape;27816;p29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7" name="Google Shape;27817;p29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8" name="Google Shape;27818;p29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9" name="Google Shape;27819;p29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0" name="Google Shape;27820;p29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1" name="Google Shape;27821;p29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2" name="Google Shape;27822;p29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3" name="Google Shape;27823;p29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4" name="Google Shape;27824;p29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5" name="Google Shape;27825;p29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6" name="Google Shape;27826;p29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7" name="Google Shape;27827;p29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8" name="Google Shape;27828;p29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9" name="Google Shape;27829;p29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0" name="Google Shape;27830;p29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1" name="Google Shape;27831;p29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2" name="Google Shape;27832;p29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3" name="Google Shape;27833;p29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4" name="Google Shape;27834;p29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5" name="Google Shape;27835;p29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6" name="Google Shape;27836;p29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7" name="Google Shape;27837;p29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8" name="Google Shape;27838;p29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9" name="Google Shape;27839;p29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0" name="Google Shape;27840;p29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1" name="Google Shape;27841;p29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2" name="Google Shape;27842;p29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3" name="Google Shape;27843;p29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4" name="Google Shape;27844;p29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5" name="Google Shape;27845;p29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6" name="Google Shape;27846;p29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7" name="Google Shape;27847;p29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8" name="Google Shape;27848;p29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9" name="Google Shape;27849;p29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0" name="Google Shape;27850;p29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1" name="Google Shape;27851;p29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2" name="Google Shape;27852;p29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3" name="Google Shape;27853;p29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4" name="Google Shape;27854;p29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5" name="Google Shape;27855;p29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6" name="Google Shape;27856;p29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7" name="Google Shape;27857;p29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8" name="Google Shape;27858;p29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9" name="Google Shape;27859;p29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0" name="Google Shape;27860;p29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1" name="Google Shape;27861;p29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2" name="Google Shape;27862;p29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3" name="Google Shape;27863;p29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4" name="Google Shape;27864;p29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5" name="Google Shape;27865;p29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6" name="Google Shape;27866;p29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7" name="Google Shape;27867;p29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8" name="Google Shape;27868;p29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9" name="Google Shape;27869;p29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0" name="Google Shape;27870;p29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1" name="Google Shape;27871;p29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2" name="Google Shape;27872;p29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3" name="Google Shape;27873;p29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4" name="Google Shape;27874;p29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5" name="Google Shape;27875;p29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6" name="Google Shape;27876;p29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7" name="Google Shape;27877;p29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8" name="Google Shape;27878;p29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9" name="Google Shape;27879;p29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0" name="Google Shape;27880;p29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1" name="Google Shape;27881;p29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2" name="Google Shape;27882;p29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3" name="Google Shape;27883;p29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4" name="Google Shape;27884;p29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5" name="Google Shape;27885;p29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6" name="Google Shape;27886;p29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7" name="Google Shape;27887;p29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8" name="Google Shape;27888;p29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9" name="Google Shape;27889;p29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0" name="Google Shape;27890;p29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1" name="Google Shape;27891;p29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2" name="Google Shape;27892;p29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3" name="Google Shape;27893;p29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4" name="Google Shape;27894;p29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5" name="Google Shape;27895;p29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6" name="Google Shape;27896;p29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7" name="Google Shape;27897;p29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8" name="Google Shape;27898;p29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9" name="Google Shape;27899;p29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0" name="Google Shape;27900;p29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1" name="Google Shape;27901;p29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2" name="Google Shape;27902;p29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3" name="Google Shape;27903;p29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4" name="Google Shape;27904;p29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5" name="Google Shape;27905;p29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6" name="Google Shape;27906;p29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7" name="Google Shape;27907;p29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8" name="Google Shape;27908;p29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9" name="Google Shape;27909;p29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0" name="Google Shape;27910;p29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1" name="Google Shape;27911;p29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2" name="Google Shape;27912;p29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3" name="Google Shape;27913;p29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4" name="Google Shape;27914;p29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5" name="Google Shape;27915;p29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6" name="Google Shape;27916;p29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7" name="Google Shape;27917;p29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8" name="Google Shape;27918;p29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9" name="Google Shape;27919;p29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0" name="Google Shape;27920;p29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1" name="Google Shape;27921;p29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2" name="Google Shape;27922;p29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3" name="Google Shape;27923;p29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4" name="Google Shape;27924;p29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5" name="Google Shape;27925;p29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6" name="Google Shape;27926;p29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7" name="Google Shape;27927;p29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8" name="Google Shape;27928;p29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9" name="Google Shape;27929;p29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0" name="Google Shape;27930;p29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1" name="Google Shape;27931;p29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2" name="Google Shape;27932;p29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3" name="Google Shape;27933;p29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4" name="Google Shape;27934;p29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5" name="Google Shape;27935;p29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6" name="Google Shape;27936;p29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7" name="Google Shape;27937;p29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8" name="Google Shape;27938;p29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9" name="Google Shape;27939;p29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0" name="Google Shape;27940;p29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1" name="Google Shape;27941;p29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2" name="Google Shape;27942;p29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3" name="Google Shape;27943;p29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4" name="Google Shape;27944;p29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5" name="Google Shape;27945;p29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6" name="Google Shape;27946;p29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7" name="Google Shape;27947;p29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8" name="Google Shape;27948;p29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9" name="Google Shape;27949;p29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0" name="Google Shape;27950;p29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1" name="Google Shape;27951;p29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2" name="Google Shape;27952;p29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3" name="Google Shape;27953;p29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4" name="Google Shape;27954;p29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5" name="Google Shape;27955;p29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6" name="Google Shape;27956;p29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7" name="Google Shape;27957;p29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8" name="Google Shape;27958;p29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9" name="Google Shape;27959;p29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0" name="Google Shape;27960;p29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1" name="Google Shape;27961;p29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2" name="Google Shape;27962;p29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3" name="Google Shape;27963;p29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4" name="Google Shape;27964;p29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5" name="Google Shape;27965;p29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6" name="Google Shape;27966;p29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7" name="Google Shape;27967;p29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8" name="Google Shape;27968;p29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9" name="Google Shape;27969;p29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0" name="Google Shape;27970;p29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1" name="Google Shape;27971;p29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2" name="Google Shape;27972;p29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3" name="Google Shape;27973;p29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4" name="Google Shape;27974;p29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5" name="Google Shape;27975;p29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6" name="Google Shape;27976;p29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7" name="Google Shape;27977;p29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8" name="Google Shape;27978;p29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9" name="Google Shape;27979;p29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0" name="Google Shape;27980;p29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1" name="Google Shape;27981;p29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2" name="Google Shape;27982;p29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3" name="Google Shape;27983;p29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4" name="Google Shape;27984;p29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5" name="Google Shape;27985;p29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6" name="Google Shape;27986;p29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7" name="Google Shape;27987;p29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8" name="Google Shape;27988;p29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9" name="Google Shape;27989;p29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0" name="Google Shape;27990;p29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1" name="Google Shape;27991;p29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2" name="Google Shape;27992;p29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3" name="Google Shape;27993;p29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4" name="Google Shape;27994;p29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5" name="Google Shape;27995;p29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6" name="Google Shape;27996;p29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7" name="Google Shape;27997;p29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8" name="Google Shape;27998;p29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9" name="Google Shape;27999;p29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0" name="Google Shape;28000;p29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1" name="Google Shape;28001;p29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2" name="Google Shape;28002;p29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3" name="Google Shape;28003;p29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4" name="Google Shape;28004;p29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5" name="Google Shape;28005;p29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6" name="Google Shape;28006;p29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7" name="Google Shape;28007;p29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8" name="Google Shape;28008;p29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9" name="Google Shape;28009;p29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0" name="Google Shape;28010;p29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1" name="Google Shape;28011;p29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2" name="Google Shape;28012;p29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3" name="Google Shape;28013;p29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4" name="Google Shape;28014;p29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5" name="Google Shape;28015;p29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6" name="Google Shape;28016;p29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7" name="Google Shape;28017;p29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8" name="Google Shape;28018;p29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9" name="Google Shape;28019;p29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0" name="Google Shape;28020;p29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1" name="Google Shape;28021;p29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2" name="Google Shape;28022;p29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3" name="Google Shape;28023;p29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4" name="Google Shape;28024;p29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5" name="Google Shape;28025;p29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6" name="Google Shape;28026;p29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7" name="Google Shape;28027;p29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8" name="Google Shape;28028;p29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9" name="Google Shape;28029;p29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0" name="Google Shape;28030;p29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1" name="Google Shape;28031;p29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2" name="Google Shape;28032;p29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3" name="Google Shape;28033;p29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4" name="Google Shape;28034;p29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5" name="Google Shape;28035;p29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6" name="Google Shape;28036;p29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7" name="Google Shape;28037;p29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8" name="Google Shape;28038;p29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9" name="Google Shape;28039;p29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0" name="Google Shape;28040;p29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1" name="Google Shape;28041;p29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2" name="Google Shape;28042;p29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3" name="Google Shape;28043;p29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4" name="Google Shape;28044;p29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5" name="Google Shape;28045;p29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6" name="Google Shape;28046;p29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7" name="Google Shape;28047;p29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8" name="Google Shape;28048;p29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9" name="Google Shape;28049;p29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0" name="Google Shape;28050;p29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1" name="Google Shape;28051;p29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2" name="Google Shape;28052;p29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3" name="Google Shape;28053;p29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4" name="Google Shape;28054;p29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5" name="Google Shape;28055;p29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6" name="Google Shape;28056;p29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7" name="Google Shape;28057;p29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8" name="Google Shape;28058;p29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9" name="Google Shape;28059;p29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0" name="Google Shape;28060;p29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1" name="Google Shape;28061;p29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2" name="Google Shape;28062;p29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3" name="Google Shape;28063;p29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4" name="Google Shape;28064;p29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5" name="Google Shape;28065;p29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6" name="Google Shape;28066;p29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7" name="Google Shape;28067;p29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8" name="Google Shape;28068;p29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9" name="Google Shape;28069;p29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0" name="Google Shape;28070;p29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1" name="Google Shape;28071;p29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2" name="Google Shape;28072;p29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3" name="Google Shape;28073;p29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4" name="Google Shape;28074;p29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5" name="Google Shape;28075;p29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6" name="Google Shape;28076;p29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7" name="Google Shape;28077;p29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8" name="Google Shape;28078;p29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9" name="Google Shape;28079;p29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0" name="Google Shape;28080;p29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1" name="Google Shape;28081;p29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2" name="Google Shape;28082;p29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3" name="Google Shape;28083;p29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4" name="Google Shape;28084;p29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5" name="Google Shape;28085;p29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6" name="Google Shape;28086;p29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7" name="Google Shape;28087;p29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8" name="Google Shape;28088;p29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9" name="Google Shape;28089;p29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0" name="Google Shape;28090;p29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1" name="Google Shape;28091;p29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2" name="Google Shape;28092;p29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3" name="Google Shape;28093;p29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4" name="Google Shape;28094;p29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5" name="Google Shape;28095;p29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6" name="Google Shape;28096;p29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7" name="Google Shape;28097;p29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8" name="Google Shape;28098;p29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9" name="Google Shape;28099;p29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0" name="Google Shape;28100;p29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1" name="Google Shape;28101;p29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2" name="Google Shape;28102;p29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3" name="Google Shape;28103;p29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4" name="Google Shape;28104;p29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5" name="Google Shape;28105;p29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6" name="Google Shape;28106;p29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7" name="Google Shape;28107;p29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8" name="Google Shape;28108;p29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9" name="Google Shape;28109;p29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0" name="Google Shape;28110;p29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1" name="Google Shape;28111;p29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2" name="Google Shape;28112;p29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3" name="Google Shape;28113;p29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4" name="Google Shape;28114;p29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5" name="Google Shape;28115;p29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6" name="Google Shape;28116;p29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7" name="Google Shape;28117;p29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8" name="Google Shape;28118;p29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9" name="Google Shape;28119;p29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0" name="Google Shape;28120;p29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1" name="Google Shape;28121;p29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2" name="Google Shape;28122;p29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3" name="Google Shape;28123;p29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4" name="Google Shape;28124;p29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5" name="Google Shape;28125;p29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6" name="Google Shape;28126;p29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7" name="Google Shape;28127;p29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8" name="Google Shape;28128;p29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9" name="Google Shape;28129;p29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0" name="Google Shape;28130;p29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1" name="Google Shape;28131;p29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2" name="Google Shape;28132;p29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3" name="Google Shape;28133;p29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4" name="Google Shape;28134;p29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5" name="Google Shape;28135;p29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6" name="Google Shape;28136;p29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7" name="Google Shape;28137;p29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8" name="Google Shape;28138;p29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9" name="Google Shape;28139;p29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0" name="Google Shape;28140;p29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1" name="Google Shape;28141;p29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2" name="Google Shape;28142;p29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3" name="Google Shape;28143;p29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4" name="Google Shape;28144;p29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5" name="Google Shape;28145;p29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6" name="Google Shape;28146;p29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7" name="Google Shape;28147;p29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8" name="Google Shape;28148;p29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9" name="Google Shape;28149;p29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0" name="Google Shape;28150;p29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1" name="Google Shape;28151;p29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2" name="Google Shape;28152;p29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3" name="Google Shape;28153;p29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4" name="Google Shape;28154;p29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5" name="Google Shape;28155;p29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6" name="Google Shape;28156;p29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7" name="Google Shape;28157;p29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8" name="Google Shape;28158;p29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9" name="Google Shape;28159;p29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0" name="Google Shape;28160;p29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1" name="Google Shape;28161;p29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2" name="Google Shape;28162;p29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3" name="Google Shape;28163;p29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4" name="Google Shape;28164;p29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5" name="Google Shape;28165;p29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6" name="Google Shape;28166;p29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7" name="Google Shape;28167;p29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8" name="Google Shape;28168;p29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9" name="Google Shape;28169;p29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0" name="Google Shape;28170;p29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1" name="Google Shape;28171;p29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2" name="Google Shape;28172;p29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3" name="Google Shape;28173;p29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4" name="Google Shape;28174;p29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5" name="Google Shape;28175;p29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6" name="Google Shape;28176;p29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7" name="Google Shape;28177;p29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8" name="Google Shape;28178;p29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9" name="Google Shape;28179;p29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0" name="Google Shape;28180;p29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1" name="Google Shape;28181;p29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2" name="Google Shape;28182;p29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3" name="Google Shape;28183;p29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4" name="Google Shape;28184;p29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5" name="Google Shape;28185;p29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6" name="Google Shape;28186;p29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7" name="Google Shape;28187;p29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8" name="Google Shape;28188;p29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9" name="Google Shape;28189;p29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0" name="Google Shape;28190;p29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1" name="Google Shape;28191;p29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2" name="Google Shape;28192;p29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3" name="Google Shape;28193;p29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4" name="Google Shape;28194;p29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5" name="Google Shape;28195;p29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6" name="Google Shape;28196;p29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7" name="Google Shape;28197;p29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8" name="Google Shape;28198;p29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9" name="Google Shape;28199;p29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0" name="Google Shape;28200;p29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1" name="Google Shape;28201;p29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2" name="Google Shape;28202;p29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3" name="Google Shape;28203;p29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4" name="Google Shape;28204;p29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5" name="Google Shape;28205;p29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6" name="Google Shape;28206;p29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7" name="Google Shape;28207;p29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8" name="Google Shape;28208;p29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9" name="Google Shape;28209;p29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0" name="Google Shape;28210;p29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1" name="Google Shape;28211;p29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2" name="Google Shape;28212;p29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3" name="Google Shape;28213;p29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4" name="Google Shape;28214;p29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5" name="Google Shape;28215;p29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6" name="Google Shape;28216;p29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7" name="Google Shape;28217;p29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8" name="Google Shape;28218;p29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9" name="Google Shape;28219;p29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0" name="Google Shape;28220;p29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1" name="Google Shape;28221;p29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2" name="Google Shape;28222;p29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3" name="Google Shape;28223;p29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4" name="Google Shape;28224;p29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5" name="Google Shape;28225;p29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6" name="Google Shape;28226;p29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7" name="Google Shape;28227;p29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8" name="Google Shape;28228;p29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9" name="Google Shape;28229;p29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0" name="Google Shape;28230;p29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1" name="Google Shape;28231;p29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2" name="Google Shape;28232;p29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3" name="Google Shape;28233;p29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4" name="Google Shape;28234;p29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5" name="Google Shape;28235;p29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6" name="Google Shape;28236;p29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7" name="Google Shape;28237;p29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8" name="Google Shape;28238;p29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9" name="Google Shape;28239;p29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0" name="Google Shape;28240;p29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1" name="Google Shape;28241;p29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2" name="Google Shape;28242;p29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3" name="Google Shape;28243;p29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4" name="Google Shape;28244;p29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5" name="Google Shape;28245;p29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6" name="Google Shape;28246;p29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7" name="Google Shape;28247;p29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8" name="Google Shape;28248;p29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9" name="Google Shape;28249;p29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0" name="Google Shape;28250;p29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1" name="Google Shape;28251;p29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2" name="Google Shape;28252;p29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3" name="Google Shape;28253;p29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4" name="Google Shape;28254;p29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5" name="Google Shape;28255;p29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6" name="Google Shape;28256;p29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7" name="Google Shape;28257;p29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8" name="Google Shape;28258;p29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9" name="Google Shape;28259;p29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0" name="Google Shape;28260;p29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1" name="Google Shape;28261;p29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2" name="Google Shape;28262;p29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3" name="Google Shape;28263;p29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4" name="Google Shape;28264;p29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5" name="Google Shape;28265;p29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6" name="Google Shape;28266;p29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7" name="Google Shape;28267;p29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8" name="Google Shape;28268;p29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9" name="Google Shape;28269;p29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0" name="Google Shape;28270;p29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1" name="Google Shape;28271;p29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2" name="Google Shape;28272;p29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3" name="Google Shape;28273;p29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4" name="Google Shape;28274;p29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5" name="Google Shape;28275;p29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6" name="Google Shape;28276;p29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7" name="Google Shape;28277;p29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8" name="Google Shape;28278;p29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9" name="Google Shape;28279;p29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0" name="Google Shape;28280;p29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1" name="Google Shape;28281;p29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2" name="Google Shape;28282;p29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3" name="Google Shape;28283;p29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4" name="Google Shape;28284;p29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5" name="Google Shape;28285;p29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6" name="Google Shape;28286;p29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7" name="Google Shape;28287;p29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8" name="Google Shape;28288;p29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9" name="Google Shape;28289;p29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0" name="Google Shape;28290;p29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1" name="Google Shape;28291;p29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2" name="Google Shape;28292;p29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3" name="Google Shape;28293;p29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4" name="Google Shape;28294;p29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5" name="Google Shape;28295;p29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6" name="Google Shape;28296;p29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7" name="Google Shape;28297;p29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8" name="Google Shape;28298;p29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9" name="Google Shape;28299;p29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0" name="Google Shape;28300;p29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1" name="Google Shape;28301;p29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2" name="Google Shape;28302;p29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3" name="Google Shape;28303;p29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4" name="Google Shape;28304;p29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5" name="Google Shape;28305;p29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6" name="Google Shape;28306;p29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7" name="Google Shape;28307;p29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8" name="Google Shape;28308;p29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9" name="Google Shape;28309;p29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0" name="Google Shape;28310;p29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1" name="Google Shape;28311;p29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2" name="Google Shape;28312;p29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3" name="Google Shape;28313;p29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4" name="Google Shape;28314;p29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5" name="Google Shape;28315;p29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6" name="Google Shape;28316;p29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7" name="Google Shape;28317;p29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8" name="Google Shape;28318;p29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9" name="Google Shape;28319;p29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0" name="Google Shape;28320;p29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1" name="Google Shape;28321;p29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2" name="Google Shape;28322;p29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3" name="Google Shape;28323;p29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4" name="Google Shape;28324;p29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5" name="Google Shape;28325;p29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6" name="Google Shape;28326;p29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7" name="Google Shape;28327;p29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8" name="Google Shape;28328;p29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9" name="Google Shape;28329;p29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0" name="Google Shape;28330;p29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1" name="Google Shape;28331;p29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2" name="Google Shape;28332;p29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3" name="Google Shape;28333;p29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4" name="Google Shape;28334;p29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5" name="Google Shape;28335;p29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6" name="Google Shape;28336;p29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7" name="Google Shape;28337;p29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8" name="Google Shape;28338;p29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9" name="Google Shape;28339;p29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0" name="Google Shape;28340;p29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1" name="Google Shape;28341;p29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2" name="Google Shape;28342;p29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3" name="Google Shape;28343;p29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4" name="Google Shape;28344;p29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5" name="Google Shape;28345;p29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6" name="Google Shape;28346;p29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7" name="Google Shape;28347;p29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8" name="Google Shape;28348;p29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9" name="Google Shape;28349;p29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0" name="Google Shape;28350;p29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1" name="Google Shape;28351;p29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2" name="Google Shape;28352;p29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3" name="Google Shape;28353;p29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4" name="Google Shape;28354;p29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5" name="Google Shape;28355;p29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6" name="Google Shape;28356;p29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7" name="Google Shape;28357;p29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8" name="Google Shape;28358;p29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9" name="Google Shape;28359;p29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0" name="Google Shape;28360;p29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1" name="Google Shape;28361;p29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2" name="Google Shape;28362;p29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3" name="Google Shape;28363;p29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4" name="Google Shape;28364;p29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5" name="Google Shape;28365;p29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6" name="Google Shape;28366;p29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7" name="Google Shape;28367;p29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8" name="Google Shape;28368;p29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9" name="Google Shape;28369;p29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0" name="Google Shape;28370;p29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1" name="Google Shape;28371;p29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2" name="Google Shape;28372;p29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3" name="Google Shape;28373;p29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4" name="Google Shape;28374;p29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5" name="Google Shape;28375;p29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6" name="Google Shape;28376;p29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7" name="Google Shape;28377;p29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8" name="Google Shape;28378;p29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9" name="Google Shape;28379;p29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0" name="Google Shape;28380;p29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1" name="Google Shape;28381;p29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2" name="Google Shape;28382;p29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3" name="Google Shape;28383;p29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4" name="Google Shape;28384;p29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5" name="Google Shape;28385;p29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6" name="Google Shape;28386;p29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7" name="Google Shape;28387;p29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8" name="Google Shape;28388;p29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9" name="Google Shape;28389;p29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0" name="Google Shape;28390;p29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1" name="Google Shape;28391;p29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2" name="Google Shape;28392;p29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3" name="Google Shape;28393;p29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4" name="Google Shape;28394;p29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5" name="Google Shape;28395;p29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6" name="Google Shape;28396;p29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7" name="Google Shape;28397;p29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8" name="Google Shape;28398;p29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9" name="Google Shape;28399;p29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0" name="Google Shape;28400;p29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1" name="Google Shape;28401;p29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2" name="Google Shape;28402;p29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3" name="Google Shape;28403;p29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4" name="Google Shape;28404;p29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5" name="Google Shape;28405;p29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6" name="Google Shape;28406;p29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7" name="Google Shape;28407;p29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8" name="Google Shape;28408;p29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9" name="Google Shape;28409;p29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0" name="Google Shape;28410;p29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1" name="Google Shape;28411;p29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2" name="Google Shape;28412;p29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3" name="Google Shape;28413;p29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4" name="Google Shape;28414;p29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5" name="Google Shape;28415;p29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6" name="Google Shape;28416;p29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7" name="Google Shape;28417;p29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8" name="Google Shape;28418;p29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9" name="Google Shape;28419;p29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0" name="Google Shape;28420;p29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1" name="Google Shape;28421;p29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2" name="Google Shape;28422;p29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3" name="Google Shape;28423;p29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4" name="Google Shape;28424;p29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5" name="Google Shape;28425;p29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6" name="Google Shape;28426;p29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7" name="Google Shape;28427;p29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8" name="Google Shape;28428;p29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9" name="Google Shape;28429;p29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0" name="Google Shape;28430;p29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1" name="Google Shape;28431;p29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2" name="Google Shape;28432;p29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3" name="Google Shape;28433;p29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4" name="Google Shape;28434;p29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5" name="Google Shape;28435;p29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6" name="Google Shape;28436;p29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7" name="Google Shape;28437;p29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8" name="Google Shape;28438;p29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9" name="Google Shape;28439;p29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0" name="Google Shape;28440;p29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1" name="Google Shape;28441;p29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2" name="Google Shape;28442;p29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3" name="Google Shape;28443;p29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4" name="Google Shape;28444;p29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5" name="Google Shape;28445;p29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6" name="Google Shape;28446;p29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7" name="Google Shape;28447;p29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8" name="Google Shape;28448;p29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9" name="Google Shape;28449;p29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0" name="Google Shape;28450;p29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1" name="Google Shape;28451;p29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2" name="Google Shape;28452;p29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3" name="Google Shape;28453;p29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4" name="Google Shape;28454;p29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5" name="Google Shape;28455;p29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6" name="Google Shape;28456;p29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7" name="Google Shape;28457;p29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8" name="Google Shape;28458;p29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9" name="Google Shape;28459;p29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0" name="Google Shape;28460;p29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1" name="Google Shape;28461;p29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2" name="Google Shape;28462;p29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3" name="Google Shape;28463;p29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4" name="Google Shape;28464;p29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5" name="Google Shape;28465;p29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6" name="Google Shape;28466;p29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7" name="Google Shape;28467;p29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8" name="Google Shape;28468;p29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9" name="Google Shape;28469;p29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0" name="Google Shape;28470;p29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1" name="Google Shape;28471;p29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2" name="Google Shape;28472;p29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3" name="Google Shape;28473;p29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4" name="Google Shape;28474;p29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5" name="Google Shape;28475;p29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6" name="Google Shape;28476;p29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7" name="Google Shape;28477;p29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8" name="Google Shape;28478;p29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9" name="Google Shape;28479;p29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0" name="Google Shape;28480;p29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1" name="Google Shape;28481;p29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2" name="Google Shape;28482;p29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3" name="Google Shape;28483;p29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4" name="Google Shape;28484;p29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5" name="Google Shape;28485;p29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6" name="Google Shape;28486;p29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7" name="Google Shape;28487;p29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8" name="Google Shape;28488;p29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9" name="Google Shape;28489;p29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0" name="Google Shape;28490;p29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1" name="Google Shape;28491;p29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2" name="Google Shape;28492;p29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3" name="Google Shape;28493;p29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4" name="Google Shape;28494;p29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5" name="Google Shape;28495;p29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6" name="Google Shape;28496;p29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7" name="Google Shape;28497;p29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8" name="Google Shape;28498;p29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9" name="Google Shape;28499;p29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0" name="Google Shape;28500;p29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1" name="Google Shape;28501;p29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2" name="Google Shape;28502;p29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3" name="Google Shape;28503;p29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4" name="Google Shape;28504;p29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5" name="Google Shape;28505;p29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6" name="Google Shape;28506;p29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7" name="Google Shape;28507;p29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8" name="Google Shape;28508;p29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9" name="Google Shape;28509;p29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0" name="Google Shape;28510;p29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1" name="Google Shape;28511;p29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2" name="Google Shape;28512;p29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3" name="Google Shape;28513;p29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4" name="Google Shape;28514;p29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5" name="Google Shape;28515;p29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6" name="Google Shape;28516;p29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7" name="Google Shape;28517;p29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8" name="Google Shape;28518;p29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9" name="Google Shape;28519;p29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0" name="Google Shape;28520;p29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1" name="Google Shape;28521;p29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2" name="Google Shape;28522;p29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3" name="Google Shape;28523;p29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4" name="Google Shape;28524;p29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5" name="Google Shape;28525;p29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6" name="Google Shape;28526;p29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7" name="Google Shape;28527;p29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8" name="Google Shape;28528;p29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9" name="Google Shape;28529;p29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0" name="Google Shape;28530;p29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1" name="Google Shape;28531;p29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2" name="Google Shape;28532;p29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3" name="Google Shape;28533;p29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4" name="Google Shape;28534;p29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5" name="Google Shape;28535;p29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6" name="Google Shape;28536;p29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7" name="Google Shape;28537;p29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8" name="Google Shape;28538;p29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9" name="Google Shape;28539;p29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0" name="Google Shape;28540;p29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1" name="Google Shape;28541;p29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2" name="Google Shape;28542;p29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3" name="Google Shape;28543;p29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4" name="Google Shape;28544;p29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5" name="Google Shape;28545;p29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6" name="Google Shape;28546;p29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7" name="Google Shape;28547;p29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8" name="Google Shape;28548;p29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9" name="Google Shape;28549;p29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0" name="Google Shape;28550;p29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1" name="Google Shape;28551;p29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2" name="Google Shape;28552;p29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3" name="Google Shape;28553;p29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4" name="Google Shape;28554;p29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5" name="Google Shape;28555;p29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6" name="Google Shape;28556;p29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7" name="Google Shape;28557;p29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8" name="Google Shape;28558;p29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9" name="Google Shape;28559;p29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0" name="Google Shape;28560;p29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1" name="Google Shape;28561;p29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2" name="Google Shape;28562;p29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3" name="Google Shape;28563;p29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4" name="Google Shape;28564;p29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5" name="Google Shape;28565;p29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6" name="Google Shape;28566;p29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7" name="Google Shape;28567;p29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8" name="Google Shape;28568;p29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9" name="Google Shape;28569;p29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0" name="Google Shape;28570;p29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1" name="Google Shape;28571;p29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2" name="Google Shape;28572;p29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3" name="Google Shape;28573;p29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4" name="Google Shape;28574;p29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5" name="Google Shape;28575;p29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6" name="Google Shape;28576;p29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7" name="Google Shape;28577;p29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8" name="Google Shape;28578;p29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9" name="Google Shape;28579;p29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0" name="Google Shape;28580;p29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1" name="Google Shape;28581;p29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2" name="Google Shape;28582;p29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3" name="Google Shape;28583;p29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4" name="Google Shape;28584;p29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5" name="Google Shape;28585;p29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6" name="Google Shape;28586;p29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7" name="Google Shape;28587;p29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8" name="Google Shape;28588;p29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9" name="Google Shape;28589;p29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0" name="Google Shape;28590;p29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1" name="Google Shape;28591;p29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2" name="Google Shape;28592;p29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3" name="Google Shape;28593;p29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4" name="Google Shape;28594;p29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5" name="Google Shape;28595;p29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6" name="Google Shape;28596;p29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7" name="Google Shape;28597;p29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8" name="Google Shape;28598;p29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9" name="Google Shape;28599;p29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0" name="Google Shape;28600;p29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1" name="Google Shape;28601;p29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2" name="Google Shape;28602;p29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3" name="Google Shape;28603;p29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4" name="Google Shape;28604;p29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5" name="Google Shape;28605;p29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6" name="Google Shape;28606;p29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7" name="Google Shape;28607;p29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8" name="Google Shape;28608;p29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9" name="Google Shape;28609;p29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0" name="Google Shape;28610;p29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1" name="Google Shape;28611;p29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2" name="Google Shape;28612;p29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3" name="Google Shape;28613;p29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4" name="Google Shape;28614;p29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5" name="Google Shape;28615;p29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6" name="Google Shape;28616;p29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7" name="Google Shape;28617;p29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8" name="Google Shape;28618;p29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9" name="Google Shape;28619;p29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0" name="Google Shape;28620;p29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1" name="Google Shape;28621;p29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2" name="Google Shape;28622;p29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3" name="Google Shape;28623;p29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4" name="Google Shape;28624;p29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5" name="Google Shape;28625;p29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6" name="Google Shape;28626;p29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7" name="Google Shape;28627;p29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8" name="Google Shape;28628;p29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9" name="Google Shape;28629;p29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0" name="Google Shape;28630;p29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1" name="Google Shape;28631;p29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2" name="Google Shape;28632;p29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3" name="Google Shape;28633;p29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4" name="Google Shape;28634;p29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5" name="Google Shape;28635;p29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6" name="Google Shape;28636;p29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7" name="Google Shape;28637;p29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8" name="Google Shape;28638;p29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9" name="Google Shape;28639;p29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0" name="Google Shape;28640;p29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1" name="Google Shape;28641;p29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2" name="Google Shape;28642;p29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3" name="Google Shape;28643;p29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4" name="Google Shape;28644;p29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5" name="Google Shape;28645;p29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6" name="Google Shape;28646;p29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7" name="Google Shape;28647;p29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8" name="Google Shape;28648;p29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9" name="Google Shape;28649;p29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0" name="Google Shape;28650;p29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1" name="Google Shape;28651;p29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2" name="Google Shape;28652;p29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3" name="Google Shape;28653;p29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4" name="Google Shape;28654;p29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5" name="Google Shape;28655;p29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6" name="Google Shape;28656;p29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7" name="Google Shape;28657;p29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8" name="Google Shape;28658;p29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9" name="Google Shape;28659;p29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0" name="Google Shape;28660;p29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1" name="Google Shape;28661;p29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2" name="Google Shape;28662;p29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3" name="Google Shape;28663;p29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4" name="Google Shape;28664;p29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5" name="Google Shape;28665;p29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6" name="Google Shape;28666;p29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7" name="Google Shape;28667;p29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8" name="Google Shape;28668;p29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9" name="Google Shape;28669;p29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0" name="Google Shape;28670;p29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1" name="Google Shape;28671;p29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2" name="Google Shape;28672;p29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3" name="Google Shape;28673;p29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4" name="Google Shape;28674;p29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5" name="Google Shape;28675;p29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6" name="Google Shape;28676;p29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7" name="Google Shape;28677;p29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8" name="Google Shape;28678;p29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9" name="Google Shape;28679;p29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0" name="Google Shape;28680;p29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1" name="Google Shape;28681;p29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2" name="Google Shape;28682;p29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3" name="Google Shape;28683;p29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4" name="Google Shape;28684;p29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5" name="Google Shape;28685;p29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6" name="Google Shape;28686;p29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7" name="Google Shape;28687;p29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8" name="Google Shape;28688;p29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9" name="Google Shape;28689;p29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0" name="Google Shape;28690;p29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1" name="Google Shape;28691;p29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2" name="Google Shape;28692;p29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3" name="Google Shape;28693;p29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4" name="Google Shape;28694;p29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5" name="Google Shape;28695;p29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6" name="Google Shape;28696;p29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7" name="Google Shape;28697;p29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8" name="Google Shape;28698;p29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9" name="Google Shape;28699;p29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0" name="Google Shape;28700;p29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1" name="Google Shape;28701;p29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2" name="Google Shape;28702;p29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3" name="Google Shape;28703;p29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4" name="Google Shape;28704;p29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705" name="Google Shape;28705;p29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06" name="Google Shape;28706;p29"/>
          <p:cNvSpPr/>
          <p:nvPr/>
        </p:nvSpPr>
        <p:spPr>
          <a:xfrm>
            <a:off x="264374" y="1144897"/>
            <a:ext cx="1790682" cy="572718"/>
          </a:xfrm>
          <a:custGeom>
            <a:rect b="b" l="l" r="r" t="t"/>
            <a:pathLst>
              <a:path extrusionOk="0" h="23627" w="73873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07" name="Google Shape;28707;p29"/>
          <p:cNvSpPr/>
          <p:nvPr/>
        </p:nvSpPr>
        <p:spPr>
          <a:xfrm flipH="1">
            <a:off x="6866000" y="4095888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708" name="Google Shape;28708;p29"/>
          <p:cNvGrpSpPr/>
          <p:nvPr/>
        </p:nvGrpSpPr>
        <p:grpSpPr>
          <a:xfrm>
            <a:off x="604482" y="3502311"/>
            <a:ext cx="443090" cy="415211"/>
            <a:chOff x="2987700" y="3560325"/>
            <a:chExt cx="386708" cy="362377"/>
          </a:xfrm>
        </p:grpSpPr>
        <p:sp>
          <p:nvSpPr>
            <p:cNvPr id="28709" name="Google Shape;28709;p29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0" name="Google Shape;28710;p29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1" name="Google Shape;28711;p29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2" name="Google Shape;28712;p29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3" name="Google Shape;28713;p29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4" name="Google Shape;28714;p29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5" name="Google Shape;28715;p29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6" name="Google Shape;28716;p29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7" name="Google Shape;28717;p29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8" name="Google Shape;28718;p29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9" name="Google Shape;28719;p29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0" name="Google Shape;28720;p29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1" name="Google Shape;28721;p29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2" name="Google Shape;28722;p29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3" name="Google Shape;28723;p29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4" name="Google Shape;28724;p29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5" name="Google Shape;28725;p29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6" name="Google Shape;28726;p29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7" name="Google Shape;28727;p29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8" name="Google Shape;28728;p29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9" name="Google Shape;28729;p29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0" name="Google Shape;28730;p29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1" name="Google Shape;28731;p29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32" name="Google Shape;28732;p29"/>
          <p:cNvGrpSpPr/>
          <p:nvPr/>
        </p:nvGrpSpPr>
        <p:grpSpPr>
          <a:xfrm>
            <a:off x="1047587" y="4172111"/>
            <a:ext cx="295252" cy="276675"/>
            <a:chOff x="2987700" y="3560325"/>
            <a:chExt cx="386708" cy="362377"/>
          </a:xfrm>
        </p:grpSpPr>
        <p:sp>
          <p:nvSpPr>
            <p:cNvPr id="28733" name="Google Shape;28733;p29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4" name="Google Shape;28734;p29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5" name="Google Shape;28735;p29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6" name="Google Shape;28736;p29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7" name="Google Shape;28737;p29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8" name="Google Shape;28738;p29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9" name="Google Shape;28739;p29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0" name="Google Shape;28740;p29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1" name="Google Shape;28741;p29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2" name="Google Shape;28742;p29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3" name="Google Shape;28743;p29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4" name="Google Shape;28744;p29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5" name="Google Shape;28745;p29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6" name="Google Shape;28746;p29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7" name="Google Shape;28747;p29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8" name="Google Shape;28748;p29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9" name="Google Shape;28749;p29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0" name="Google Shape;28750;p29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1" name="Google Shape;28751;p29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2" name="Google Shape;28752;p29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3" name="Google Shape;28753;p29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4" name="Google Shape;28754;p29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5" name="Google Shape;28755;p29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56" name="Google Shape;28756;p29"/>
          <p:cNvGrpSpPr/>
          <p:nvPr/>
        </p:nvGrpSpPr>
        <p:grpSpPr>
          <a:xfrm>
            <a:off x="8449837" y="3282811"/>
            <a:ext cx="295252" cy="276675"/>
            <a:chOff x="2987700" y="3560325"/>
            <a:chExt cx="386708" cy="362377"/>
          </a:xfrm>
        </p:grpSpPr>
        <p:sp>
          <p:nvSpPr>
            <p:cNvPr id="28757" name="Google Shape;28757;p29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8" name="Google Shape;28758;p29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9" name="Google Shape;28759;p29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0" name="Google Shape;28760;p29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1" name="Google Shape;28761;p29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2" name="Google Shape;28762;p29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3" name="Google Shape;28763;p29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4" name="Google Shape;28764;p29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5" name="Google Shape;28765;p29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6" name="Google Shape;28766;p29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7" name="Google Shape;28767;p29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8" name="Google Shape;28768;p29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9" name="Google Shape;28769;p29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0" name="Google Shape;28770;p29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1" name="Google Shape;28771;p29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2" name="Google Shape;28772;p29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3" name="Google Shape;28773;p29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4" name="Google Shape;28774;p29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5" name="Google Shape;28775;p29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6" name="Google Shape;28776;p29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7" name="Google Shape;28777;p29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8" name="Google Shape;28778;p29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9" name="Google Shape;28779;p29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0_1_1_1_1_1">
    <p:spTree>
      <p:nvGrpSpPr>
        <p:cNvPr id="28780" name="Shape 28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81" name="Google Shape;28781;p30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8782" name="Google Shape;28782;p30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3" name="Google Shape;28783;p30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4" name="Google Shape;28784;p30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5" name="Google Shape;28785;p30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6" name="Google Shape;28786;p30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7" name="Google Shape;28787;p30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8" name="Google Shape;28788;p30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9" name="Google Shape;28789;p30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0" name="Google Shape;28790;p30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1" name="Google Shape;28791;p30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2" name="Google Shape;28792;p30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3" name="Google Shape;28793;p30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4" name="Google Shape;28794;p30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5" name="Google Shape;28795;p30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6" name="Google Shape;28796;p30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7" name="Google Shape;28797;p30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8" name="Google Shape;28798;p30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9" name="Google Shape;28799;p30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0" name="Google Shape;28800;p30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1" name="Google Shape;28801;p30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2" name="Google Shape;28802;p30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3" name="Google Shape;28803;p30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4" name="Google Shape;28804;p30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5" name="Google Shape;28805;p30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6" name="Google Shape;28806;p30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7" name="Google Shape;28807;p30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8" name="Google Shape;28808;p30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9" name="Google Shape;28809;p30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0" name="Google Shape;28810;p30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1" name="Google Shape;28811;p30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2" name="Google Shape;28812;p30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3" name="Google Shape;28813;p30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4" name="Google Shape;28814;p30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5" name="Google Shape;28815;p30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6" name="Google Shape;28816;p30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7" name="Google Shape;28817;p30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8" name="Google Shape;28818;p30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9" name="Google Shape;28819;p30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0" name="Google Shape;28820;p30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1" name="Google Shape;28821;p30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2" name="Google Shape;28822;p30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3" name="Google Shape;28823;p30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4" name="Google Shape;28824;p30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5" name="Google Shape;28825;p30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6" name="Google Shape;28826;p30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7" name="Google Shape;28827;p30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8" name="Google Shape;28828;p30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9" name="Google Shape;28829;p30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0" name="Google Shape;28830;p30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1" name="Google Shape;28831;p30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2" name="Google Shape;28832;p30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3" name="Google Shape;28833;p30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4" name="Google Shape;28834;p30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5" name="Google Shape;28835;p30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6" name="Google Shape;28836;p30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7" name="Google Shape;28837;p30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8" name="Google Shape;28838;p30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9" name="Google Shape;28839;p30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0" name="Google Shape;28840;p30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1" name="Google Shape;28841;p30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2" name="Google Shape;28842;p30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3" name="Google Shape;28843;p30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4" name="Google Shape;28844;p30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5" name="Google Shape;28845;p30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6" name="Google Shape;28846;p30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7" name="Google Shape;28847;p30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8" name="Google Shape;28848;p30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9" name="Google Shape;28849;p30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0" name="Google Shape;28850;p30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1" name="Google Shape;28851;p30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2" name="Google Shape;28852;p30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3" name="Google Shape;28853;p30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4" name="Google Shape;28854;p30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5" name="Google Shape;28855;p30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6" name="Google Shape;28856;p30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7" name="Google Shape;28857;p30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8" name="Google Shape;28858;p30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9" name="Google Shape;28859;p30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0" name="Google Shape;28860;p30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1" name="Google Shape;28861;p30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2" name="Google Shape;28862;p30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3" name="Google Shape;28863;p30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4" name="Google Shape;28864;p30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5" name="Google Shape;28865;p30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6" name="Google Shape;28866;p30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7" name="Google Shape;28867;p30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8" name="Google Shape;28868;p30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9" name="Google Shape;28869;p30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0" name="Google Shape;28870;p30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1" name="Google Shape;28871;p30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2" name="Google Shape;28872;p30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3" name="Google Shape;28873;p30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4" name="Google Shape;28874;p30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5" name="Google Shape;28875;p30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6" name="Google Shape;28876;p30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7" name="Google Shape;28877;p30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8" name="Google Shape;28878;p30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9" name="Google Shape;28879;p30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0" name="Google Shape;28880;p30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1" name="Google Shape;28881;p30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2" name="Google Shape;28882;p30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3" name="Google Shape;28883;p30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4" name="Google Shape;28884;p30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5" name="Google Shape;28885;p30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6" name="Google Shape;28886;p30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7" name="Google Shape;28887;p30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8" name="Google Shape;28888;p30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9" name="Google Shape;28889;p30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0" name="Google Shape;28890;p30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1" name="Google Shape;28891;p30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2" name="Google Shape;28892;p30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3" name="Google Shape;28893;p30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4" name="Google Shape;28894;p30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5" name="Google Shape;28895;p30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6" name="Google Shape;28896;p30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7" name="Google Shape;28897;p30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8" name="Google Shape;28898;p30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9" name="Google Shape;28899;p30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0" name="Google Shape;28900;p30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1" name="Google Shape;28901;p30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2" name="Google Shape;28902;p30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3" name="Google Shape;28903;p30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4" name="Google Shape;28904;p30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5" name="Google Shape;28905;p30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6" name="Google Shape;28906;p30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7" name="Google Shape;28907;p30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8" name="Google Shape;28908;p30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9" name="Google Shape;28909;p30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0" name="Google Shape;28910;p30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1" name="Google Shape;28911;p30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2" name="Google Shape;28912;p30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3" name="Google Shape;28913;p30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4" name="Google Shape;28914;p30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5" name="Google Shape;28915;p30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6" name="Google Shape;28916;p30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7" name="Google Shape;28917;p30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8" name="Google Shape;28918;p30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9" name="Google Shape;28919;p30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0" name="Google Shape;28920;p30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1" name="Google Shape;28921;p30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2" name="Google Shape;28922;p30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3" name="Google Shape;28923;p30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4" name="Google Shape;28924;p30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5" name="Google Shape;28925;p30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6" name="Google Shape;28926;p30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7" name="Google Shape;28927;p30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8" name="Google Shape;28928;p30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9" name="Google Shape;28929;p30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0" name="Google Shape;28930;p30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1" name="Google Shape;28931;p30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2" name="Google Shape;28932;p30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3" name="Google Shape;28933;p30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4" name="Google Shape;28934;p30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5" name="Google Shape;28935;p30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6" name="Google Shape;28936;p30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7" name="Google Shape;28937;p30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8" name="Google Shape;28938;p30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9" name="Google Shape;28939;p30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0" name="Google Shape;28940;p30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1" name="Google Shape;28941;p30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2" name="Google Shape;28942;p30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3" name="Google Shape;28943;p30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4" name="Google Shape;28944;p30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5" name="Google Shape;28945;p30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6" name="Google Shape;28946;p30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7" name="Google Shape;28947;p30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8" name="Google Shape;28948;p30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9" name="Google Shape;28949;p30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0" name="Google Shape;28950;p30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1" name="Google Shape;28951;p30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2" name="Google Shape;28952;p30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3" name="Google Shape;28953;p30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4" name="Google Shape;28954;p30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5" name="Google Shape;28955;p30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6" name="Google Shape;28956;p30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7" name="Google Shape;28957;p30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8" name="Google Shape;28958;p30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9" name="Google Shape;28959;p30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0" name="Google Shape;28960;p30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1" name="Google Shape;28961;p30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2" name="Google Shape;28962;p30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3" name="Google Shape;28963;p30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4" name="Google Shape;28964;p30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5" name="Google Shape;28965;p30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6" name="Google Shape;28966;p30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7" name="Google Shape;28967;p30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8" name="Google Shape;28968;p30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9" name="Google Shape;28969;p30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0" name="Google Shape;28970;p30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1" name="Google Shape;28971;p30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2" name="Google Shape;28972;p30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3" name="Google Shape;28973;p30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4" name="Google Shape;28974;p30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5" name="Google Shape;28975;p30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6" name="Google Shape;28976;p30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7" name="Google Shape;28977;p30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8" name="Google Shape;28978;p30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9" name="Google Shape;28979;p30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0" name="Google Shape;28980;p30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1" name="Google Shape;28981;p30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2" name="Google Shape;28982;p30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3" name="Google Shape;28983;p30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4" name="Google Shape;28984;p30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5" name="Google Shape;28985;p30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6" name="Google Shape;28986;p30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7" name="Google Shape;28987;p30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8" name="Google Shape;28988;p30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9" name="Google Shape;28989;p30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0" name="Google Shape;28990;p30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1" name="Google Shape;28991;p30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2" name="Google Shape;28992;p30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3" name="Google Shape;28993;p30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4" name="Google Shape;28994;p30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5" name="Google Shape;28995;p30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6" name="Google Shape;28996;p30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7" name="Google Shape;28997;p30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8" name="Google Shape;28998;p30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9" name="Google Shape;28999;p30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0" name="Google Shape;29000;p30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1" name="Google Shape;29001;p30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2" name="Google Shape;29002;p30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3" name="Google Shape;29003;p30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4" name="Google Shape;29004;p30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5" name="Google Shape;29005;p30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6" name="Google Shape;29006;p30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7" name="Google Shape;29007;p30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8" name="Google Shape;29008;p30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9" name="Google Shape;29009;p30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0" name="Google Shape;29010;p30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1" name="Google Shape;29011;p30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2" name="Google Shape;29012;p30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3" name="Google Shape;29013;p30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4" name="Google Shape;29014;p30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5" name="Google Shape;29015;p30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6" name="Google Shape;29016;p30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7" name="Google Shape;29017;p30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8" name="Google Shape;29018;p30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9" name="Google Shape;29019;p30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0" name="Google Shape;29020;p30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1" name="Google Shape;29021;p30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2" name="Google Shape;29022;p30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3" name="Google Shape;29023;p30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4" name="Google Shape;29024;p30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5" name="Google Shape;29025;p30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6" name="Google Shape;29026;p30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7" name="Google Shape;29027;p30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8" name="Google Shape;29028;p30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9" name="Google Shape;29029;p30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0" name="Google Shape;29030;p30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1" name="Google Shape;29031;p30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2" name="Google Shape;29032;p30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3" name="Google Shape;29033;p30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4" name="Google Shape;29034;p30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5" name="Google Shape;29035;p30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6" name="Google Shape;29036;p30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7" name="Google Shape;29037;p30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8" name="Google Shape;29038;p30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9" name="Google Shape;29039;p30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0" name="Google Shape;29040;p30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1" name="Google Shape;29041;p30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2" name="Google Shape;29042;p30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3" name="Google Shape;29043;p30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4" name="Google Shape;29044;p30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5" name="Google Shape;29045;p30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6" name="Google Shape;29046;p30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7" name="Google Shape;29047;p30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8" name="Google Shape;29048;p30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9" name="Google Shape;29049;p30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0" name="Google Shape;29050;p30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1" name="Google Shape;29051;p30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2" name="Google Shape;29052;p30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3" name="Google Shape;29053;p30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4" name="Google Shape;29054;p30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5" name="Google Shape;29055;p30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6" name="Google Shape;29056;p30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7" name="Google Shape;29057;p30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8" name="Google Shape;29058;p30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9" name="Google Shape;29059;p30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0" name="Google Shape;29060;p30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1" name="Google Shape;29061;p30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2" name="Google Shape;29062;p30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3" name="Google Shape;29063;p30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4" name="Google Shape;29064;p30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5" name="Google Shape;29065;p30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6" name="Google Shape;29066;p30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7" name="Google Shape;29067;p30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8" name="Google Shape;29068;p30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9" name="Google Shape;29069;p30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0" name="Google Shape;29070;p30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1" name="Google Shape;29071;p30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2" name="Google Shape;29072;p30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3" name="Google Shape;29073;p30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4" name="Google Shape;29074;p30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5" name="Google Shape;29075;p30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6" name="Google Shape;29076;p30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7" name="Google Shape;29077;p30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8" name="Google Shape;29078;p30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9" name="Google Shape;29079;p30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0" name="Google Shape;29080;p30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1" name="Google Shape;29081;p30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2" name="Google Shape;29082;p30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3" name="Google Shape;29083;p30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4" name="Google Shape;29084;p30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5" name="Google Shape;29085;p30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6" name="Google Shape;29086;p30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7" name="Google Shape;29087;p30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8" name="Google Shape;29088;p30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9" name="Google Shape;29089;p30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0" name="Google Shape;29090;p30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1" name="Google Shape;29091;p30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2" name="Google Shape;29092;p30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3" name="Google Shape;29093;p30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4" name="Google Shape;29094;p30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5" name="Google Shape;29095;p30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6" name="Google Shape;29096;p30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7" name="Google Shape;29097;p30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8" name="Google Shape;29098;p30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9" name="Google Shape;29099;p30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0" name="Google Shape;29100;p30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1" name="Google Shape;29101;p30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2" name="Google Shape;29102;p30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3" name="Google Shape;29103;p30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4" name="Google Shape;29104;p30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5" name="Google Shape;29105;p30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6" name="Google Shape;29106;p30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7" name="Google Shape;29107;p30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8" name="Google Shape;29108;p30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9" name="Google Shape;29109;p30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0" name="Google Shape;29110;p30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1" name="Google Shape;29111;p30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2" name="Google Shape;29112;p30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3" name="Google Shape;29113;p30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4" name="Google Shape;29114;p30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5" name="Google Shape;29115;p30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6" name="Google Shape;29116;p30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7" name="Google Shape;29117;p30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8" name="Google Shape;29118;p30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9" name="Google Shape;29119;p30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0" name="Google Shape;29120;p30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1" name="Google Shape;29121;p30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2" name="Google Shape;29122;p30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3" name="Google Shape;29123;p30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4" name="Google Shape;29124;p30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5" name="Google Shape;29125;p30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6" name="Google Shape;29126;p30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7" name="Google Shape;29127;p30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8" name="Google Shape;29128;p30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9" name="Google Shape;29129;p30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0" name="Google Shape;29130;p30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1" name="Google Shape;29131;p30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2" name="Google Shape;29132;p30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3" name="Google Shape;29133;p30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4" name="Google Shape;29134;p30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5" name="Google Shape;29135;p30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6" name="Google Shape;29136;p30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7" name="Google Shape;29137;p30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8" name="Google Shape;29138;p30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9" name="Google Shape;29139;p30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0" name="Google Shape;29140;p30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1" name="Google Shape;29141;p30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2" name="Google Shape;29142;p30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3" name="Google Shape;29143;p30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4" name="Google Shape;29144;p30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5" name="Google Shape;29145;p30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6" name="Google Shape;29146;p30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7" name="Google Shape;29147;p30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8" name="Google Shape;29148;p30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9" name="Google Shape;29149;p30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0" name="Google Shape;29150;p30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1" name="Google Shape;29151;p30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2" name="Google Shape;29152;p30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3" name="Google Shape;29153;p30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4" name="Google Shape;29154;p30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5" name="Google Shape;29155;p30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6" name="Google Shape;29156;p30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7" name="Google Shape;29157;p30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8" name="Google Shape;29158;p30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9" name="Google Shape;29159;p30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0" name="Google Shape;29160;p30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1" name="Google Shape;29161;p30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2" name="Google Shape;29162;p30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3" name="Google Shape;29163;p30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4" name="Google Shape;29164;p30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5" name="Google Shape;29165;p30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6" name="Google Shape;29166;p30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7" name="Google Shape;29167;p30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8" name="Google Shape;29168;p30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9" name="Google Shape;29169;p30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0" name="Google Shape;29170;p30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1" name="Google Shape;29171;p30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2" name="Google Shape;29172;p30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3" name="Google Shape;29173;p30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4" name="Google Shape;29174;p30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5" name="Google Shape;29175;p30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6" name="Google Shape;29176;p30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7" name="Google Shape;29177;p30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8" name="Google Shape;29178;p30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9" name="Google Shape;29179;p30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0" name="Google Shape;29180;p30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1" name="Google Shape;29181;p30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2" name="Google Shape;29182;p30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3" name="Google Shape;29183;p30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4" name="Google Shape;29184;p30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5" name="Google Shape;29185;p30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6" name="Google Shape;29186;p30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7" name="Google Shape;29187;p30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8" name="Google Shape;29188;p30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9" name="Google Shape;29189;p30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0" name="Google Shape;29190;p30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1" name="Google Shape;29191;p30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2" name="Google Shape;29192;p30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3" name="Google Shape;29193;p30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4" name="Google Shape;29194;p30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5" name="Google Shape;29195;p30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6" name="Google Shape;29196;p30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7" name="Google Shape;29197;p30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8" name="Google Shape;29198;p30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9" name="Google Shape;29199;p30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0" name="Google Shape;29200;p30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1" name="Google Shape;29201;p30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2" name="Google Shape;29202;p30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3" name="Google Shape;29203;p30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4" name="Google Shape;29204;p30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5" name="Google Shape;29205;p30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6" name="Google Shape;29206;p30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7" name="Google Shape;29207;p30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8" name="Google Shape;29208;p30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9" name="Google Shape;29209;p30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0" name="Google Shape;29210;p30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1" name="Google Shape;29211;p30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2" name="Google Shape;29212;p30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3" name="Google Shape;29213;p30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4" name="Google Shape;29214;p30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5" name="Google Shape;29215;p30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6" name="Google Shape;29216;p30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7" name="Google Shape;29217;p30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8" name="Google Shape;29218;p30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9" name="Google Shape;29219;p30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0" name="Google Shape;29220;p30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1" name="Google Shape;29221;p30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2" name="Google Shape;29222;p30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3" name="Google Shape;29223;p30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4" name="Google Shape;29224;p30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5" name="Google Shape;29225;p30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6" name="Google Shape;29226;p30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7" name="Google Shape;29227;p30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8" name="Google Shape;29228;p30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9" name="Google Shape;29229;p30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0" name="Google Shape;29230;p30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1" name="Google Shape;29231;p30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2" name="Google Shape;29232;p30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3" name="Google Shape;29233;p30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4" name="Google Shape;29234;p30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5" name="Google Shape;29235;p30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6" name="Google Shape;29236;p30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7" name="Google Shape;29237;p30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8" name="Google Shape;29238;p30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9" name="Google Shape;29239;p30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0" name="Google Shape;29240;p30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1" name="Google Shape;29241;p30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2" name="Google Shape;29242;p30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3" name="Google Shape;29243;p30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4" name="Google Shape;29244;p30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5" name="Google Shape;29245;p30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6" name="Google Shape;29246;p30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7" name="Google Shape;29247;p30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8" name="Google Shape;29248;p30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9" name="Google Shape;29249;p30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0" name="Google Shape;29250;p30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1" name="Google Shape;29251;p30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2" name="Google Shape;29252;p30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3" name="Google Shape;29253;p30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4" name="Google Shape;29254;p30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5" name="Google Shape;29255;p30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6" name="Google Shape;29256;p30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7" name="Google Shape;29257;p30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8" name="Google Shape;29258;p30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9" name="Google Shape;29259;p30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0" name="Google Shape;29260;p30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1" name="Google Shape;29261;p30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2" name="Google Shape;29262;p30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3" name="Google Shape;29263;p30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4" name="Google Shape;29264;p30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5" name="Google Shape;29265;p30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6" name="Google Shape;29266;p30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7" name="Google Shape;29267;p30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8" name="Google Shape;29268;p30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9" name="Google Shape;29269;p30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0" name="Google Shape;29270;p30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1" name="Google Shape;29271;p30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2" name="Google Shape;29272;p30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3" name="Google Shape;29273;p30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4" name="Google Shape;29274;p30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5" name="Google Shape;29275;p30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6" name="Google Shape;29276;p30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7" name="Google Shape;29277;p30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8" name="Google Shape;29278;p30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9" name="Google Shape;29279;p30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0" name="Google Shape;29280;p30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1" name="Google Shape;29281;p30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2" name="Google Shape;29282;p30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3" name="Google Shape;29283;p30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4" name="Google Shape;29284;p30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5" name="Google Shape;29285;p30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6" name="Google Shape;29286;p30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7" name="Google Shape;29287;p30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8" name="Google Shape;29288;p30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9" name="Google Shape;29289;p30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0" name="Google Shape;29290;p30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1" name="Google Shape;29291;p30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2" name="Google Shape;29292;p30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3" name="Google Shape;29293;p30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4" name="Google Shape;29294;p30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5" name="Google Shape;29295;p30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6" name="Google Shape;29296;p30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7" name="Google Shape;29297;p30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8" name="Google Shape;29298;p30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9" name="Google Shape;29299;p30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0" name="Google Shape;29300;p30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1" name="Google Shape;29301;p30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2" name="Google Shape;29302;p30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3" name="Google Shape;29303;p30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4" name="Google Shape;29304;p30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5" name="Google Shape;29305;p30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6" name="Google Shape;29306;p30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7" name="Google Shape;29307;p30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8" name="Google Shape;29308;p30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9" name="Google Shape;29309;p30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0" name="Google Shape;29310;p30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1" name="Google Shape;29311;p30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2" name="Google Shape;29312;p30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3" name="Google Shape;29313;p30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4" name="Google Shape;29314;p30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5" name="Google Shape;29315;p30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6" name="Google Shape;29316;p30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7" name="Google Shape;29317;p30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8" name="Google Shape;29318;p30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9" name="Google Shape;29319;p30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0" name="Google Shape;29320;p30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1" name="Google Shape;29321;p30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2" name="Google Shape;29322;p30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3" name="Google Shape;29323;p30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4" name="Google Shape;29324;p30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5" name="Google Shape;29325;p30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6" name="Google Shape;29326;p30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7" name="Google Shape;29327;p30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8" name="Google Shape;29328;p30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9" name="Google Shape;29329;p30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0" name="Google Shape;29330;p30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1" name="Google Shape;29331;p30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2" name="Google Shape;29332;p30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3" name="Google Shape;29333;p30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4" name="Google Shape;29334;p30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5" name="Google Shape;29335;p30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6" name="Google Shape;29336;p30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7" name="Google Shape;29337;p30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8" name="Google Shape;29338;p30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9" name="Google Shape;29339;p30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0" name="Google Shape;29340;p30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1" name="Google Shape;29341;p30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2" name="Google Shape;29342;p30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3" name="Google Shape;29343;p30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4" name="Google Shape;29344;p30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5" name="Google Shape;29345;p30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6" name="Google Shape;29346;p30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7" name="Google Shape;29347;p30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8" name="Google Shape;29348;p30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9" name="Google Shape;29349;p30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0" name="Google Shape;29350;p30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1" name="Google Shape;29351;p30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2" name="Google Shape;29352;p30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3" name="Google Shape;29353;p30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4" name="Google Shape;29354;p30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5" name="Google Shape;29355;p30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6" name="Google Shape;29356;p30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7" name="Google Shape;29357;p30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8" name="Google Shape;29358;p30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9" name="Google Shape;29359;p30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0" name="Google Shape;29360;p30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1" name="Google Shape;29361;p30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2" name="Google Shape;29362;p30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3" name="Google Shape;29363;p30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4" name="Google Shape;29364;p30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5" name="Google Shape;29365;p30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6" name="Google Shape;29366;p30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7" name="Google Shape;29367;p30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8" name="Google Shape;29368;p30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9" name="Google Shape;29369;p30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0" name="Google Shape;29370;p30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1" name="Google Shape;29371;p30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2" name="Google Shape;29372;p30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3" name="Google Shape;29373;p30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4" name="Google Shape;29374;p30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5" name="Google Shape;29375;p30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6" name="Google Shape;29376;p30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7" name="Google Shape;29377;p30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8" name="Google Shape;29378;p30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9" name="Google Shape;29379;p30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0" name="Google Shape;29380;p30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1" name="Google Shape;29381;p30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2" name="Google Shape;29382;p30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3" name="Google Shape;29383;p30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4" name="Google Shape;29384;p30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5" name="Google Shape;29385;p30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6" name="Google Shape;29386;p30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7" name="Google Shape;29387;p30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8" name="Google Shape;29388;p30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9" name="Google Shape;29389;p30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0" name="Google Shape;29390;p30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1" name="Google Shape;29391;p30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2" name="Google Shape;29392;p30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3" name="Google Shape;29393;p30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4" name="Google Shape;29394;p30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5" name="Google Shape;29395;p30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6" name="Google Shape;29396;p30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7" name="Google Shape;29397;p30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8" name="Google Shape;29398;p30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9" name="Google Shape;29399;p30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0" name="Google Shape;29400;p30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1" name="Google Shape;29401;p30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2" name="Google Shape;29402;p30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3" name="Google Shape;29403;p30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4" name="Google Shape;29404;p30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5" name="Google Shape;29405;p30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6" name="Google Shape;29406;p30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7" name="Google Shape;29407;p30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8" name="Google Shape;29408;p30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9" name="Google Shape;29409;p30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0" name="Google Shape;29410;p30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1" name="Google Shape;29411;p30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2" name="Google Shape;29412;p30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3" name="Google Shape;29413;p30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4" name="Google Shape;29414;p30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5" name="Google Shape;29415;p30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6" name="Google Shape;29416;p30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7" name="Google Shape;29417;p30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8" name="Google Shape;29418;p30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9" name="Google Shape;29419;p30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0" name="Google Shape;29420;p30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1" name="Google Shape;29421;p30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2" name="Google Shape;29422;p30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3" name="Google Shape;29423;p30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4" name="Google Shape;29424;p30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5" name="Google Shape;29425;p30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6" name="Google Shape;29426;p30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7" name="Google Shape;29427;p30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8" name="Google Shape;29428;p30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9" name="Google Shape;29429;p30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0" name="Google Shape;29430;p30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1" name="Google Shape;29431;p30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2" name="Google Shape;29432;p30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3" name="Google Shape;29433;p30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4" name="Google Shape;29434;p30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5" name="Google Shape;29435;p30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6" name="Google Shape;29436;p30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7" name="Google Shape;29437;p30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8" name="Google Shape;29438;p30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9" name="Google Shape;29439;p30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0" name="Google Shape;29440;p30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1" name="Google Shape;29441;p30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2" name="Google Shape;29442;p30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3" name="Google Shape;29443;p30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4" name="Google Shape;29444;p30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5" name="Google Shape;29445;p30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6" name="Google Shape;29446;p30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7" name="Google Shape;29447;p30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8" name="Google Shape;29448;p30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9" name="Google Shape;29449;p30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0" name="Google Shape;29450;p30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1" name="Google Shape;29451;p30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2" name="Google Shape;29452;p30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3" name="Google Shape;29453;p30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4" name="Google Shape;29454;p30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5" name="Google Shape;29455;p30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6" name="Google Shape;29456;p30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7" name="Google Shape;29457;p30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8" name="Google Shape;29458;p30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9" name="Google Shape;29459;p30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0" name="Google Shape;29460;p30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1" name="Google Shape;29461;p30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2" name="Google Shape;29462;p30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3" name="Google Shape;29463;p30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4" name="Google Shape;29464;p30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5" name="Google Shape;29465;p30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6" name="Google Shape;29466;p30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7" name="Google Shape;29467;p30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8" name="Google Shape;29468;p30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9" name="Google Shape;29469;p30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0" name="Google Shape;29470;p30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1" name="Google Shape;29471;p30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2" name="Google Shape;29472;p30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3" name="Google Shape;29473;p30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4" name="Google Shape;29474;p30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5" name="Google Shape;29475;p30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6" name="Google Shape;29476;p30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7" name="Google Shape;29477;p30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8" name="Google Shape;29478;p30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9" name="Google Shape;29479;p30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0" name="Google Shape;29480;p30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1" name="Google Shape;29481;p30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2" name="Google Shape;29482;p30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3" name="Google Shape;29483;p30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4" name="Google Shape;29484;p30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5" name="Google Shape;29485;p30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6" name="Google Shape;29486;p30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7" name="Google Shape;29487;p30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8" name="Google Shape;29488;p30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9" name="Google Shape;29489;p30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0" name="Google Shape;29490;p30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1" name="Google Shape;29491;p30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2" name="Google Shape;29492;p30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3" name="Google Shape;29493;p30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4" name="Google Shape;29494;p30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5" name="Google Shape;29495;p30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6" name="Google Shape;29496;p30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7" name="Google Shape;29497;p30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8" name="Google Shape;29498;p30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9" name="Google Shape;29499;p30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0" name="Google Shape;29500;p30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1" name="Google Shape;29501;p30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2" name="Google Shape;29502;p30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3" name="Google Shape;29503;p30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4" name="Google Shape;29504;p30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5" name="Google Shape;29505;p30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6" name="Google Shape;29506;p30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7" name="Google Shape;29507;p30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8" name="Google Shape;29508;p30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9" name="Google Shape;29509;p30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0" name="Google Shape;29510;p30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1" name="Google Shape;29511;p30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2" name="Google Shape;29512;p30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3" name="Google Shape;29513;p30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4" name="Google Shape;29514;p30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5" name="Google Shape;29515;p30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6" name="Google Shape;29516;p30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7" name="Google Shape;29517;p30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8" name="Google Shape;29518;p30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9" name="Google Shape;29519;p30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0" name="Google Shape;29520;p30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1" name="Google Shape;29521;p30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2" name="Google Shape;29522;p30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3" name="Google Shape;29523;p30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4" name="Google Shape;29524;p30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5" name="Google Shape;29525;p30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6" name="Google Shape;29526;p30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7" name="Google Shape;29527;p30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8" name="Google Shape;29528;p30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9" name="Google Shape;29529;p30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0" name="Google Shape;29530;p30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1" name="Google Shape;29531;p30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2" name="Google Shape;29532;p30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3" name="Google Shape;29533;p30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4" name="Google Shape;29534;p30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5" name="Google Shape;29535;p30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6" name="Google Shape;29536;p30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7" name="Google Shape;29537;p30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8" name="Google Shape;29538;p30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9" name="Google Shape;29539;p30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0" name="Google Shape;29540;p30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1" name="Google Shape;29541;p30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2" name="Google Shape;29542;p30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3" name="Google Shape;29543;p30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4" name="Google Shape;29544;p30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5" name="Google Shape;29545;p30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6" name="Google Shape;29546;p30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7" name="Google Shape;29547;p30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8" name="Google Shape;29548;p30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9" name="Google Shape;29549;p30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0" name="Google Shape;29550;p30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1" name="Google Shape;29551;p30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2" name="Google Shape;29552;p30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3" name="Google Shape;29553;p30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4" name="Google Shape;29554;p30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5" name="Google Shape;29555;p30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6" name="Google Shape;29556;p30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7" name="Google Shape;29557;p30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8" name="Google Shape;29558;p30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9" name="Google Shape;29559;p30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0" name="Google Shape;29560;p30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1" name="Google Shape;29561;p30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2" name="Google Shape;29562;p30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3" name="Google Shape;29563;p30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4" name="Google Shape;29564;p30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5" name="Google Shape;29565;p30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6" name="Google Shape;29566;p30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7" name="Google Shape;29567;p30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8" name="Google Shape;29568;p30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9" name="Google Shape;29569;p30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0" name="Google Shape;29570;p30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1" name="Google Shape;29571;p30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2" name="Google Shape;29572;p30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3" name="Google Shape;29573;p30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4" name="Google Shape;29574;p30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5" name="Google Shape;29575;p30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6" name="Google Shape;29576;p30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7" name="Google Shape;29577;p30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8" name="Google Shape;29578;p30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9" name="Google Shape;29579;p30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0" name="Google Shape;29580;p30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1" name="Google Shape;29581;p30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2" name="Google Shape;29582;p30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3" name="Google Shape;29583;p30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4" name="Google Shape;29584;p30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5" name="Google Shape;29585;p30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6" name="Google Shape;29586;p30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7" name="Google Shape;29587;p30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8" name="Google Shape;29588;p30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9" name="Google Shape;29589;p30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0" name="Google Shape;29590;p30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1" name="Google Shape;29591;p30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2" name="Google Shape;29592;p30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3" name="Google Shape;29593;p30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4" name="Google Shape;29594;p30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5" name="Google Shape;29595;p30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6" name="Google Shape;29596;p30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7" name="Google Shape;29597;p30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8" name="Google Shape;29598;p30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9" name="Google Shape;29599;p30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0" name="Google Shape;29600;p30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1" name="Google Shape;29601;p30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2" name="Google Shape;29602;p30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3" name="Google Shape;29603;p30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4" name="Google Shape;29604;p30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5" name="Google Shape;29605;p30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6" name="Google Shape;29606;p30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7" name="Google Shape;29607;p30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8" name="Google Shape;29608;p30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9" name="Google Shape;29609;p30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0" name="Google Shape;29610;p30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1" name="Google Shape;29611;p30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2" name="Google Shape;29612;p30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3" name="Google Shape;29613;p30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4" name="Google Shape;29614;p30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5" name="Google Shape;29615;p30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6" name="Google Shape;29616;p30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7" name="Google Shape;29617;p30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8" name="Google Shape;29618;p30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9" name="Google Shape;29619;p30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0" name="Google Shape;29620;p30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1" name="Google Shape;29621;p30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2" name="Google Shape;29622;p30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3" name="Google Shape;29623;p30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4" name="Google Shape;29624;p30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5" name="Google Shape;29625;p30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6" name="Google Shape;29626;p30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7" name="Google Shape;29627;p30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8" name="Google Shape;29628;p30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9" name="Google Shape;29629;p30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0" name="Google Shape;29630;p30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1" name="Google Shape;29631;p30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2" name="Google Shape;29632;p30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3" name="Google Shape;29633;p30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4" name="Google Shape;29634;p30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5" name="Google Shape;29635;p30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6" name="Google Shape;29636;p30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7" name="Google Shape;29637;p30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8" name="Google Shape;29638;p30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9" name="Google Shape;29639;p30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0" name="Google Shape;29640;p30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1" name="Google Shape;29641;p30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2" name="Google Shape;29642;p30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3" name="Google Shape;29643;p30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4" name="Google Shape;29644;p30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5" name="Google Shape;29645;p30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6" name="Google Shape;29646;p30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7" name="Google Shape;29647;p30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8" name="Google Shape;29648;p30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9" name="Google Shape;29649;p30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0" name="Google Shape;29650;p30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1" name="Google Shape;29651;p30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2" name="Google Shape;29652;p30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3" name="Google Shape;29653;p30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4" name="Google Shape;29654;p30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5" name="Google Shape;29655;p30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6" name="Google Shape;29656;p30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7" name="Google Shape;29657;p30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8" name="Google Shape;29658;p30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9" name="Google Shape;29659;p30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0" name="Google Shape;29660;p30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1" name="Google Shape;29661;p30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2" name="Google Shape;29662;p30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3" name="Google Shape;29663;p30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4" name="Google Shape;29664;p30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5" name="Google Shape;29665;p30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6" name="Google Shape;29666;p30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7" name="Google Shape;29667;p30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8" name="Google Shape;29668;p30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9" name="Google Shape;29669;p30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0" name="Google Shape;29670;p30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1" name="Google Shape;29671;p30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2" name="Google Shape;29672;p30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3" name="Google Shape;29673;p30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4" name="Google Shape;29674;p30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5" name="Google Shape;29675;p30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6" name="Google Shape;29676;p30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7" name="Google Shape;29677;p30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8" name="Google Shape;29678;p30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9" name="Google Shape;29679;p30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0" name="Google Shape;29680;p30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1" name="Google Shape;29681;p30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2" name="Google Shape;29682;p30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3" name="Google Shape;29683;p30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4" name="Google Shape;29684;p30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5" name="Google Shape;29685;p30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6" name="Google Shape;29686;p30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7" name="Google Shape;29687;p30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8" name="Google Shape;29688;p30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9" name="Google Shape;29689;p30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0" name="Google Shape;29690;p30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1" name="Google Shape;29691;p30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2" name="Google Shape;29692;p30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3" name="Google Shape;29693;p30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4" name="Google Shape;29694;p30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5" name="Google Shape;29695;p30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6" name="Google Shape;29696;p30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7" name="Google Shape;29697;p30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8" name="Google Shape;29698;p30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9" name="Google Shape;29699;p30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0" name="Google Shape;29700;p30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1" name="Google Shape;29701;p30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2" name="Google Shape;29702;p30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3" name="Google Shape;29703;p30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4" name="Google Shape;29704;p30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5" name="Google Shape;29705;p30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6" name="Google Shape;29706;p30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7" name="Google Shape;29707;p30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8" name="Google Shape;29708;p30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9" name="Google Shape;29709;p30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0" name="Google Shape;29710;p30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1" name="Google Shape;29711;p30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2" name="Google Shape;29712;p30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3" name="Google Shape;29713;p30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4" name="Google Shape;29714;p30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5" name="Google Shape;29715;p30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6" name="Google Shape;29716;p30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7" name="Google Shape;29717;p30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8" name="Google Shape;29718;p30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9" name="Google Shape;29719;p30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0" name="Google Shape;29720;p30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1" name="Google Shape;29721;p30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2" name="Google Shape;29722;p30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3" name="Google Shape;29723;p30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4" name="Google Shape;29724;p30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5" name="Google Shape;29725;p30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6" name="Google Shape;29726;p30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7" name="Google Shape;29727;p30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8" name="Google Shape;29728;p30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9" name="Google Shape;29729;p30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0" name="Google Shape;29730;p30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1" name="Google Shape;29731;p30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2" name="Google Shape;29732;p30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3" name="Google Shape;29733;p30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4" name="Google Shape;29734;p30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5" name="Google Shape;29735;p30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6" name="Google Shape;29736;p30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7" name="Google Shape;29737;p30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8" name="Google Shape;29738;p30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9" name="Google Shape;29739;p30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0" name="Google Shape;29740;p30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1" name="Google Shape;29741;p30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2" name="Google Shape;29742;p30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3" name="Google Shape;29743;p30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4" name="Google Shape;29744;p30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5" name="Google Shape;29745;p30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6" name="Google Shape;29746;p30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7" name="Google Shape;29747;p30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8" name="Google Shape;29748;p30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9" name="Google Shape;29749;p30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0" name="Google Shape;29750;p30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1" name="Google Shape;29751;p30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2" name="Google Shape;29752;p30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3" name="Google Shape;29753;p30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4" name="Google Shape;29754;p30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5" name="Google Shape;29755;p30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6" name="Google Shape;29756;p30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7" name="Google Shape;29757;p30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8" name="Google Shape;29758;p30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9" name="Google Shape;29759;p30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0" name="Google Shape;29760;p30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1" name="Google Shape;29761;p30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2" name="Google Shape;29762;p30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3" name="Google Shape;29763;p30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4" name="Google Shape;29764;p30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5" name="Google Shape;29765;p30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6" name="Google Shape;29766;p30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7" name="Google Shape;29767;p30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8" name="Google Shape;29768;p30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9" name="Google Shape;29769;p30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0" name="Google Shape;29770;p30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1" name="Google Shape;29771;p30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2" name="Google Shape;29772;p30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3" name="Google Shape;29773;p30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4" name="Google Shape;29774;p30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5" name="Google Shape;29775;p30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6" name="Google Shape;29776;p30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7" name="Google Shape;29777;p30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8" name="Google Shape;29778;p30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9" name="Google Shape;29779;p30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0" name="Google Shape;29780;p30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1" name="Google Shape;29781;p30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2" name="Google Shape;29782;p30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3" name="Google Shape;29783;p30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4" name="Google Shape;29784;p30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5" name="Google Shape;29785;p30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6" name="Google Shape;29786;p30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7" name="Google Shape;29787;p30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8" name="Google Shape;29788;p30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9" name="Google Shape;29789;p30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0" name="Google Shape;29790;p30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1" name="Google Shape;29791;p30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2" name="Google Shape;29792;p30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3" name="Google Shape;29793;p30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4" name="Google Shape;29794;p30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5" name="Google Shape;29795;p30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6" name="Google Shape;29796;p30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7" name="Google Shape;29797;p30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8" name="Google Shape;29798;p30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9" name="Google Shape;29799;p30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0" name="Google Shape;29800;p30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1" name="Google Shape;29801;p30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2" name="Google Shape;29802;p30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3" name="Google Shape;29803;p30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804" name="Google Shape;29804;p30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5" name="Google Shape;29805;p30"/>
          <p:cNvSpPr/>
          <p:nvPr/>
        </p:nvSpPr>
        <p:spPr>
          <a:xfrm rot="4584702">
            <a:off x="1621719" y="1496020"/>
            <a:ext cx="5900563" cy="5900563"/>
          </a:xfrm>
          <a:prstGeom prst="chord">
            <a:avLst>
              <a:gd fmla="val 5379563" name="adj1"/>
              <a:gd fmla="val 17859353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806" name="Google Shape;29806;p30"/>
          <p:cNvGrpSpPr/>
          <p:nvPr/>
        </p:nvGrpSpPr>
        <p:grpSpPr>
          <a:xfrm>
            <a:off x="17" y="1877022"/>
            <a:ext cx="3128036" cy="3285612"/>
            <a:chOff x="4057300" y="1727225"/>
            <a:chExt cx="2554750" cy="2327250"/>
          </a:xfrm>
        </p:grpSpPr>
        <p:sp>
          <p:nvSpPr>
            <p:cNvPr id="29807" name="Google Shape;29807;p30"/>
            <p:cNvSpPr/>
            <p:nvPr/>
          </p:nvSpPr>
          <p:spPr>
            <a:xfrm>
              <a:off x="4057300" y="1793375"/>
              <a:ext cx="2538025" cy="2261100"/>
            </a:xfrm>
            <a:custGeom>
              <a:rect b="b" l="l" r="r" t="t"/>
              <a:pathLst>
                <a:path extrusionOk="0" h="90444" w="101521">
                  <a:moveTo>
                    <a:pt x="10054" y="0"/>
                  </a:moveTo>
                  <a:cubicBezTo>
                    <a:pt x="7811" y="0"/>
                    <a:pt x="5555" y="278"/>
                    <a:pt x="3545" y="949"/>
                  </a:cubicBezTo>
                  <a:cubicBezTo>
                    <a:pt x="2289" y="1367"/>
                    <a:pt x="1113" y="1626"/>
                    <a:pt x="0" y="1795"/>
                  </a:cubicBezTo>
                  <a:lnTo>
                    <a:pt x="0" y="90444"/>
                  </a:lnTo>
                  <a:lnTo>
                    <a:pt x="101521" y="90444"/>
                  </a:lnTo>
                  <a:cubicBezTo>
                    <a:pt x="92061" y="84128"/>
                    <a:pt x="79920" y="75541"/>
                    <a:pt x="70406" y="67212"/>
                  </a:cubicBezTo>
                  <a:cubicBezTo>
                    <a:pt x="52119" y="51214"/>
                    <a:pt x="24701" y="5518"/>
                    <a:pt x="22421" y="3229"/>
                  </a:cubicBezTo>
                  <a:cubicBezTo>
                    <a:pt x="20802" y="1617"/>
                    <a:pt x="15466" y="0"/>
                    <a:pt x="10054" y="0"/>
                  </a:cubicBez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8" name="Google Shape;29808;p30"/>
            <p:cNvSpPr/>
            <p:nvPr/>
          </p:nvSpPr>
          <p:spPr>
            <a:xfrm>
              <a:off x="4669700" y="3475225"/>
              <a:ext cx="666975" cy="579250"/>
            </a:xfrm>
            <a:custGeom>
              <a:rect b="b" l="l" r="r" t="t"/>
              <a:pathLst>
                <a:path extrusionOk="0" h="23170" w="26679">
                  <a:moveTo>
                    <a:pt x="935" y="1"/>
                  </a:moveTo>
                  <a:cubicBezTo>
                    <a:pt x="0" y="1"/>
                    <a:pt x="7973" y="9915"/>
                    <a:pt x="15143" y="17887"/>
                  </a:cubicBezTo>
                  <a:cubicBezTo>
                    <a:pt x="16791" y="19722"/>
                    <a:pt x="18083" y="21486"/>
                    <a:pt x="19170" y="23170"/>
                  </a:cubicBezTo>
                  <a:lnTo>
                    <a:pt x="26679" y="23170"/>
                  </a:lnTo>
                  <a:cubicBezTo>
                    <a:pt x="26581" y="23072"/>
                    <a:pt x="26483" y="22982"/>
                    <a:pt x="26394" y="22884"/>
                  </a:cubicBezTo>
                  <a:cubicBezTo>
                    <a:pt x="7402" y="2753"/>
                    <a:pt x="2379" y="473"/>
                    <a:pt x="1016" y="19"/>
                  </a:cubicBezTo>
                  <a:cubicBezTo>
                    <a:pt x="980" y="10"/>
                    <a:pt x="962" y="1"/>
                    <a:pt x="935" y="1"/>
                  </a:cubicBezTo>
                  <a:close/>
                </a:path>
              </a:pathLst>
            </a:custGeom>
            <a:solidFill>
              <a:srgbClr val="1A1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9" name="Google Shape;29809;p30"/>
            <p:cNvSpPr/>
            <p:nvPr/>
          </p:nvSpPr>
          <p:spPr>
            <a:xfrm>
              <a:off x="4057300" y="2613875"/>
              <a:ext cx="938225" cy="1440600"/>
            </a:xfrm>
            <a:custGeom>
              <a:rect b="b" l="l" r="r" t="t"/>
              <a:pathLst>
                <a:path extrusionOk="0" h="57624" w="37529">
                  <a:moveTo>
                    <a:pt x="0" y="39862"/>
                  </a:moveTo>
                  <a:lnTo>
                    <a:pt x="0" y="57624"/>
                  </a:lnTo>
                  <a:lnTo>
                    <a:pt x="7990" y="57624"/>
                  </a:lnTo>
                  <a:cubicBezTo>
                    <a:pt x="7028" y="55824"/>
                    <a:pt x="6146" y="53544"/>
                    <a:pt x="5131" y="49990"/>
                  </a:cubicBezTo>
                  <a:cubicBezTo>
                    <a:pt x="3563" y="44494"/>
                    <a:pt x="980" y="41697"/>
                    <a:pt x="0" y="39862"/>
                  </a:cubicBezTo>
                  <a:close/>
                  <a:moveTo>
                    <a:pt x="0" y="0"/>
                  </a:moveTo>
                  <a:lnTo>
                    <a:pt x="0" y="32246"/>
                  </a:lnTo>
                  <a:cubicBezTo>
                    <a:pt x="1309" y="34072"/>
                    <a:pt x="2788" y="36967"/>
                    <a:pt x="2726" y="38588"/>
                  </a:cubicBezTo>
                  <a:cubicBezTo>
                    <a:pt x="2601" y="41795"/>
                    <a:pt x="5594" y="43603"/>
                    <a:pt x="6048" y="46801"/>
                  </a:cubicBezTo>
                  <a:cubicBezTo>
                    <a:pt x="6503" y="49990"/>
                    <a:pt x="10155" y="52733"/>
                    <a:pt x="11527" y="55931"/>
                  </a:cubicBezTo>
                  <a:cubicBezTo>
                    <a:pt x="11749" y="56457"/>
                    <a:pt x="11945" y="57036"/>
                    <a:pt x="12088" y="57624"/>
                  </a:cubicBezTo>
                  <a:lnTo>
                    <a:pt x="37528" y="57624"/>
                  </a:lnTo>
                  <a:cubicBezTo>
                    <a:pt x="35301" y="52217"/>
                    <a:pt x="32575" y="45732"/>
                    <a:pt x="28923" y="42472"/>
                  </a:cubicBezTo>
                  <a:cubicBezTo>
                    <a:pt x="23534" y="37670"/>
                    <a:pt x="19241" y="32789"/>
                    <a:pt x="18644" y="24728"/>
                  </a:cubicBezTo>
                  <a:cubicBezTo>
                    <a:pt x="18056" y="16666"/>
                    <a:pt x="17005" y="6627"/>
                    <a:pt x="11981" y="2975"/>
                  </a:cubicBezTo>
                  <a:cubicBezTo>
                    <a:pt x="9255" y="989"/>
                    <a:pt x="4320" y="62"/>
                    <a:pt x="0" y="0"/>
                  </a:cubicBez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0" name="Google Shape;29810;p30"/>
            <p:cNvSpPr/>
            <p:nvPr/>
          </p:nvSpPr>
          <p:spPr>
            <a:xfrm>
              <a:off x="5759550" y="3420225"/>
              <a:ext cx="852500" cy="634250"/>
            </a:xfrm>
            <a:custGeom>
              <a:rect b="b" l="l" r="r" t="t"/>
              <a:pathLst>
                <a:path extrusionOk="0" h="25370" w="34100">
                  <a:moveTo>
                    <a:pt x="0" y="1"/>
                  </a:moveTo>
                  <a:cubicBezTo>
                    <a:pt x="784" y="758"/>
                    <a:pt x="1559" y="1470"/>
                    <a:pt x="2316" y="2138"/>
                  </a:cubicBezTo>
                  <a:cubicBezTo>
                    <a:pt x="5381" y="4820"/>
                    <a:pt x="8712" y="7528"/>
                    <a:pt x="12151" y="10173"/>
                  </a:cubicBezTo>
                  <a:cubicBezTo>
                    <a:pt x="9202" y="7875"/>
                    <a:pt x="4347" y="3991"/>
                    <a:pt x="0" y="1"/>
                  </a:cubicBezTo>
                  <a:close/>
                  <a:moveTo>
                    <a:pt x="15731" y="12908"/>
                  </a:moveTo>
                  <a:cubicBezTo>
                    <a:pt x="21851" y="17477"/>
                    <a:pt x="28069" y="21789"/>
                    <a:pt x="33431" y="25370"/>
                  </a:cubicBezTo>
                  <a:lnTo>
                    <a:pt x="34099" y="25370"/>
                  </a:lnTo>
                  <a:cubicBezTo>
                    <a:pt x="26750" y="20426"/>
                    <a:pt x="18751" y="15019"/>
                    <a:pt x="15731" y="12908"/>
                  </a:cubicBezTo>
                  <a:close/>
                </a:path>
              </a:pathLst>
            </a:custGeom>
            <a:solidFill>
              <a:srgbClr val="CB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1" name="Google Shape;29811;p30"/>
            <p:cNvSpPr/>
            <p:nvPr/>
          </p:nvSpPr>
          <p:spPr>
            <a:xfrm>
              <a:off x="5038250" y="2933425"/>
              <a:ext cx="1557075" cy="1121050"/>
            </a:xfrm>
            <a:custGeom>
              <a:rect b="b" l="l" r="r" t="t"/>
              <a:pathLst>
                <a:path extrusionOk="0" h="44842" w="62283">
                  <a:moveTo>
                    <a:pt x="1150" y="1"/>
                  </a:moveTo>
                  <a:cubicBezTo>
                    <a:pt x="677" y="1"/>
                    <a:pt x="285" y="72"/>
                    <a:pt x="0" y="205"/>
                  </a:cubicBezTo>
                  <a:cubicBezTo>
                    <a:pt x="0" y="205"/>
                    <a:pt x="2094" y="9826"/>
                    <a:pt x="5292" y="16667"/>
                  </a:cubicBezTo>
                  <a:cubicBezTo>
                    <a:pt x="8489" y="23517"/>
                    <a:pt x="20613" y="24425"/>
                    <a:pt x="25966" y="33333"/>
                  </a:cubicBezTo>
                  <a:cubicBezTo>
                    <a:pt x="28282" y="37199"/>
                    <a:pt x="31667" y="41278"/>
                    <a:pt x="35533" y="44842"/>
                  </a:cubicBezTo>
                  <a:lnTo>
                    <a:pt x="62283" y="44842"/>
                  </a:lnTo>
                  <a:cubicBezTo>
                    <a:pt x="56921" y="41261"/>
                    <a:pt x="50703" y="36949"/>
                    <a:pt x="44583" y="32380"/>
                  </a:cubicBezTo>
                  <a:cubicBezTo>
                    <a:pt x="44022" y="31979"/>
                    <a:pt x="43630" y="31694"/>
                    <a:pt x="43452" y="31560"/>
                  </a:cubicBezTo>
                  <a:cubicBezTo>
                    <a:pt x="43042" y="31240"/>
                    <a:pt x="42178" y="30571"/>
                    <a:pt x="41003" y="29645"/>
                  </a:cubicBezTo>
                  <a:cubicBezTo>
                    <a:pt x="37564" y="27000"/>
                    <a:pt x="34233" y="24292"/>
                    <a:pt x="31168" y="21610"/>
                  </a:cubicBezTo>
                  <a:cubicBezTo>
                    <a:pt x="30411" y="20942"/>
                    <a:pt x="29636" y="20230"/>
                    <a:pt x="28852" y="19473"/>
                  </a:cubicBezTo>
                  <a:cubicBezTo>
                    <a:pt x="26029" y="16889"/>
                    <a:pt x="23428" y="14253"/>
                    <a:pt x="21700" y="11981"/>
                  </a:cubicBezTo>
                  <a:cubicBezTo>
                    <a:pt x="16783" y="5505"/>
                    <a:pt x="5479" y="1"/>
                    <a:pt x="1150" y="1"/>
                  </a:cubicBez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2" name="Google Shape;29812;p30"/>
            <p:cNvSpPr/>
            <p:nvPr/>
          </p:nvSpPr>
          <p:spPr>
            <a:xfrm>
              <a:off x="4057300" y="1727225"/>
              <a:ext cx="1640575" cy="1748475"/>
            </a:xfrm>
            <a:custGeom>
              <a:rect b="b" l="l" r="r" t="t"/>
              <a:pathLst>
                <a:path extrusionOk="0" h="69939" w="65623">
                  <a:moveTo>
                    <a:pt x="13269" y="0"/>
                  </a:moveTo>
                  <a:cubicBezTo>
                    <a:pt x="9759" y="0"/>
                    <a:pt x="6250" y="3510"/>
                    <a:pt x="2744" y="3510"/>
                  </a:cubicBezTo>
                  <a:cubicBezTo>
                    <a:pt x="2019" y="3510"/>
                    <a:pt x="1295" y="3360"/>
                    <a:pt x="570" y="2998"/>
                  </a:cubicBezTo>
                  <a:cubicBezTo>
                    <a:pt x="383" y="2900"/>
                    <a:pt x="187" y="2811"/>
                    <a:pt x="0" y="2731"/>
                  </a:cubicBezTo>
                  <a:lnTo>
                    <a:pt x="0" y="62323"/>
                  </a:lnTo>
                  <a:cubicBezTo>
                    <a:pt x="1701" y="61815"/>
                    <a:pt x="3046" y="59891"/>
                    <a:pt x="3046" y="52587"/>
                  </a:cubicBezTo>
                  <a:cubicBezTo>
                    <a:pt x="3046" y="45972"/>
                    <a:pt x="6351" y="42667"/>
                    <a:pt x="8555" y="42667"/>
                  </a:cubicBezTo>
                  <a:cubicBezTo>
                    <a:pt x="9657" y="42667"/>
                    <a:pt x="10484" y="43494"/>
                    <a:pt x="10484" y="45149"/>
                  </a:cubicBezTo>
                  <a:cubicBezTo>
                    <a:pt x="10484" y="49194"/>
                    <a:pt x="12136" y="53244"/>
                    <a:pt x="14096" y="53244"/>
                  </a:cubicBezTo>
                  <a:cubicBezTo>
                    <a:pt x="14535" y="53244"/>
                    <a:pt x="14990" y="53040"/>
                    <a:pt x="15446" y="52587"/>
                  </a:cubicBezTo>
                  <a:cubicBezTo>
                    <a:pt x="16684" y="51344"/>
                    <a:pt x="17452" y="50104"/>
                    <a:pt x="18530" y="50104"/>
                  </a:cubicBezTo>
                  <a:cubicBezTo>
                    <a:pt x="19608" y="50104"/>
                    <a:pt x="20995" y="51344"/>
                    <a:pt x="23472" y="55063"/>
                  </a:cubicBezTo>
                  <a:cubicBezTo>
                    <a:pt x="28433" y="62501"/>
                    <a:pt x="38348" y="69939"/>
                    <a:pt x="40833" y="69939"/>
                  </a:cubicBezTo>
                  <a:cubicBezTo>
                    <a:pt x="43309" y="69939"/>
                    <a:pt x="35871" y="62501"/>
                    <a:pt x="35871" y="57539"/>
                  </a:cubicBezTo>
                  <a:cubicBezTo>
                    <a:pt x="35871" y="53914"/>
                    <a:pt x="39856" y="51611"/>
                    <a:pt x="42963" y="51611"/>
                  </a:cubicBezTo>
                  <a:cubicBezTo>
                    <a:pt x="44101" y="51611"/>
                    <a:pt x="45122" y="51920"/>
                    <a:pt x="45786" y="52587"/>
                  </a:cubicBezTo>
                  <a:cubicBezTo>
                    <a:pt x="47999" y="54792"/>
                    <a:pt x="58073" y="62895"/>
                    <a:pt x="62002" y="62895"/>
                  </a:cubicBezTo>
                  <a:cubicBezTo>
                    <a:pt x="62485" y="62895"/>
                    <a:pt x="62875" y="62772"/>
                    <a:pt x="63147" y="62501"/>
                  </a:cubicBezTo>
                  <a:cubicBezTo>
                    <a:pt x="65623" y="60024"/>
                    <a:pt x="40833" y="35226"/>
                    <a:pt x="35871" y="25311"/>
                  </a:cubicBezTo>
                  <a:cubicBezTo>
                    <a:pt x="30910" y="15388"/>
                    <a:pt x="20399" y="2998"/>
                    <a:pt x="15446" y="513"/>
                  </a:cubicBezTo>
                  <a:cubicBezTo>
                    <a:pt x="14720" y="150"/>
                    <a:pt x="13994" y="0"/>
                    <a:pt x="13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813" name="Google Shape;29813;p30"/>
          <p:cNvGrpSpPr/>
          <p:nvPr/>
        </p:nvGrpSpPr>
        <p:grpSpPr>
          <a:xfrm>
            <a:off x="5648263" y="1877196"/>
            <a:ext cx="3495807" cy="3285554"/>
            <a:chOff x="754100" y="1761375"/>
            <a:chExt cx="2813300" cy="2293100"/>
          </a:xfrm>
        </p:grpSpPr>
        <p:sp>
          <p:nvSpPr>
            <p:cNvPr id="29814" name="Google Shape;29814;p30"/>
            <p:cNvSpPr/>
            <p:nvPr/>
          </p:nvSpPr>
          <p:spPr>
            <a:xfrm>
              <a:off x="754100" y="1827550"/>
              <a:ext cx="2813300" cy="2226925"/>
            </a:xfrm>
            <a:custGeom>
              <a:rect b="b" l="l" r="r" t="t"/>
              <a:pathLst>
                <a:path extrusionOk="0" h="89077" w="112532">
                  <a:moveTo>
                    <a:pt x="112531" y="428"/>
                  </a:moveTo>
                  <a:cubicBezTo>
                    <a:pt x="107552" y="1185"/>
                    <a:pt x="103819" y="0"/>
                    <a:pt x="100087" y="1862"/>
                  </a:cubicBezTo>
                  <a:cubicBezTo>
                    <a:pt x="95517" y="4151"/>
                    <a:pt x="81808" y="20140"/>
                    <a:pt x="74949" y="26999"/>
                  </a:cubicBezTo>
                  <a:cubicBezTo>
                    <a:pt x="68091" y="33849"/>
                    <a:pt x="47532" y="54417"/>
                    <a:pt x="33823" y="65845"/>
                  </a:cubicBezTo>
                  <a:cubicBezTo>
                    <a:pt x="24576" y="73542"/>
                    <a:pt x="9095" y="82289"/>
                    <a:pt x="0" y="87161"/>
                  </a:cubicBezTo>
                  <a:lnTo>
                    <a:pt x="0" y="89077"/>
                  </a:lnTo>
                  <a:lnTo>
                    <a:pt x="112531" y="89077"/>
                  </a:lnTo>
                  <a:lnTo>
                    <a:pt x="112531" y="428"/>
                  </a:lnTo>
                  <a:close/>
                </a:path>
              </a:pathLst>
            </a:custGeom>
            <a:solidFill>
              <a:srgbClr val="2423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5" name="Google Shape;29815;p30"/>
            <p:cNvSpPr/>
            <p:nvPr/>
          </p:nvSpPr>
          <p:spPr>
            <a:xfrm>
              <a:off x="2716225" y="3470100"/>
              <a:ext cx="308025" cy="584375"/>
            </a:xfrm>
            <a:custGeom>
              <a:rect b="b" l="l" r="r" t="t"/>
              <a:pathLst>
                <a:path extrusionOk="0" h="23375" w="12321">
                  <a:moveTo>
                    <a:pt x="12151" y="1"/>
                  </a:moveTo>
                  <a:cubicBezTo>
                    <a:pt x="11447" y="1"/>
                    <a:pt x="8142" y="6610"/>
                    <a:pt x="8142" y="6610"/>
                  </a:cubicBezTo>
                  <a:cubicBezTo>
                    <a:pt x="8142" y="6610"/>
                    <a:pt x="4401" y="12846"/>
                    <a:pt x="2165" y="18404"/>
                  </a:cubicBezTo>
                  <a:cubicBezTo>
                    <a:pt x="1310" y="20533"/>
                    <a:pt x="722" y="22029"/>
                    <a:pt x="1" y="23375"/>
                  </a:cubicBezTo>
                  <a:lnTo>
                    <a:pt x="5613" y="23375"/>
                  </a:lnTo>
                  <a:cubicBezTo>
                    <a:pt x="7198" y="20480"/>
                    <a:pt x="8419" y="17335"/>
                    <a:pt x="9051" y="14378"/>
                  </a:cubicBezTo>
                  <a:cubicBezTo>
                    <a:pt x="10423" y="7982"/>
                    <a:pt x="11795" y="3876"/>
                    <a:pt x="12249" y="678"/>
                  </a:cubicBezTo>
                  <a:cubicBezTo>
                    <a:pt x="12320" y="206"/>
                    <a:pt x="12276" y="1"/>
                    <a:pt x="12151" y="1"/>
                  </a:cubicBezTo>
                  <a:close/>
                </a:path>
              </a:pathLst>
            </a:custGeom>
            <a:solidFill>
              <a:srgbClr val="1A1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6" name="Google Shape;29816;p30"/>
            <p:cNvSpPr/>
            <p:nvPr/>
          </p:nvSpPr>
          <p:spPr>
            <a:xfrm>
              <a:off x="2276200" y="3273475"/>
              <a:ext cx="325375" cy="493275"/>
            </a:xfrm>
            <a:custGeom>
              <a:rect b="b" l="l" r="r" t="t"/>
              <a:pathLst>
                <a:path extrusionOk="0" h="19731" w="13015">
                  <a:moveTo>
                    <a:pt x="10832" y="0"/>
                  </a:moveTo>
                  <a:cubicBezTo>
                    <a:pt x="10511" y="0"/>
                    <a:pt x="10244" y="90"/>
                    <a:pt x="10137" y="232"/>
                  </a:cubicBezTo>
                  <a:cubicBezTo>
                    <a:pt x="10137" y="232"/>
                    <a:pt x="8854" y="784"/>
                    <a:pt x="8391" y="2156"/>
                  </a:cubicBezTo>
                  <a:cubicBezTo>
                    <a:pt x="7937" y="3528"/>
                    <a:pt x="6111" y="8543"/>
                    <a:pt x="3831" y="11741"/>
                  </a:cubicBezTo>
                  <a:cubicBezTo>
                    <a:pt x="1550" y="14939"/>
                    <a:pt x="463" y="15357"/>
                    <a:pt x="89" y="18573"/>
                  </a:cubicBezTo>
                  <a:cubicBezTo>
                    <a:pt x="0" y="19383"/>
                    <a:pt x="72" y="19731"/>
                    <a:pt x="321" y="19731"/>
                  </a:cubicBezTo>
                  <a:cubicBezTo>
                    <a:pt x="1060" y="19731"/>
                    <a:pt x="3278" y="16747"/>
                    <a:pt x="7028" y="14021"/>
                  </a:cubicBezTo>
                  <a:cubicBezTo>
                    <a:pt x="12043" y="10369"/>
                    <a:pt x="10306" y="6521"/>
                    <a:pt x="11865" y="3198"/>
                  </a:cubicBezTo>
                  <a:cubicBezTo>
                    <a:pt x="13014" y="740"/>
                    <a:pt x="11732" y="0"/>
                    <a:pt x="10832" y="0"/>
                  </a:cubicBezTo>
                  <a:close/>
                </a:path>
              </a:pathLst>
            </a:custGeom>
            <a:solidFill>
              <a:srgbClr val="1A1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7" name="Google Shape;29817;p30"/>
            <p:cNvSpPr/>
            <p:nvPr/>
          </p:nvSpPr>
          <p:spPr>
            <a:xfrm>
              <a:off x="754100" y="3297300"/>
              <a:ext cx="1047775" cy="709300"/>
            </a:xfrm>
            <a:custGeom>
              <a:rect b="b" l="l" r="r" t="t"/>
              <a:pathLst>
                <a:path extrusionOk="0" h="28372" w="41911">
                  <a:moveTo>
                    <a:pt x="41911" y="1"/>
                  </a:moveTo>
                  <a:lnTo>
                    <a:pt x="41911" y="1"/>
                  </a:lnTo>
                  <a:cubicBezTo>
                    <a:pt x="38437" y="2726"/>
                    <a:pt x="35275" y="5381"/>
                    <a:pt x="33671" y="7136"/>
                  </a:cubicBezTo>
                  <a:cubicBezTo>
                    <a:pt x="33627" y="7189"/>
                    <a:pt x="33573" y="7251"/>
                    <a:pt x="33520" y="7305"/>
                  </a:cubicBezTo>
                  <a:cubicBezTo>
                    <a:pt x="33618" y="7216"/>
                    <a:pt x="33725" y="7136"/>
                    <a:pt x="33823" y="7055"/>
                  </a:cubicBezTo>
                  <a:cubicBezTo>
                    <a:pt x="36326" y="4962"/>
                    <a:pt x="39069" y="2566"/>
                    <a:pt x="41911" y="1"/>
                  </a:cubicBezTo>
                  <a:close/>
                  <a:moveTo>
                    <a:pt x="16016" y="19286"/>
                  </a:moveTo>
                  <a:cubicBezTo>
                    <a:pt x="11518" y="21967"/>
                    <a:pt x="7830" y="24033"/>
                    <a:pt x="7313" y="24354"/>
                  </a:cubicBezTo>
                  <a:cubicBezTo>
                    <a:pt x="10075" y="22804"/>
                    <a:pt x="13041" y="21085"/>
                    <a:pt x="16016" y="19286"/>
                  </a:cubicBezTo>
                  <a:close/>
                  <a:moveTo>
                    <a:pt x="6779" y="24657"/>
                  </a:moveTo>
                  <a:cubicBezTo>
                    <a:pt x="5683" y="25254"/>
                    <a:pt x="3127" y="26590"/>
                    <a:pt x="0" y="28211"/>
                  </a:cubicBezTo>
                  <a:lnTo>
                    <a:pt x="0" y="28371"/>
                  </a:lnTo>
                  <a:cubicBezTo>
                    <a:pt x="1995" y="27302"/>
                    <a:pt x="4303" y="26046"/>
                    <a:pt x="6779" y="24657"/>
                  </a:cubicBezTo>
                  <a:close/>
                </a:path>
              </a:pathLst>
            </a:custGeom>
            <a:solidFill>
              <a:srgbClr val="CB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8" name="Google Shape;29818;p30"/>
            <p:cNvSpPr/>
            <p:nvPr/>
          </p:nvSpPr>
          <p:spPr>
            <a:xfrm>
              <a:off x="754100" y="3029850"/>
              <a:ext cx="1527675" cy="1024625"/>
            </a:xfrm>
            <a:custGeom>
              <a:rect b="b" l="l" r="r" t="t"/>
              <a:pathLst>
                <a:path extrusionOk="0" h="40985" w="61107">
                  <a:moveTo>
                    <a:pt x="56635" y="1"/>
                  </a:moveTo>
                  <a:cubicBezTo>
                    <a:pt x="56591" y="1"/>
                    <a:pt x="56537" y="9"/>
                    <a:pt x="56502" y="27"/>
                  </a:cubicBezTo>
                  <a:cubicBezTo>
                    <a:pt x="55905" y="330"/>
                    <a:pt x="48369" y="5639"/>
                    <a:pt x="41911" y="10699"/>
                  </a:cubicBezTo>
                  <a:cubicBezTo>
                    <a:pt x="39069" y="13264"/>
                    <a:pt x="36326" y="15660"/>
                    <a:pt x="33823" y="17753"/>
                  </a:cubicBezTo>
                  <a:cubicBezTo>
                    <a:pt x="33725" y="17834"/>
                    <a:pt x="33618" y="17914"/>
                    <a:pt x="33520" y="18003"/>
                  </a:cubicBezTo>
                  <a:cubicBezTo>
                    <a:pt x="30652" y="21014"/>
                    <a:pt x="22492" y="26127"/>
                    <a:pt x="16016" y="29984"/>
                  </a:cubicBezTo>
                  <a:cubicBezTo>
                    <a:pt x="13041" y="31783"/>
                    <a:pt x="10075" y="33502"/>
                    <a:pt x="7313" y="35052"/>
                  </a:cubicBezTo>
                  <a:cubicBezTo>
                    <a:pt x="7233" y="35105"/>
                    <a:pt x="7055" y="35203"/>
                    <a:pt x="6779" y="35355"/>
                  </a:cubicBezTo>
                  <a:cubicBezTo>
                    <a:pt x="4303" y="36744"/>
                    <a:pt x="1995" y="38000"/>
                    <a:pt x="0" y="39069"/>
                  </a:cubicBezTo>
                  <a:lnTo>
                    <a:pt x="0" y="40985"/>
                  </a:lnTo>
                  <a:lnTo>
                    <a:pt x="24906" y="40985"/>
                  </a:lnTo>
                  <a:cubicBezTo>
                    <a:pt x="24995" y="40887"/>
                    <a:pt x="25093" y="40797"/>
                    <a:pt x="25182" y="40699"/>
                  </a:cubicBezTo>
                  <a:cubicBezTo>
                    <a:pt x="44173" y="20568"/>
                    <a:pt x="49197" y="18288"/>
                    <a:pt x="50560" y="17834"/>
                  </a:cubicBezTo>
                  <a:cubicBezTo>
                    <a:pt x="50596" y="17825"/>
                    <a:pt x="50623" y="17816"/>
                    <a:pt x="50640" y="17816"/>
                  </a:cubicBezTo>
                  <a:cubicBezTo>
                    <a:pt x="51576" y="17816"/>
                    <a:pt x="43603" y="27730"/>
                    <a:pt x="36433" y="35702"/>
                  </a:cubicBezTo>
                  <a:cubicBezTo>
                    <a:pt x="34785" y="37537"/>
                    <a:pt x="33493" y="39301"/>
                    <a:pt x="32406" y="40985"/>
                  </a:cubicBezTo>
                  <a:lnTo>
                    <a:pt x="45750" y="40985"/>
                  </a:lnTo>
                  <a:cubicBezTo>
                    <a:pt x="47309" y="38517"/>
                    <a:pt x="49278" y="35622"/>
                    <a:pt x="51959" y="32023"/>
                  </a:cubicBezTo>
                  <a:cubicBezTo>
                    <a:pt x="61107" y="19740"/>
                    <a:pt x="56502" y="16008"/>
                    <a:pt x="58132" y="9977"/>
                  </a:cubicBezTo>
                  <a:cubicBezTo>
                    <a:pt x="59682" y="4241"/>
                    <a:pt x="57624" y="1"/>
                    <a:pt x="56635" y="1"/>
                  </a:cubicBez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9" name="Google Shape;29819;p30"/>
            <p:cNvSpPr/>
            <p:nvPr/>
          </p:nvSpPr>
          <p:spPr>
            <a:xfrm>
              <a:off x="1376750" y="3475225"/>
              <a:ext cx="666750" cy="579250"/>
            </a:xfrm>
            <a:custGeom>
              <a:rect b="b" l="l" r="r" t="t"/>
              <a:pathLst>
                <a:path extrusionOk="0" h="23170" w="26670">
                  <a:moveTo>
                    <a:pt x="25734" y="1"/>
                  </a:moveTo>
                  <a:cubicBezTo>
                    <a:pt x="25717" y="1"/>
                    <a:pt x="25690" y="10"/>
                    <a:pt x="25654" y="19"/>
                  </a:cubicBezTo>
                  <a:cubicBezTo>
                    <a:pt x="24291" y="473"/>
                    <a:pt x="19267" y="2753"/>
                    <a:pt x="276" y="22884"/>
                  </a:cubicBezTo>
                  <a:cubicBezTo>
                    <a:pt x="187" y="22982"/>
                    <a:pt x="89" y="23072"/>
                    <a:pt x="0" y="23170"/>
                  </a:cubicBezTo>
                  <a:lnTo>
                    <a:pt x="7500" y="23170"/>
                  </a:lnTo>
                  <a:cubicBezTo>
                    <a:pt x="8587" y="21486"/>
                    <a:pt x="9879" y="19722"/>
                    <a:pt x="11527" y="17887"/>
                  </a:cubicBezTo>
                  <a:cubicBezTo>
                    <a:pt x="18697" y="9915"/>
                    <a:pt x="26670" y="1"/>
                    <a:pt x="25734" y="1"/>
                  </a:cubicBezTo>
                  <a:close/>
                </a:path>
              </a:pathLst>
            </a:custGeom>
            <a:solidFill>
              <a:srgbClr val="191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0" name="Google Shape;29820;p30"/>
            <p:cNvSpPr/>
            <p:nvPr/>
          </p:nvSpPr>
          <p:spPr>
            <a:xfrm>
              <a:off x="3202600" y="2613875"/>
              <a:ext cx="364800" cy="1440600"/>
            </a:xfrm>
            <a:custGeom>
              <a:rect b="b" l="l" r="r" t="t"/>
              <a:pathLst>
                <a:path extrusionOk="0" h="57624" w="14592">
                  <a:moveTo>
                    <a:pt x="14128" y="0"/>
                  </a:moveTo>
                  <a:cubicBezTo>
                    <a:pt x="10681" y="0"/>
                    <a:pt x="7697" y="552"/>
                    <a:pt x="6636" y="1568"/>
                  </a:cubicBezTo>
                  <a:cubicBezTo>
                    <a:pt x="6636" y="1568"/>
                    <a:pt x="4240" y="7099"/>
                    <a:pt x="5140" y="11651"/>
                  </a:cubicBezTo>
                  <a:cubicBezTo>
                    <a:pt x="6031" y="16212"/>
                    <a:pt x="4000" y="18341"/>
                    <a:pt x="4107" y="28237"/>
                  </a:cubicBezTo>
                  <a:cubicBezTo>
                    <a:pt x="4205" y="38125"/>
                    <a:pt x="5737" y="39960"/>
                    <a:pt x="3608" y="49313"/>
                  </a:cubicBezTo>
                  <a:cubicBezTo>
                    <a:pt x="2797" y="52849"/>
                    <a:pt x="1381" y="55379"/>
                    <a:pt x="0" y="57624"/>
                  </a:cubicBezTo>
                  <a:lnTo>
                    <a:pt x="14591" y="57624"/>
                  </a:lnTo>
                  <a:lnTo>
                    <a:pt x="14591" y="39862"/>
                  </a:lnTo>
                  <a:cubicBezTo>
                    <a:pt x="14431" y="39568"/>
                    <a:pt x="14315" y="39292"/>
                    <a:pt x="14253" y="39033"/>
                  </a:cubicBezTo>
                  <a:cubicBezTo>
                    <a:pt x="13789" y="37207"/>
                    <a:pt x="12881" y="32192"/>
                    <a:pt x="12881" y="32192"/>
                  </a:cubicBezTo>
                  <a:cubicBezTo>
                    <a:pt x="12569" y="31061"/>
                    <a:pt x="12631" y="30607"/>
                    <a:pt x="12908" y="30607"/>
                  </a:cubicBezTo>
                  <a:cubicBezTo>
                    <a:pt x="13246" y="30607"/>
                    <a:pt x="13896" y="31275"/>
                    <a:pt x="14591" y="32246"/>
                  </a:cubicBezTo>
                  <a:lnTo>
                    <a:pt x="14591" y="0"/>
                  </a:lnTo>
                  <a:close/>
                </a:path>
              </a:pathLst>
            </a:custGeom>
            <a:solidFill>
              <a:srgbClr val="2020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1" name="Google Shape;29821;p30"/>
            <p:cNvSpPr/>
            <p:nvPr/>
          </p:nvSpPr>
          <p:spPr>
            <a:xfrm>
              <a:off x="3516825" y="3379025"/>
              <a:ext cx="50575" cy="231400"/>
            </a:xfrm>
            <a:custGeom>
              <a:rect b="b" l="l" r="r" t="t"/>
              <a:pathLst>
                <a:path extrusionOk="0" h="9256" w="2023">
                  <a:moveTo>
                    <a:pt x="339" y="1"/>
                  </a:moveTo>
                  <a:cubicBezTo>
                    <a:pt x="62" y="1"/>
                    <a:pt x="0" y="455"/>
                    <a:pt x="312" y="1586"/>
                  </a:cubicBezTo>
                  <a:cubicBezTo>
                    <a:pt x="312" y="1586"/>
                    <a:pt x="1220" y="6601"/>
                    <a:pt x="1684" y="8427"/>
                  </a:cubicBezTo>
                  <a:cubicBezTo>
                    <a:pt x="1746" y="8686"/>
                    <a:pt x="1862" y="8962"/>
                    <a:pt x="2022" y="9256"/>
                  </a:cubicBezTo>
                  <a:lnTo>
                    <a:pt x="2022" y="1640"/>
                  </a:lnTo>
                  <a:cubicBezTo>
                    <a:pt x="1327" y="669"/>
                    <a:pt x="677" y="1"/>
                    <a:pt x="339" y="1"/>
                  </a:cubicBezTo>
                  <a:close/>
                </a:path>
              </a:pathLst>
            </a:custGeom>
            <a:solidFill>
              <a:srgbClr val="191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2" name="Google Shape;29822;p30"/>
            <p:cNvSpPr/>
            <p:nvPr/>
          </p:nvSpPr>
          <p:spPr>
            <a:xfrm>
              <a:off x="1845950" y="1761375"/>
              <a:ext cx="1721450" cy="1606825"/>
            </a:xfrm>
            <a:custGeom>
              <a:rect b="b" l="l" r="r" t="t"/>
              <a:pathLst>
                <a:path extrusionOk="0" h="64273" w="68858">
                  <a:moveTo>
                    <a:pt x="62334" y="0"/>
                  </a:moveTo>
                  <a:cubicBezTo>
                    <a:pt x="58725" y="0"/>
                    <a:pt x="54970" y="1204"/>
                    <a:pt x="52066" y="4108"/>
                  </a:cubicBezTo>
                  <a:cubicBezTo>
                    <a:pt x="47113" y="9070"/>
                    <a:pt x="37190" y="21460"/>
                    <a:pt x="29752" y="28907"/>
                  </a:cubicBezTo>
                  <a:lnTo>
                    <a:pt x="2477" y="56173"/>
                  </a:lnTo>
                  <a:cubicBezTo>
                    <a:pt x="2477" y="56173"/>
                    <a:pt x="1" y="58658"/>
                    <a:pt x="1" y="61135"/>
                  </a:cubicBezTo>
                  <a:cubicBezTo>
                    <a:pt x="1" y="61358"/>
                    <a:pt x="121" y="61460"/>
                    <a:pt x="342" y="61460"/>
                  </a:cubicBezTo>
                  <a:cubicBezTo>
                    <a:pt x="2579" y="61460"/>
                    <a:pt x="15099" y="50997"/>
                    <a:pt x="17353" y="48735"/>
                  </a:cubicBezTo>
                  <a:cubicBezTo>
                    <a:pt x="18788" y="47306"/>
                    <a:pt x="22699" y="45876"/>
                    <a:pt x="25749" y="45876"/>
                  </a:cubicBezTo>
                  <a:cubicBezTo>
                    <a:pt x="27981" y="45876"/>
                    <a:pt x="29752" y="46642"/>
                    <a:pt x="29752" y="48735"/>
                  </a:cubicBezTo>
                  <a:cubicBezTo>
                    <a:pt x="29752" y="53697"/>
                    <a:pt x="34714" y="51221"/>
                    <a:pt x="34714" y="56173"/>
                  </a:cubicBezTo>
                  <a:cubicBezTo>
                    <a:pt x="34714" y="60223"/>
                    <a:pt x="36364" y="64273"/>
                    <a:pt x="38322" y="64273"/>
                  </a:cubicBezTo>
                  <a:cubicBezTo>
                    <a:pt x="38762" y="64273"/>
                    <a:pt x="39219" y="64068"/>
                    <a:pt x="39675" y="63611"/>
                  </a:cubicBezTo>
                  <a:cubicBezTo>
                    <a:pt x="42152" y="61135"/>
                    <a:pt x="52066" y="43783"/>
                    <a:pt x="57028" y="41297"/>
                  </a:cubicBezTo>
                  <a:cubicBezTo>
                    <a:pt x="58268" y="40678"/>
                    <a:pt x="59353" y="40369"/>
                    <a:pt x="60282" y="40369"/>
                  </a:cubicBezTo>
                  <a:cubicBezTo>
                    <a:pt x="63072" y="40369"/>
                    <a:pt x="64466" y="43156"/>
                    <a:pt x="64466" y="48735"/>
                  </a:cubicBezTo>
                  <a:cubicBezTo>
                    <a:pt x="64466" y="56173"/>
                    <a:pt x="64466" y="61135"/>
                    <a:pt x="66942" y="61135"/>
                  </a:cubicBezTo>
                  <a:cubicBezTo>
                    <a:pt x="67601" y="61135"/>
                    <a:pt x="68251" y="61135"/>
                    <a:pt x="68857" y="60957"/>
                  </a:cubicBezTo>
                  <a:lnTo>
                    <a:pt x="68857" y="1365"/>
                  </a:lnTo>
                  <a:cubicBezTo>
                    <a:pt x="66921" y="499"/>
                    <a:pt x="64658" y="0"/>
                    <a:pt x="62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10_1_1_1_1_1_1">
    <p:spTree>
      <p:nvGrpSpPr>
        <p:cNvPr id="29823" name="Shape 29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824" name="Google Shape;29824;p31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29825" name="Google Shape;29825;p31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6" name="Google Shape;29826;p31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7" name="Google Shape;29827;p31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8" name="Google Shape;29828;p31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9" name="Google Shape;29829;p31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0" name="Google Shape;29830;p31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1" name="Google Shape;29831;p31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2" name="Google Shape;29832;p31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3" name="Google Shape;29833;p31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4" name="Google Shape;29834;p31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5" name="Google Shape;29835;p31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6" name="Google Shape;29836;p31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7" name="Google Shape;29837;p31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8" name="Google Shape;29838;p31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9" name="Google Shape;29839;p31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0" name="Google Shape;29840;p31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1" name="Google Shape;29841;p31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2" name="Google Shape;29842;p31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3" name="Google Shape;29843;p31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4" name="Google Shape;29844;p31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5" name="Google Shape;29845;p31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6" name="Google Shape;29846;p31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7" name="Google Shape;29847;p31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8" name="Google Shape;29848;p31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9" name="Google Shape;29849;p31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0" name="Google Shape;29850;p31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1" name="Google Shape;29851;p31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2" name="Google Shape;29852;p31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3" name="Google Shape;29853;p31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4" name="Google Shape;29854;p31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5" name="Google Shape;29855;p31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6" name="Google Shape;29856;p31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7" name="Google Shape;29857;p31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8" name="Google Shape;29858;p31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9" name="Google Shape;29859;p31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0" name="Google Shape;29860;p31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1" name="Google Shape;29861;p31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2" name="Google Shape;29862;p31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3" name="Google Shape;29863;p31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4" name="Google Shape;29864;p31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5" name="Google Shape;29865;p31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6" name="Google Shape;29866;p31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7" name="Google Shape;29867;p31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8" name="Google Shape;29868;p31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9" name="Google Shape;29869;p31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0" name="Google Shape;29870;p31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1" name="Google Shape;29871;p31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2" name="Google Shape;29872;p31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3" name="Google Shape;29873;p31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4" name="Google Shape;29874;p31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5" name="Google Shape;29875;p31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6" name="Google Shape;29876;p31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7" name="Google Shape;29877;p31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8" name="Google Shape;29878;p31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9" name="Google Shape;29879;p31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0" name="Google Shape;29880;p31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1" name="Google Shape;29881;p31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2" name="Google Shape;29882;p31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3" name="Google Shape;29883;p31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4" name="Google Shape;29884;p31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5" name="Google Shape;29885;p31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6" name="Google Shape;29886;p31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7" name="Google Shape;29887;p31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8" name="Google Shape;29888;p31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9" name="Google Shape;29889;p31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0" name="Google Shape;29890;p31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1" name="Google Shape;29891;p31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2" name="Google Shape;29892;p31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3" name="Google Shape;29893;p31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4" name="Google Shape;29894;p31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5" name="Google Shape;29895;p31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6" name="Google Shape;29896;p31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7" name="Google Shape;29897;p31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8" name="Google Shape;29898;p31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9" name="Google Shape;29899;p31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0" name="Google Shape;29900;p31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1" name="Google Shape;29901;p31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2" name="Google Shape;29902;p31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3" name="Google Shape;29903;p31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4" name="Google Shape;29904;p31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5" name="Google Shape;29905;p31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6" name="Google Shape;29906;p31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7" name="Google Shape;29907;p31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8" name="Google Shape;29908;p31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9" name="Google Shape;29909;p31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0" name="Google Shape;29910;p31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1" name="Google Shape;29911;p31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2" name="Google Shape;29912;p31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3" name="Google Shape;29913;p31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4" name="Google Shape;29914;p31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5" name="Google Shape;29915;p31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6" name="Google Shape;29916;p31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7" name="Google Shape;29917;p31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8" name="Google Shape;29918;p31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9" name="Google Shape;29919;p31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0" name="Google Shape;29920;p31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1" name="Google Shape;29921;p31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2" name="Google Shape;29922;p31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3" name="Google Shape;29923;p31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4" name="Google Shape;29924;p31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5" name="Google Shape;29925;p31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6" name="Google Shape;29926;p31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7" name="Google Shape;29927;p31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8" name="Google Shape;29928;p31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9" name="Google Shape;29929;p31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0" name="Google Shape;29930;p31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1" name="Google Shape;29931;p31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2" name="Google Shape;29932;p31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3" name="Google Shape;29933;p31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4" name="Google Shape;29934;p31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5" name="Google Shape;29935;p31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6" name="Google Shape;29936;p31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7" name="Google Shape;29937;p31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8" name="Google Shape;29938;p31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9" name="Google Shape;29939;p31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0" name="Google Shape;29940;p31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1" name="Google Shape;29941;p31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2" name="Google Shape;29942;p31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3" name="Google Shape;29943;p31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4" name="Google Shape;29944;p31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5" name="Google Shape;29945;p31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6" name="Google Shape;29946;p31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7" name="Google Shape;29947;p31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8" name="Google Shape;29948;p31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9" name="Google Shape;29949;p31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0" name="Google Shape;29950;p31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1" name="Google Shape;29951;p31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2" name="Google Shape;29952;p31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3" name="Google Shape;29953;p31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4" name="Google Shape;29954;p31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5" name="Google Shape;29955;p31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6" name="Google Shape;29956;p31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7" name="Google Shape;29957;p31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8" name="Google Shape;29958;p31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9" name="Google Shape;29959;p31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0" name="Google Shape;29960;p31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1" name="Google Shape;29961;p31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2" name="Google Shape;29962;p31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3" name="Google Shape;29963;p31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4" name="Google Shape;29964;p31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5" name="Google Shape;29965;p31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6" name="Google Shape;29966;p31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7" name="Google Shape;29967;p31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8" name="Google Shape;29968;p31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9" name="Google Shape;29969;p31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0" name="Google Shape;29970;p31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1" name="Google Shape;29971;p31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2" name="Google Shape;29972;p31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3" name="Google Shape;29973;p31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4" name="Google Shape;29974;p31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5" name="Google Shape;29975;p31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6" name="Google Shape;29976;p31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7" name="Google Shape;29977;p31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8" name="Google Shape;29978;p31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9" name="Google Shape;29979;p31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0" name="Google Shape;29980;p31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1" name="Google Shape;29981;p31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2" name="Google Shape;29982;p31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3" name="Google Shape;29983;p31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4" name="Google Shape;29984;p31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5" name="Google Shape;29985;p31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6" name="Google Shape;29986;p31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7" name="Google Shape;29987;p31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8" name="Google Shape;29988;p31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9" name="Google Shape;29989;p31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0" name="Google Shape;29990;p31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1" name="Google Shape;29991;p31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2" name="Google Shape;29992;p31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3" name="Google Shape;29993;p31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4" name="Google Shape;29994;p31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5" name="Google Shape;29995;p31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6" name="Google Shape;29996;p31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7" name="Google Shape;29997;p31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8" name="Google Shape;29998;p31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9" name="Google Shape;29999;p31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0" name="Google Shape;30000;p31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1" name="Google Shape;30001;p31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2" name="Google Shape;30002;p31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3" name="Google Shape;30003;p31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4" name="Google Shape;30004;p31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5" name="Google Shape;30005;p31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6" name="Google Shape;30006;p31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7" name="Google Shape;30007;p31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8" name="Google Shape;30008;p31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9" name="Google Shape;30009;p31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0" name="Google Shape;30010;p31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1" name="Google Shape;30011;p31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2" name="Google Shape;30012;p31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3" name="Google Shape;30013;p31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4" name="Google Shape;30014;p31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5" name="Google Shape;30015;p31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6" name="Google Shape;30016;p31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7" name="Google Shape;30017;p31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8" name="Google Shape;30018;p31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9" name="Google Shape;30019;p31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0" name="Google Shape;30020;p31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1" name="Google Shape;30021;p31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2" name="Google Shape;30022;p31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3" name="Google Shape;30023;p31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4" name="Google Shape;30024;p31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5" name="Google Shape;30025;p31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6" name="Google Shape;30026;p31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7" name="Google Shape;30027;p31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8" name="Google Shape;30028;p31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9" name="Google Shape;30029;p31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0" name="Google Shape;30030;p31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1" name="Google Shape;30031;p31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2" name="Google Shape;30032;p31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3" name="Google Shape;30033;p31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4" name="Google Shape;30034;p31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5" name="Google Shape;30035;p31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6" name="Google Shape;30036;p31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7" name="Google Shape;30037;p31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8" name="Google Shape;30038;p31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9" name="Google Shape;30039;p31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0" name="Google Shape;30040;p31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1" name="Google Shape;30041;p31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2" name="Google Shape;30042;p31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3" name="Google Shape;30043;p31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4" name="Google Shape;30044;p31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5" name="Google Shape;30045;p31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6" name="Google Shape;30046;p31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7" name="Google Shape;30047;p31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8" name="Google Shape;30048;p31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9" name="Google Shape;30049;p31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0" name="Google Shape;30050;p31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1" name="Google Shape;30051;p31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2" name="Google Shape;30052;p31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3" name="Google Shape;30053;p31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4" name="Google Shape;30054;p31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5" name="Google Shape;30055;p31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6" name="Google Shape;30056;p31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7" name="Google Shape;30057;p31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8" name="Google Shape;30058;p31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9" name="Google Shape;30059;p31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0" name="Google Shape;30060;p31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1" name="Google Shape;30061;p31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2" name="Google Shape;30062;p31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3" name="Google Shape;30063;p31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4" name="Google Shape;30064;p31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5" name="Google Shape;30065;p31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6" name="Google Shape;30066;p31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7" name="Google Shape;30067;p31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8" name="Google Shape;30068;p31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9" name="Google Shape;30069;p31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0" name="Google Shape;30070;p31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1" name="Google Shape;30071;p31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2" name="Google Shape;30072;p31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3" name="Google Shape;30073;p31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4" name="Google Shape;30074;p31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5" name="Google Shape;30075;p31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6" name="Google Shape;30076;p31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7" name="Google Shape;30077;p31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8" name="Google Shape;30078;p31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9" name="Google Shape;30079;p31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0" name="Google Shape;30080;p31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1" name="Google Shape;30081;p31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2" name="Google Shape;30082;p31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3" name="Google Shape;30083;p31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4" name="Google Shape;30084;p31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5" name="Google Shape;30085;p31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6" name="Google Shape;30086;p31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7" name="Google Shape;30087;p31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8" name="Google Shape;30088;p31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9" name="Google Shape;30089;p31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0" name="Google Shape;30090;p31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1" name="Google Shape;30091;p31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2" name="Google Shape;30092;p31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3" name="Google Shape;30093;p31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4" name="Google Shape;30094;p31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5" name="Google Shape;30095;p31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6" name="Google Shape;30096;p31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7" name="Google Shape;30097;p31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8" name="Google Shape;30098;p31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9" name="Google Shape;30099;p31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0" name="Google Shape;30100;p31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1" name="Google Shape;30101;p31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2" name="Google Shape;30102;p31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3" name="Google Shape;30103;p31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4" name="Google Shape;30104;p31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5" name="Google Shape;30105;p31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6" name="Google Shape;30106;p31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7" name="Google Shape;30107;p31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8" name="Google Shape;30108;p31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9" name="Google Shape;30109;p31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0" name="Google Shape;30110;p31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1" name="Google Shape;30111;p31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2" name="Google Shape;30112;p31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3" name="Google Shape;30113;p31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4" name="Google Shape;30114;p31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5" name="Google Shape;30115;p31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6" name="Google Shape;30116;p31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7" name="Google Shape;30117;p31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8" name="Google Shape;30118;p31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9" name="Google Shape;30119;p31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0" name="Google Shape;30120;p31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1" name="Google Shape;30121;p31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2" name="Google Shape;30122;p31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3" name="Google Shape;30123;p31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4" name="Google Shape;30124;p31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5" name="Google Shape;30125;p31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6" name="Google Shape;30126;p31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7" name="Google Shape;30127;p31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8" name="Google Shape;30128;p31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9" name="Google Shape;30129;p31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0" name="Google Shape;30130;p31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1" name="Google Shape;30131;p31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2" name="Google Shape;30132;p31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3" name="Google Shape;30133;p31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4" name="Google Shape;30134;p31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5" name="Google Shape;30135;p31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6" name="Google Shape;30136;p31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7" name="Google Shape;30137;p31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8" name="Google Shape;30138;p31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9" name="Google Shape;30139;p31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0" name="Google Shape;30140;p31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1" name="Google Shape;30141;p31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2" name="Google Shape;30142;p31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3" name="Google Shape;30143;p31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4" name="Google Shape;30144;p31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5" name="Google Shape;30145;p31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6" name="Google Shape;30146;p31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7" name="Google Shape;30147;p31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8" name="Google Shape;30148;p31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9" name="Google Shape;30149;p31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0" name="Google Shape;30150;p31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1" name="Google Shape;30151;p31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2" name="Google Shape;30152;p31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3" name="Google Shape;30153;p31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4" name="Google Shape;30154;p31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5" name="Google Shape;30155;p31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6" name="Google Shape;30156;p31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7" name="Google Shape;30157;p31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8" name="Google Shape;30158;p31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9" name="Google Shape;30159;p31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0" name="Google Shape;30160;p31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1" name="Google Shape;30161;p31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2" name="Google Shape;30162;p31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3" name="Google Shape;30163;p31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4" name="Google Shape;30164;p31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5" name="Google Shape;30165;p31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6" name="Google Shape;30166;p31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7" name="Google Shape;30167;p31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8" name="Google Shape;30168;p31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9" name="Google Shape;30169;p31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0" name="Google Shape;30170;p31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1" name="Google Shape;30171;p31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2" name="Google Shape;30172;p31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3" name="Google Shape;30173;p31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4" name="Google Shape;30174;p31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5" name="Google Shape;30175;p31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6" name="Google Shape;30176;p31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7" name="Google Shape;30177;p31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8" name="Google Shape;30178;p31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9" name="Google Shape;30179;p31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0" name="Google Shape;30180;p31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1" name="Google Shape;30181;p31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2" name="Google Shape;30182;p31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3" name="Google Shape;30183;p31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4" name="Google Shape;30184;p31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5" name="Google Shape;30185;p31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6" name="Google Shape;30186;p31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7" name="Google Shape;30187;p31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8" name="Google Shape;30188;p31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9" name="Google Shape;30189;p31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0" name="Google Shape;30190;p31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1" name="Google Shape;30191;p31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2" name="Google Shape;30192;p31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3" name="Google Shape;30193;p31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4" name="Google Shape;30194;p31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5" name="Google Shape;30195;p31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6" name="Google Shape;30196;p31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7" name="Google Shape;30197;p31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8" name="Google Shape;30198;p31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9" name="Google Shape;30199;p31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0" name="Google Shape;30200;p31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1" name="Google Shape;30201;p31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2" name="Google Shape;30202;p31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3" name="Google Shape;30203;p31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4" name="Google Shape;30204;p31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5" name="Google Shape;30205;p31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6" name="Google Shape;30206;p31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7" name="Google Shape;30207;p31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8" name="Google Shape;30208;p31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9" name="Google Shape;30209;p31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0" name="Google Shape;30210;p31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1" name="Google Shape;30211;p31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2" name="Google Shape;30212;p31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3" name="Google Shape;30213;p31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4" name="Google Shape;30214;p31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5" name="Google Shape;30215;p31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6" name="Google Shape;30216;p31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7" name="Google Shape;30217;p31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8" name="Google Shape;30218;p31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9" name="Google Shape;30219;p31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0" name="Google Shape;30220;p31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1" name="Google Shape;30221;p31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2" name="Google Shape;30222;p31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3" name="Google Shape;30223;p31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4" name="Google Shape;30224;p31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5" name="Google Shape;30225;p31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6" name="Google Shape;30226;p31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7" name="Google Shape;30227;p31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8" name="Google Shape;30228;p31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9" name="Google Shape;30229;p31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0" name="Google Shape;30230;p31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1" name="Google Shape;30231;p31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2" name="Google Shape;30232;p31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3" name="Google Shape;30233;p31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4" name="Google Shape;30234;p31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5" name="Google Shape;30235;p31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6" name="Google Shape;30236;p31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7" name="Google Shape;30237;p31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8" name="Google Shape;30238;p31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9" name="Google Shape;30239;p31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0" name="Google Shape;30240;p31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1" name="Google Shape;30241;p31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2" name="Google Shape;30242;p31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3" name="Google Shape;30243;p31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4" name="Google Shape;30244;p31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5" name="Google Shape;30245;p31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6" name="Google Shape;30246;p31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7" name="Google Shape;30247;p31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8" name="Google Shape;30248;p31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9" name="Google Shape;30249;p31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0" name="Google Shape;30250;p31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1" name="Google Shape;30251;p31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2" name="Google Shape;30252;p31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3" name="Google Shape;30253;p31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4" name="Google Shape;30254;p31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5" name="Google Shape;30255;p31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6" name="Google Shape;30256;p31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7" name="Google Shape;30257;p31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8" name="Google Shape;30258;p31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9" name="Google Shape;30259;p31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0" name="Google Shape;30260;p31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1" name="Google Shape;30261;p31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2" name="Google Shape;30262;p31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3" name="Google Shape;30263;p31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4" name="Google Shape;30264;p31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5" name="Google Shape;30265;p31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6" name="Google Shape;30266;p31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7" name="Google Shape;30267;p31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8" name="Google Shape;30268;p31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9" name="Google Shape;30269;p31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0" name="Google Shape;30270;p31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1" name="Google Shape;30271;p31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2" name="Google Shape;30272;p31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3" name="Google Shape;30273;p31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4" name="Google Shape;30274;p31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5" name="Google Shape;30275;p31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6" name="Google Shape;30276;p31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7" name="Google Shape;30277;p31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8" name="Google Shape;30278;p31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9" name="Google Shape;30279;p31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0" name="Google Shape;30280;p31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1" name="Google Shape;30281;p31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2" name="Google Shape;30282;p31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3" name="Google Shape;30283;p31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4" name="Google Shape;30284;p31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5" name="Google Shape;30285;p31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6" name="Google Shape;30286;p31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7" name="Google Shape;30287;p31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8" name="Google Shape;30288;p31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9" name="Google Shape;30289;p31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0" name="Google Shape;30290;p31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1" name="Google Shape;30291;p31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2" name="Google Shape;30292;p31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3" name="Google Shape;30293;p31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4" name="Google Shape;30294;p31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5" name="Google Shape;30295;p31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6" name="Google Shape;30296;p31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7" name="Google Shape;30297;p31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8" name="Google Shape;30298;p31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9" name="Google Shape;30299;p31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0" name="Google Shape;30300;p31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1" name="Google Shape;30301;p31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2" name="Google Shape;30302;p31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3" name="Google Shape;30303;p31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4" name="Google Shape;30304;p31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5" name="Google Shape;30305;p31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6" name="Google Shape;30306;p31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7" name="Google Shape;30307;p31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8" name="Google Shape;30308;p31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9" name="Google Shape;30309;p31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0" name="Google Shape;30310;p31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1" name="Google Shape;30311;p31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2" name="Google Shape;30312;p31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3" name="Google Shape;30313;p31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4" name="Google Shape;30314;p31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5" name="Google Shape;30315;p31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6" name="Google Shape;30316;p31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7" name="Google Shape;30317;p31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8" name="Google Shape;30318;p31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9" name="Google Shape;30319;p31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0" name="Google Shape;30320;p31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1" name="Google Shape;30321;p31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2" name="Google Shape;30322;p31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3" name="Google Shape;30323;p31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4" name="Google Shape;30324;p31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5" name="Google Shape;30325;p31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6" name="Google Shape;30326;p31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7" name="Google Shape;30327;p31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8" name="Google Shape;30328;p31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9" name="Google Shape;30329;p31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0" name="Google Shape;30330;p31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1" name="Google Shape;30331;p31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2" name="Google Shape;30332;p31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3" name="Google Shape;30333;p31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4" name="Google Shape;30334;p31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5" name="Google Shape;30335;p31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6" name="Google Shape;30336;p31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7" name="Google Shape;30337;p31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8" name="Google Shape;30338;p31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9" name="Google Shape;30339;p31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0" name="Google Shape;30340;p31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1" name="Google Shape;30341;p31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2" name="Google Shape;30342;p31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3" name="Google Shape;30343;p31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4" name="Google Shape;30344;p31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5" name="Google Shape;30345;p31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6" name="Google Shape;30346;p31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7" name="Google Shape;30347;p31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8" name="Google Shape;30348;p31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9" name="Google Shape;30349;p31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0" name="Google Shape;30350;p31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1" name="Google Shape;30351;p31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2" name="Google Shape;30352;p31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3" name="Google Shape;30353;p31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4" name="Google Shape;30354;p31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5" name="Google Shape;30355;p31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6" name="Google Shape;30356;p31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7" name="Google Shape;30357;p31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8" name="Google Shape;30358;p31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9" name="Google Shape;30359;p31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0" name="Google Shape;30360;p31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1" name="Google Shape;30361;p31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2" name="Google Shape;30362;p31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3" name="Google Shape;30363;p31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4" name="Google Shape;30364;p31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5" name="Google Shape;30365;p31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6" name="Google Shape;30366;p31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7" name="Google Shape;30367;p31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8" name="Google Shape;30368;p31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9" name="Google Shape;30369;p31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0" name="Google Shape;30370;p31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1" name="Google Shape;30371;p31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2" name="Google Shape;30372;p31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3" name="Google Shape;30373;p31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4" name="Google Shape;30374;p31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5" name="Google Shape;30375;p31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6" name="Google Shape;30376;p31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7" name="Google Shape;30377;p31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8" name="Google Shape;30378;p31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9" name="Google Shape;30379;p31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0" name="Google Shape;30380;p31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1" name="Google Shape;30381;p31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2" name="Google Shape;30382;p31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3" name="Google Shape;30383;p31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4" name="Google Shape;30384;p31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5" name="Google Shape;30385;p31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6" name="Google Shape;30386;p31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7" name="Google Shape;30387;p31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8" name="Google Shape;30388;p31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9" name="Google Shape;30389;p31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0" name="Google Shape;30390;p31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1" name="Google Shape;30391;p31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2" name="Google Shape;30392;p31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3" name="Google Shape;30393;p31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4" name="Google Shape;30394;p31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5" name="Google Shape;30395;p31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6" name="Google Shape;30396;p31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7" name="Google Shape;30397;p31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8" name="Google Shape;30398;p31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9" name="Google Shape;30399;p31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0" name="Google Shape;30400;p31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1" name="Google Shape;30401;p31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2" name="Google Shape;30402;p31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3" name="Google Shape;30403;p31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4" name="Google Shape;30404;p31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5" name="Google Shape;30405;p31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6" name="Google Shape;30406;p31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7" name="Google Shape;30407;p31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8" name="Google Shape;30408;p31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9" name="Google Shape;30409;p31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0" name="Google Shape;30410;p31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1" name="Google Shape;30411;p31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2" name="Google Shape;30412;p31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3" name="Google Shape;30413;p31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4" name="Google Shape;30414;p31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5" name="Google Shape;30415;p31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6" name="Google Shape;30416;p31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7" name="Google Shape;30417;p31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8" name="Google Shape;30418;p31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9" name="Google Shape;30419;p31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0" name="Google Shape;30420;p31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1" name="Google Shape;30421;p31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2" name="Google Shape;30422;p31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3" name="Google Shape;30423;p31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4" name="Google Shape;30424;p31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5" name="Google Shape;30425;p31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6" name="Google Shape;30426;p31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7" name="Google Shape;30427;p31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8" name="Google Shape;30428;p31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9" name="Google Shape;30429;p31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0" name="Google Shape;30430;p31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1" name="Google Shape;30431;p31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2" name="Google Shape;30432;p31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3" name="Google Shape;30433;p31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4" name="Google Shape;30434;p31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5" name="Google Shape;30435;p31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6" name="Google Shape;30436;p31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7" name="Google Shape;30437;p31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8" name="Google Shape;30438;p31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9" name="Google Shape;30439;p31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0" name="Google Shape;30440;p31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1" name="Google Shape;30441;p31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2" name="Google Shape;30442;p31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3" name="Google Shape;30443;p31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4" name="Google Shape;30444;p31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5" name="Google Shape;30445;p31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6" name="Google Shape;30446;p31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7" name="Google Shape;30447;p31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8" name="Google Shape;30448;p31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9" name="Google Shape;30449;p31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0" name="Google Shape;30450;p31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1" name="Google Shape;30451;p31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2" name="Google Shape;30452;p31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3" name="Google Shape;30453;p31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4" name="Google Shape;30454;p31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5" name="Google Shape;30455;p31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6" name="Google Shape;30456;p31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7" name="Google Shape;30457;p31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8" name="Google Shape;30458;p31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9" name="Google Shape;30459;p31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0" name="Google Shape;30460;p31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1" name="Google Shape;30461;p31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2" name="Google Shape;30462;p31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3" name="Google Shape;30463;p31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4" name="Google Shape;30464;p31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5" name="Google Shape;30465;p31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6" name="Google Shape;30466;p31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7" name="Google Shape;30467;p31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8" name="Google Shape;30468;p31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9" name="Google Shape;30469;p31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0" name="Google Shape;30470;p31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1" name="Google Shape;30471;p31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2" name="Google Shape;30472;p31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3" name="Google Shape;30473;p31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4" name="Google Shape;30474;p31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5" name="Google Shape;30475;p31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6" name="Google Shape;30476;p31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7" name="Google Shape;30477;p31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8" name="Google Shape;30478;p31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9" name="Google Shape;30479;p31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0" name="Google Shape;30480;p31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1" name="Google Shape;30481;p31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2" name="Google Shape;30482;p31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3" name="Google Shape;30483;p31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4" name="Google Shape;30484;p31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5" name="Google Shape;30485;p31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6" name="Google Shape;30486;p31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7" name="Google Shape;30487;p31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8" name="Google Shape;30488;p31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9" name="Google Shape;30489;p31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0" name="Google Shape;30490;p31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1" name="Google Shape;30491;p31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2" name="Google Shape;30492;p31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3" name="Google Shape;30493;p31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4" name="Google Shape;30494;p31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5" name="Google Shape;30495;p31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6" name="Google Shape;30496;p31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7" name="Google Shape;30497;p31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8" name="Google Shape;30498;p31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9" name="Google Shape;30499;p31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0" name="Google Shape;30500;p31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1" name="Google Shape;30501;p31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2" name="Google Shape;30502;p31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3" name="Google Shape;30503;p31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4" name="Google Shape;30504;p31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5" name="Google Shape;30505;p31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6" name="Google Shape;30506;p31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7" name="Google Shape;30507;p31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8" name="Google Shape;30508;p31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9" name="Google Shape;30509;p31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0" name="Google Shape;30510;p31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1" name="Google Shape;30511;p31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2" name="Google Shape;30512;p31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3" name="Google Shape;30513;p31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4" name="Google Shape;30514;p31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5" name="Google Shape;30515;p31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6" name="Google Shape;30516;p31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7" name="Google Shape;30517;p31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8" name="Google Shape;30518;p31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9" name="Google Shape;30519;p31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0" name="Google Shape;30520;p31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1" name="Google Shape;30521;p31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2" name="Google Shape;30522;p31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3" name="Google Shape;30523;p31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4" name="Google Shape;30524;p31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5" name="Google Shape;30525;p31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6" name="Google Shape;30526;p31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7" name="Google Shape;30527;p31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8" name="Google Shape;30528;p31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9" name="Google Shape;30529;p31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0" name="Google Shape;30530;p31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1" name="Google Shape;30531;p31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2" name="Google Shape;30532;p31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3" name="Google Shape;30533;p31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4" name="Google Shape;30534;p31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5" name="Google Shape;30535;p31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6" name="Google Shape;30536;p31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7" name="Google Shape;30537;p31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8" name="Google Shape;30538;p31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9" name="Google Shape;30539;p31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0" name="Google Shape;30540;p31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1" name="Google Shape;30541;p31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2" name="Google Shape;30542;p31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3" name="Google Shape;30543;p31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4" name="Google Shape;30544;p31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5" name="Google Shape;30545;p31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6" name="Google Shape;30546;p31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7" name="Google Shape;30547;p31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8" name="Google Shape;30548;p31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9" name="Google Shape;30549;p31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0" name="Google Shape;30550;p31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1" name="Google Shape;30551;p31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2" name="Google Shape;30552;p31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3" name="Google Shape;30553;p31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4" name="Google Shape;30554;p31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5" name="Google Shape;30555;p31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6" name="Google Shape;30556;p31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7" name="Google Shape;30557;p31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8" name="Google Shape;30558;p31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9" name="Google Shape;30559;p31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0" name="Google Shape;30560;p31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1" name="Google Shape;30561;p31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2" name="Google Shape;30562;p31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3" name="Google Shape;30563;p31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4" name="Google Shape;30564;p31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5" name="Google Shape;30565;p31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6" name="Google Shape;30566;p31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7" name="Google Shape;30567;p31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8" name="Google Shape;30568;p31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9" name="Google Shape;30569;p31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0" name="Google Shape;30570;p31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1" name="Google Shape;30571;p31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2" name="Google Shape;30572;p31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3" name="Google Shape;30573;p31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4" name="Google Shape;30574;p31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5" name="Google Shape;30575;p31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6" name="Google Shape;30576;p31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7" name="Google Shape;30577;p31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8" name="Google Shape;30578;p31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9" name="Google Shape;30579;p31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0" name="Google Shape;30580;p31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1" name="Google Shape;30581;p31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2" name="Google Shape;30582;p31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3" name="Google Shape;30583;p31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4" name="Google Shape;30584;p31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5" name="Google Shape;30585;p31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6" name="Google Shape;30586;p31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7" name="Google Shape;30587;p31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8" name="Google Shape;30588;p31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9" name="Google Shape;30589;p31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0" name="Google Shape;30590;p31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1" name="Google Shape;30591;p31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2" name="Google Shape;30592;p31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3" name="Google Shape;30593;p31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4" name="Google Shape;30594;p31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5" name="Google Shape;30595;p31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6" name="Google Shape;30596;p31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7" name="Google Shape;30597;p31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8" name="Google Shape;30598;p31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9" name="Google Shape;30599;p31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0" name="Google Shape;30600;p31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1" name="Google Shape;30601;p31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2" name="Google Shape;30602;p31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3" name="Google Shape;30603;p31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4" name="Google Shape;30604;p31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5" name="Google Shape;30605;p31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6" name="Google Shape;30606;p31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7" name="Google Shape;30607;p31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8" name="Google Shape;30608;p31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9" name="Google Shape;30609;p31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0" name="Google Shape;30610;p31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1" name="Google Shape;30611;p31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2" name="Google Shape;30612;p31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3" name="Google Shape;30613;p31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4" name="Google Shape;30614;p31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5" name="Google Shape;30615;p31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6" name="Google Shape;30616;p31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7" name="Google Shape;30617;p31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8" name="Google Shape;30618;p31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9" name="Google Shape;30619;p31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0" name="Google Shape;30620;p31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1" name="Google Shape;30621;p31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2" name="Google Shape;30622;p31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3" name="Google Shape;30623;p31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4" name="Google Shape;30624;p31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5" name="Google Shape;30625;p31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6" name="Google Shape;30626;p31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7" name="Google Shape;30627;p31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8" name="Google Shape;30628;p31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9" name="Google Shape;30629;p31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0" name="Google Shape;30630;p31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1" name="Google Shape;30631;p31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2" name="Google Shape;30632;p31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3" name="Google Shape;30633;p31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4" name="Google Shape;30634;p31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5" name="Google Shape;30635;p31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6" name="Google Shape;30636;p31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7" name="Google Shape;30637;p31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8" name="Google Shape;30638;p31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9" name="Google Shape;30639;p31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0" name="Google Shape;30640;p31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1" name="Google Shape;30641;p31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2" name="Google Shape;30642;p31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3" name="Google Shape;30643;p31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4" name="Google Shape;30644;p31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5" name="Google Shape;30645;p31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6" name="Google Shape;30646;p31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7" name="Google Shape;30647;p31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8" name="Google Shape;30648;p31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9" name="Google Shape;30649;p31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0" name="Google Shape;30650;p31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1" name="Google Shape;30651;p31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2" name="Google Shape;30652;p31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3" name="Google Shape;30653;p31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4" name="Google Shape;30654;p31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5" name="Google Shape;30655;p31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6" name="Google Shape;30656;p31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7" name="Google Shape;30657;p31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8" name="Google Shape;30658;p31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9" name="Google Shape;30659;p31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0" name="Google Shape;30660;p31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1" name="Google Shape;30661;p31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2" name="Google Shape;30662;p31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3" name="Google Shape;30663;p31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4" name="Google Shape;30664;p31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5" name="Google Shape;30665;p31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6" name="Google Shape;30666;p31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7" name="Google Shape;30667;p31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8" name="Google Shape;30668;p31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9" name="Google Shape;30669;p31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0" name="Google Shape;30670;p31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1" name="Google Shape;30671;p31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2" name="Google Shape;30672;p31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3" name="Google Shape;30673;p31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4" name="Google Shape;30674;p31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5" name="Google Shape;30675;p31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6" name="Google Shape;30676;p31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7" name="Google Shape;30677;p31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8" name="Google Shape;30678;p31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9" name="Google Shape;30679;p31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0" name="Google Shape;30680;p31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1" name="Google Shape;30681;p31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2" name="Google Shape;30682;p31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3" name="Google Shape;30683;p31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4" name="Google Shape;30684;p31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5" name="Google Shape;30685;p31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6" name="Google Shape;30686;p31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7" name="Google Shape;30687;p31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8" name="Google Shape;30688;p31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9" name="Google Shape;30689;p31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0" name="Google Shape;30690;p31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1" name="Google Shape;30691;p31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2" name="Google Shape;30692;p31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3" name="Google Shape;30693;p31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4" name="Google Shape;30694;p31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5" name="Google Shape;30695;p31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6" name="Google Shape;30696;p31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7" name="Google Shape;30697;p31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8" name="Google Shape;30698;p31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9" name="Google Shape;30699;p31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0" name="Google Shape;30700;p31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1" name="Google Shape;30701;p31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2" name="Google Shape;30702;p31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3" name="Google Shape;30703;p31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4" name="Google Shape;30704;p31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5" name="Google Shape;30705;p31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6" name="Google Shape;30706;p31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7" name="Google Shape;30707;p31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8" name="Google Shape;30708;p31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9" name="Google Shape;30709;p31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0" name="Google Shape;30710;p31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1" name="Google Shape;30711;p31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2" name="Google Shape;30712;p31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3" name="Google Shape;30713;p31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4" name="Google Shape;30714;p31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5" name="Google Shape;30715;p31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6" name="Google Shape;30716;p31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7" name="Google Shape;30717;p31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8" name="Google Shape;30718;p31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9" name="Google Shape;30719;p31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0" name="Google Shape;30720;p31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1" name="Google Shape;30721;p31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2" name="Google Shape;30722;p31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3" name="Google Shape;30723;p31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4" name="Google Shape;30724;p31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5" name="Google Shape;30725;p31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6" name="Google Shape;30726;p31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7" name="Google Shape;30727;p31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8" name="Google Shape;30728;p31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9" name="Google Shape;30729;p31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0" name="Google Shape;30730;p31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1" name="Google Shape;30731;p31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2" name="Google Shape;30732;p31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3" name="Google Shape;30733;p31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4" name="Google Shape;30734;p31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5" name="Google Shape;30735;p31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6" name="Google Shape;30736;p31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7" name="Google Shape;30737;p31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8" name="Google Shape;30738;p31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9" name="Google Shape;30739;p31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0" name="Google Shape;30740;p31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1" name="Google Shape;30741;p31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2" name="Google Shape;30742;p31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3" name="Google Shape;30743;p31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4" name="Google Shape;30744;p31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5" name="Google Shape;30745;p31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6" name="Google Shape;30746;p31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7" name="Google Shape;30747;p31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8" name="Google Shape;30748;p31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9" name="Google Shape;30749;p31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0" name="Google Shape;30750;p31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1" name="Google Shape;30751;p31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2" name="Google Shape;30752;p31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3" name="Google Shape;30753;p31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4" name="Google Shape;30754;p31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5" name="Google Shape;30755;p31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6" name="Google Shape;30756;p31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7" name="Google Shape;30757;p31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8" name="Google Shape;30758;p31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9" name="Google Shape;30759;p31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0" name="Google Shape;30760;p31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1" name="Google Shape;30761;p31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2" name="Google Shape;30762;p31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3" name="Google Shape;30763;p31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4" name="Google Shape;30764;p31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5" name="Google Shape;30765;p31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6" name="Google Shape;30766;p31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7" name="Google Shape;30767;p31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8" name="Google Shape;30768;p31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9" name="Google Shape;30769;p31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0" name="Google Shape;30770;p31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1" name="Google Shape;30771;p31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2" name="Google Shape;30772;p31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3" name="Google Shape;30773;p31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4" name="Google Shape;30774;p31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5" name="Google Shape;30775;p31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6" name="Google Shape;30776;p31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7" name="Google Shape;30777;p31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8" name="Google Shape;30778;p31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9" name="Google Shape;30779;p31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0" name="Google Shape;30780;p31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1" name="Google Shape;30781;p31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2" name="Google Shape;30782;p31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3" name="Google Shape;30783;p31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4" name="Google Shape;30784;p31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5" name="Google Shape;30785;p31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6" name="Google Shape;30786;p31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7" name="Google Shape;30787;p31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8" name="Google Shape;30788;p31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9" name="Google Shape;30789;p31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0" name="Google Shape;30790;p31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1" name="Google Shape;30791;p31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2" name="Google Shape;30792;p31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3" name="Google Shape;30793;p31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4" name="Google Shape;30794;p31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5" name="Google Shape;30795;p31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6" name="Google Shape;30796;p31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7" name="Google Shape;30797;p31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8" name="Google Shape;30798;p31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9" name="Google Shape;30799;p31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0" name="Google Shape;30800;p31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1" name="Google Shape;30801;p31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2" name="Google Shape;30802;p31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3" name="Google Shape;30803;p31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4" name="Google Shape;30804;p31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5" name="Google Shape;30805;p31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6" name="Google Shape;30806;p31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7" name="Google Shape;30807;p31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8" name="Google Shape;30808;p31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9" name="Google Shape;30809;p31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0" name="Google Shape;30810;p31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1" name="Google Shape;30811;p31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2" name="Google Shape;30812;p31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3" name="Google Shape;30813;p31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4" name="Google Shape;30814;p31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5" name="Google Shape;30815;p31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6" name="Google Shape;30816;p31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7" name="Google Shape;30817;p31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8" name="Google Shape;30818;p31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9" name="Google Shape;30819;p31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0" name="Google Shape;30820;p31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1" name="Google Shape;30821;p31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2" name="Google Shape;30822;p31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3" name="Google Shape;30823;p31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4" name="Google Shape;30824;p31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5" name="Google Shape;30825;p31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6" name="Google Shape;30826;p31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7" name="Google Shape;30827;p31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8" name="Google Shape;30828;p31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9" name="Google Shape;30829;p31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0" name="Google Shape;30830;p31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1" name="Google Shape;30831;p31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2" name="Google Shape;30832;p31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3" name="Google Shape;30833;p31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4" name="Google Shape;30834;p31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5" name="Google Shape;30835;p31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6" name="Google Shape;30836;p31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7" name="Google Shape;30837;p31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8" name="Google Shape;30838;p31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9" name="Google Shape;30839;p31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0" name="Google Shape;30840;p31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1" name="Google Shape;30841;p31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2" name="Google Shape;30842;p31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3" name="Google Shape;30843;p31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4" name="Google Shape;30844;p31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5" name="Google Shape;30845;p31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6" name="Google Shape;30846;p31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847" name="Google Shape;30847;p31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848" name="Google Shape;30848;p31"/>
          <p:cNvGrpSpPr/>
          <p:nvPr/>
        </p:nvGrpSpPr>
        <p:grpSpPr>
          <a:xfrm>
            <a:off x="7493710" y="2641730"/>
            <a:ext cx="1650293" cy="2065513"/>
            <a:chOff x="7083460" y="58355"/>
            <a:chExt cx="2069852" cy="2590310"/>
          </a:xfrm>
        </p:grpSpPr>
        <p:sp>
          <p:nvSpPr>
            <p:cNvPr id="30849" name="Google Shape;30849;p31"/>
            <p:cNvSpPr/>
            <p:nvPr/>
          </p:nvSpPr>
          <p:spPr>
            <a:xfrm>
              <a:off x="8444179" y="812772"/>
              <a:ext cx="709133" cy="994820"/>
            </a:xfrm>
            <a:custGeom>
              <a:rect b="b" l="l" r="r" t="t"/>
              <a:pathLst>
                <a:path extrusionOk="0" h="45286" w="32281">
                  <a:moveTo>
                    <a:pt x="524" y="1"/>
                  </a:moveTo>
                  <a:cubicBezTo>
                    <a:pt x="474" y="1"/>
                    <a:pt x="424" y="8"/>
                    <a:pt x="376" y="22"/>
                  </a:cubicBezTo>
                  <a:cubicBezTo>
                    <a:pt x="151" y="98"/>
                    <a:pt x="0" y="323"/>
                    <a:pt x="25" y="549"/>
                  </a:cubicBezTo>
                  <a:cubicBezTo>
                    <a:pt x="351" y="3707"/>
                    <a:pt x="1203" y="6865"/>
                    <a:pt x="2531" y="9822"/>
                  </a:cubicBezTo>
                  <a:cubicBezTo>
                    <a:pt x="3885" y="12779"/>
                    <a:pt x="5689" y="15561"/>
                    <a:pt x="7920" y="18017"/>
                  </a:cubicBezTo>
                  <a:cubicBezTo>
                    <a:pt x="9048" y="19246"/>
                    <a:pt x="10276" y="20398"/>
                    <a:pt x="11529" y="21426"/>
                  </a:cubicBezTo>
                  <a:cubicBezTo>
                    <a:pt x="12807" y="22479"/>
                    <a:pt x="14110" y="23406"/>
                    <a:pt x="15389" y="24333"/>
                  </a:cubicBezTo>
                  <a:cubicBezTo>
                    <a:pt x="17970" y="26138"/>
                    <a:pt x="20451" y="27817"/>
                    <a:pt x="22481" y="29722"/>
                  </a:cubicBezTo>
                  <a:cubicBezTo>
                    <a:pt x="23509" y="30649"/>
                    <a:pt x="24411" y="31652"/>
                    <a:pt x="25238" y="32754"/>
                  </a:cubicBezTo>
                  <a:cubicBezTo>
                    <a:pt x="26091" y="33832"/>
                    <a:pt x="26867" y="35035"/>
                    <a:pt x="27594" y="36263"/>
                  </a:cubicBezTo>
                  <a:cubicBezTo>
                    <a:pt x="29048" y="38769"/>
                    <a:pt x="30376" y="41476"/>
                    <a:pt x="31780" y="44308"/>
                  </a:cubicBezTo>
                  <a:cubicBezTo>
                    <a:pt x="31955" y="44634"/>
                    <a:pt x="32131" y="44960"/>
                    <a:pt x="32281" y="45286"/>
                  </a:cubicBezTo>
                  <a:lnTo>
                    <a:pt x="32281" y="31426"/>
                  </a:lnTo>
                  <a:cubicBezTo>
                    <a:pt x="31629" y="30499"/>
                    <a:pt x="30928" y="29571"/>
                    <a:pt x="30151" y="28694"/>
                  </a:cubicBezTo>
                  <a:cubicBezTo>
                    <a:pt x="29850" y="28343"/>
                    <a:pt x="29474" y="28068"/>
                    <a:pt x="29198" y="27667"/>
                  </a:cubicBezTo>
                  <a:cubicBezTo>
                    <a:pt x="28948" y="27291"/>
                    <a:pt x="28747" y="26890"/>
                    <a:pt x="28547" y="26514"/>
                  </a:cubicBezTo>
                  <a:cubicBezTo>
                    <a:pt x="28096" y="25611"/>
                    <a:pt x="27695" y="24709"/>
                    <a:pt x="27319" y="23757"/>
                  </a:cubicBezTo>
                  <a:cubicBezTo>
                    <a:pt x="26592" y="21952"/>
                    <a:pt x="26040" y="20048"/>
                    <a:pt x="25564" y="18168"/>
                  </a:cubicBezTo>
                  <a:cubicBezTo>
                    <a:pt x="24988" y="15887"/>
                    <a:pt x="24587" y="13556"/>
                    <a:pt x="24386" y="11225"/>
                  </a:cubicBezTo>
                  <a:cubicBezTo>
                    <a:pt x="24363" y="11088"/>
                    <a:pt x="24257" y="10972"/>
                    <a:pt x="24124" y="10972"/>
                  </a:cubicBezTo>
                  <a:cubicBezTo>
                    <a:pt x="24111" y="10972"/>
                    <a:pt x="24098" y="10973"/>
                    <a:pt x="24085" y="10975"/>
                  </a:cubicBezTo>
                  <a:cubicBezTo>
                    <a:pt x="23960" y="10975"/>
                    <a:pt x="23860" y="11075"/>
                    <a:pt x="23835" y="11200"/>
                  </a:cubicBezTo>
                  <a:cubicBezTo>
                    <a:pt x="23183" y="15035"/>
                    <a:pt x="23058" y="19020"/>
                    <a:pt x="23459" y="23005"/>
                  </a:cubicBezTo>
                  <a:cubicBezTo>
                    <a:pt x="21679" y="21852"/>
                    <a:pt x="19900" y="20875"/>
                    <a:pt x="18221" y="19897"/>
                  </a:cubicBezTo>
                  <a:cubicBezTo>
                    <a:pt x="15539" y="18393"/>
                    <a:pt x="13033" y="16915"/>
                    <a:pt x="10852" y="15035"/>
                  </a:cubicBezTo>
                  <a:cubicBezTo>
                    <a:pt x="8647" y="13155"/>
                    <a:pt x="6667" y="10925"/>
                    <a:pt x="5013" y="8469"/>
                  </a:cubicBezTo>
                  <a:cubicBezTo>
                    <a:pt x="3359" y="5987"/>
                    <a:pt x="2005" y="3255"/>
                    <a:pt x="1028" y="348"/>
                  </a:cubicBezTo>
                  <a:cubicBezTo>
                    <a:pt x="947" y="125"/>
                    <a:pt x="735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0" name="Google Shape;30850;p31"/>
            <p:cNvSpPr/>
            <p:nvPr/>
          </p:nvSpPr>
          <p:spPr>
            <a:xfrm>
              <a:off x="8091249" y="2213354"/>
              <a:ext cx="1062063" cy="231911"/>
            </a:xfrm>
            <a:custGeom>
              <a:rect b="b" l="l" r="r" t="t"/>
              <a:pathLst>
                <a:path extrusionOk="0" h="10557" w="48347">
                  <a:moveTo>
                    <a:pt x="48347" y="0"/>
                  </a:moveTo>
                  <a:cubicBezTo>
                    <a:pt x="45615" y="376"/>
                    <a:pt x="42883" y="802"/>
                    <a:pt x="40177" y="1228"/>
                  </a:cubicBezTo>
                  <a:cubicBezTo>
                    <a:pt x="36818" y="1754"/>
                    <a:pt x="33485" y="2331"/>
                    <a:pt x="30151" y="2932"/>
                  </a:cubicBezTo>
                  <a:cubicBezTo>
                    <a:pt x="26793" y="3509"/>
                    <a:pt x="23485" y="4236"/>
                    <a:pt x="20202" y="4687"/>
                  </a:cubicBezTo>
                  <a:cubicBezTo>
                    <a:pt x="18298" y="4965"/>
                    <a:pt x="16377" y="5149"/>
                    <a:pt x="14469" y="5149"/>
                  </a:cubicBezTo>
                  <a:cubicBezTo>
                    <a:pt x="13111" y="5149"/>
                    <a:pt x="11761" y="5056"/>
                    <a:pt x="10427" y="4837"/>
                  </a:cubicBezTo>
                  <a:cubicBezTo>
                    <a:pt x="7219" y="4311"/>
                    <a:pt x="4086" y="3083"/>
                    <a:pt x="953" y="1855"/>
                  </a:cubicBezTo>
                  <a:cubicBezTo>
                    <a:pt x="873" y="1818"/>
                    <a:pt x="789" y="1800"/>
                    <a:pt x="707" y="1800"/>
                  </a:cubicBezTo>
                  <a:cubicBezTo>
                    <a:pt x="457" y="1800"/>
                    <a:pt x="221" y="1960"/>
                    <a:pt x="126" y="2206"/>
                  </a:cubicBezTo>
                  <a:cubicBezTo>
                    <a:pt x="1" y="2506"/>
                    <a:pt x="151" y="2857"/>
                    <a:pt x="452" y="3008"/>
                  </a:cubicBezTo>
                  <a:cubicBezTo>
                    <a:pt x="3510" y="4411"/>
                    <a:pt x="6643" y="5865"/>
                    <a:pt x="10076" y="6642"/>
                  </a:cubicBezTo>
                  <a:cubicBezTo>
                    <a:pt x="10778" y="6792"/>
                    <a:pt x="11480" y="6917"/>
                    <a:pt x="12206" y="6993"/>
                  </a:cubicBezTo>
                  <a:cubicBezTo>
                    <a:pt x="9600" y="8246"/>
                    <a:pt x="6868" y="9248"/>
                    <a:pt x="4036" y="10025"/>
                  </a:cubicBezTo>
                  <a:cubicBezTo>
                    <a:pt x="3886" y="10050"/>
                    <a:pt x="3810" y="10201"/>
                    <a:pt x="3861" y="10351"/>
                  </a:cubicBezTo>
                  <a:cubicBezTo>
                    <a:pt x="3882" y="10482"/>
                    <a:pt x="3981" y="10556"/>
                    <a:pt x="4105" y="10556"/>
                  </a:cubicBezTo>
                  <a:cubicBezTo>
                    <a:pt x="4124" y="10556"/>
                    <a:pt x="4142" y="10555"/>
                    <a:pt x="4161" y="10552"/>
                  </a:cubicBezTo>
                  <a:cubicBezTo>
                    <a:pt x="8096" y="9925"/>
                    <a:pt x="12006" y="8822"/>
                    <a:pt x="15715" y="7268"/>
                  </a:cubicBezTo>
                  <a:cubicBezTo>
                    <a:pt x="15922" y="7272"/>
                    <a:pt x="16130" y="7273"/>
                    <a:pt x="16337" y="7273"/>
                  </a:cubicBezTo>
                  <a:cubicBezTo>
                    <a:pt x="17733" y="7273"/>
                    <a:pt x="19124" y="7202"/>
                    <a:pt x="20477" y="7093"/>
                  </a:cubicBezTo>
                  <a:cubicBezTo>
                    <a:pt x="23911" y="6792"/>
                    <a:pt x="27244" y="6291"/>
                    <a:pt x="30578" y="5890"/>
                  </a:cubicBezTo>
                  <a:cubicBezTo>
                    <a:pt x="33936" y="5489"/>
                    <a:pt x="37269" y="5113"/>
                    <a:pt x="40628" y="4762"/>
                  </a:cubicBezTo>
                  <a:cubicBezTo>
                    <a:pt x="43209" y="4511"/>
                    <a:pt x="45791" y="4261"/>
                    <a:pt x="48347" y="4035"/>
                  </a:cubicBezTo>
                  <a:lnTo>
                    <a:pt x="4834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1" name="Google Shape;30851;p31"/>
            <p:cNvSpPr/>
            <p:nvPr/>
          </p:nvSpPr>
          <p:spPr>
            <a:xfrm>
              <a:off x="7219161" y="791639"/>
              <a:ext cx="1934151" cy="1278574"/>
            </a:xfrm>
            <a:custGeom>
              <a:rect b="b" l="l" r="r" t="t"/>
              <a:pathLst>
                <a:path extrusionOk="0" h="58203" w="88046">
                  <a:moveTo>
                    <a:pt x="705" y="1"/>
                  </a:moveTo>
                  <a:cubicBezTo>
                    <a:pt x="517" y="1"/>
                    <a:pt x="340" y="76"/>
                    <a:pt x="226" y="233"/>
                  </a:cubicBezTo>
                  <a:cubicBezTo>
                    <a:pt x="0" y="508"/>
                    <a:pt x="51" y="884"/>
                    <a:pt x="276" y="1110"/>
                  </a:cubicBezTo>
                  <a:cubicBezTo>
                    <a:pt x="5113" y="5496"/>
                    <a:pt x="10928" y="8879"/>
                    <a:pt x="17219" y="10934"/>
                  </a:cubicBezTo>
                  <a:cubicBezTo>
                    <a:pt x="20351" y="11962"/>
                    <a:pt x="23509" y="12689"/>
                    <a:pt x="26392" y="13766"/>
                  </a:cubicBezTo>
                  <a:cubicBezTo>
                    <a:pt x="29249" y="14819"/>
                    <a:pt x="31830" y="16373"/>
                    <a:pt x="34186" y="18303"/>
                  </a:cubicBezTo>
                  <a:cubicBezTo>
                    <a:pt x="38923" y="22162"/>
                    <a:pt x="42682" y="27250"/>
                    <a:pt x="46717" y="32313"/>
                  </a:cubicBezTo>
                  <a:cubicBezTo>
                    <a:pt x="48748" y="34869"/>
                    <a:pt x="50878" y="37426"/>
                    <a:pt x="53284" y="39832"/>
                  </a:cubicBezTo>
                  <a:cubicBezTo>
                    <a:pt x="53585" y="40132"/>
                    <a:pt x="53885" y="40433"/>
                    <a:pt x="54186" y="40734"/>
                  </a:cubicBezTo>
                  <a:lnTo>
                    <a:pt x="55139" y="41586"/>
                  </a:lnTo>
                  <a:lnTo>
                    <a:pt x="56116" y="42463"/>
                  </a:lnTo>
                  <a:cubicBezTo>
                    <a:pt x="56442" y="42739"/>
                    <a:pt x="56793" y="42990"/>
                    <a:pt x="57144" y="43265"/>
                  </a:cubicBezTo>
                  <a:cubicBezTo>
                    <a:pt x="58472" y="44393"/>
                    <a:pt x="59951" y="45396"/>
                    <a:pt x="61429" y="46273"/>
                  </a:cubicBezTo>
                  <a:cubicBezTo>
                    <a:pt x="64387" y="48077"/>
                    <a:pt x="67469" y="49481"/>
                    <a:pt x="70452" y="50809"/>
                  </a:cubicBezTo>
                  <a:cubicBezTo>
                    <a:pt x="73409" y="52112"/>
                    <a:pt x="76367" y="53416"/>
                    <a:pt x="79349" y="54669"/>
                  </a:cubicBezTo>
                  <a:cubicBezTo>
                    <a:pt x="82231" y="55897"/>
                    <a:pt x="85114" y="57075"/>
                    <a:pt x="88046" y="58203"/>
                  </a:cubicBezTo>
                  <a:lnTo>
                    <a:pt x="88046" y="49180"/>
                  </a:lnTo>
                  <a:cubicBezTo>
                    <a:pt x="86116" y="48554"/>
                    <a:pt x="84161" y="47927"/>
                    <a:pt x="82206" y="47250"/>
                  </a:cubicBezTo>
                  <a:cubicBezTo>
                    <a:pt x="79199" y="46223"/>
                    <a:pt x="76166" y="45145"/>
                    <a:pt x="73159" y="44042"/>
                  </a:cubicBezTo>
                  <a:cubicBezTo>
                    <a:pt x="70176" y="42965"/>
                    <a:pt x="67319" y="41862"/>
                    <a:pt x="64662" y="40508"/>
                  </a:cubicBezTo>
                  <a:cubicBezTo>
                    <a:pt x="63334" y="39832"/>
                    <a:pt x="62081" y="39105"/>
                    <a:pt x="60878" y="38228"/>
                  </a:cubicBezTo>
                  <a:cubicBezTo>
                    <a:pt x="60577" y="38027"/>
                    <a:pt x="60276" y="37827"/>
                    <a:pt x="59976" y="37601"/>
                  </a:cubicBezTo>
                  <a:lnTo>
                    <a:pt x="59098" y="36924"/>
                  </a:lnTo>
                  <a:lnTo>
                    <a:pt x="58221" y="36223"/>
                  </a:lnTo>
                  <a:cubicBezTo>
                    <a:pt x="57921" y="35997"/>
                    <a:pt x="57645" y="35721"/>
                    <a:pt x="57344" y="35471"/>
                  </a:cubicBezTo>
                  <a:cubicBezTo>
                    <a:pt x="55063" y="33491"/>
                    <a:pt x="52883" y="31235"/>
                    <a:pt x="50753" y="28879"/>
                  </a:cubicBezTo>
                  <a:cubicBezTo>
                    <a:pt x="48597" y="26548"/>
                    <a:pt x="46442" y="24092"/>
                    <a:pt x="44136" y="21736"/>
                  </a:cubicBezTo>
                  <a:cubicBezTo>
                    <a:pt x="41830" y="19380"/>
                    <a:pt x="39349" y="17100"/>
                    <a:pt x="36567" y="15145"/>
                  </a:cubicBezTo>
                  <a:cubicBezTo>
                    <a:pt x="33810" y="13190"/>
                    <a:pt x="30677" y="11586"/>
                    <a:pt x="27419" y="10659"/>
                  </a:cubicBezTo>
                  <a:cubicBezTo>
                    <a:pt x="24186" y="9706"/>
                    <a:pt x="21003" y="9180"/>
                    <a:pt x="17945" y="8428"/>
                  </a:cubicBezTo>
                  <a:cubicBezTo>
                    <a:pt x="11880" y="6899"/>
                    <a:pt x="6091" y="4067"/>
                    <a:pt x="1128" y="132"/>
                  </a:cubicBezTo>
                  <a:cubicBezTo>
                    <a:pt x="998" y="45"/>
                    <a:pt x="848" y="1"/>
                    <a:pt x="7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2" name="Google Shape;30852;p31"/>
            <p:cNvSpPr/>
            <p:nvPr/>
          </p:nvSpPr>
          <p:spPr>
            <a:xfrm>
              <a:off x="7507111" y="720201"/>
              <a:ext cx="261545" cy="313300"/>
            </a:xfrm>
            <a:custGeom>
              <a:rect b="b" l="l" r="r" t="t"/>
              <a:pathLst>
                <a:path extrusionOk="0" h="14262" w="11906">
                  <a:moveTo>
                    <a:pt x="4060" y="1"/>
                  </a:moveTo>
                  <a:lnTo>
                    <a:pt x="4060" y="1"/>
                  </a:lnTo>
                  <a:cubicBezTo>
                    <a:pt x="4186" y="878"/>
                    <a:pt x="4136" y="1630"/>
                    <a:pt x="4161" y="2532"/>
                  </a:cubicBezTo>
                  <a:cubicBezTo>
                    <a:pt x="3208" y="1906"/>
                    <a:pt x="2206" y="1454"/>
                    <a:pt x="1153" y="978"/>
                  </a:cubicBezTo>
                  <a:lnTo>
                    <a:pt x="1153" y="978"/>
                  </a:lnTo>
                  <a:cubicBezTo>
                    <a:pt x="0" y="3961"/>
                    <a:pt x="978" y="7444"/>
                    <a:pt x="3033" y="9901"/>
                  </a:cubicBezTo>
                  <a:cubicBezTo>
                    <a:pt x="5063" y="12357"/>
                    <a:pt x="7995" y="13560"/>
                    <a:pt x="11128" y="14262"/>
                  </a:cubicBezTo>
                  <a:cubicBezTo>
                    <a:pt x="11905" y="11454"/>
                    <a:pt x="11629" y="8372"/>
                    <a:pt x="10351" y="5765"/>
                  </a:cubicBezTo>
                  <a:cubicBezTo>
                    <a:pt x="9048" y="3159"/>
                    <a:pt x="6767" y="1053"/>
                    <a:pt x="4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3" name="Google Shape;30853;p31"/>
            <p:cNvSpPr/>
            <p:nvPr/>
          </p:nvSpPr>
          <p:spPr>
            <a:xfrm>
              <a:off x="8416082" y="1305459"/>
              <a:ext cx="214754" cy="345219"/>
            </a:xfrm>
            <a:custGeom>
              <a:rect b="b" l="l" r="r" t="t"/>
              <a:pathLst>
                <a:path extrusionOk="0" h="15715" w="9776">
                  <a:moveTo>
                    <a:pt x="2232" y="1"/>
                  </a:moveTo>
                  <a:cubicBezTo>
                    <a:pt x="176" y="2457"/>
                    <a:pt x="1" y="6066"/>
                    <a:pt x="1154" y="9048"/>
                  </a:cubicBezTo>
                  <a:cubicBezTo>
                    <a:pt x="2307" y="12006"/>
                    <a:pt x="4688" y="14086"/>
                    <a:pt x="7420" y="15715"/>
                  </a:cubicBezTo>
                  <a:cubicBezTo>
                    <a:pt x="9049" y="13334"/>
                    <a:pt x="9775" y="10326"/>
                    <a:pt x="9374" y="7444"/>
                  </a:cubicBezTo>
                  <a:cubicBezTo>
                    <a:pt x="8998" y="4587"/>
                    <a:pt x="7495" y="1880"/>
                    <a:pt x="5289" y="1"/>
                  </a:cubicBezTo>
                  <a:cubicBezTo>
                    <a:pt x="5114" y="878"/>
                    <a:pt x="4838" y="1579"/>
                    <a:pt x="4562" y="2432"/>
                  </a:cubicBezTo>
                  <a:cubicBezTo>
                    <a:pt x="3861" y="1529"/>
                    <a:pt x="3059" y="803"/>
                    <a:pt x="2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4" name="Google Shape;30854;p31"/>
            <p:cNvSpPr/>
            <p:nvPr/>
          </p:nvSpPr>
          <p:spPr>
            <a:xfrm>
              <a:off x="9047582" y="2311900"/>
              <a:ext cx="105730" cy="205111"/>
            </a:xfrm>
            <a:custGeom>
              <a:rect b="b" l="l" r="r" t="t"/>
              <a:pathLst>
                <a:path extrusionOk="0" h="9337" w="4813">
                  <a:moveTo>
                    <a:pt x="4813" y="0"/>
                  </a:moveTo>
                  <a:cubicBezTo>
                    <a:pt x="2582" y="1429"/>
                    <a:pt x="853" y="3609"/>
                    <a:pt x="1" y="6116"/>
                  </a:cubicBezTo>
                  <a:cubicBezTo>
                    <a:pt x="853" y="5940"/>
                    <a:pt x="1605" y="5965"/>
                    <a:pt x="2507" y="5915"/>
                  </a:cubicBezTo>
                  <a:lnTo>
                    <a:pt x="2507" y="5915"/>
                  </a:lnTo>
                  <a:cubicBezTo>
                    <a:pt x="1931" y="6893"/>
                    <a:pt x="1530" y="7920"/>
                    <a:pt x="1079" y="8948"/>
                  </a:cubicBezTo>
                  <a:cubicBezTo>
                    <a:pt x="1841" y="9218"/>
                    <a:pt x="2633" y="9337"/>
                    <a:pt x="3430" y="9337"/>
                  </a:cubicBezTo>
                  <a:cubicBezTo>
                    <a:pt x="3891" y="9337"/>
                    <a:pt x="4354" y="9297"/>
                    <a:pt x="4813" y="9223"/>
                  </a:cubicBezTo>
                  <a:lnTo>
                    <a:pt x="48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5" name="Google Shape;30855;p31"/>
            <p:cNvSpPr/>
            <p:nvPr/>
          </p:nvSpPr>
          <p:spPr>
            <a:xfrm>
              <a:off x="8556477" y="1993679"/>
              <a:ext cx="294035" cy="263632"/>
            </a:xfrm>
            <a:custGeom>
              <a:rect b="b" l="l" r="r" t="t"/>
              <a:pathLst>
                <a:path extrusionOk="0" h="12001" w="13385">
                  <a:moveTo>
                    <a:pt x="2958" y="0"/>
                  </a:moveTo>
                  <a:lnTo>
                    <a:pt x="2958" y="0"/>
                  </a:lnTo>
                  <a:cubicBezTo>
                    <a:pt x="3284" y="802"/>
                    <a:pt x="3435" y="1554"/>
                    <a:pt x="3660" y="2406"/>
                  </a:cubicBezTo>
                  <a:cubicBezTo>
                    <a:pt x="2582" y="2030"/>
                    <a:pt x="1505" y="1855"/>
                    <a:pt x="402" y="1654"/>
                  </a:cubicBezTo>
                  <a:lnTo>
                    <a:pt x="402" y="1654"/>
                  </a:lnTo>
                  <a:cubicBezTo>
                    <a:pt x="1" y="4812"/>
                    <a:pt x="1831" y="7945"/>
                    <a:pt x="4412" y="9800"/>
                  </a:cubicBezTo>
                  <a:cubicBezTo>
                    <a:pt x="6723" y="11483"/>
                    <a:pt x="9477" y="12000"/>
                    <a:pt x="12312" y="12000"/>
                  </a:cubicBezTo>
                  <a:cubicBezTo>
                    <a:pt x="12644" y="12000"/>
                    <a:pt x="12976" y="11993"/>
                    <a:pt x="13309" y="11980"/>
                  </a:cubicBezTo>
                  <a:cubicBezTo>
                    <a:pt x="13384" y="9098"/>
                    <a:pt x="12332" y="6191"/>
                    <a:pt x="10452" y="3985"/>
                  </a:cubicBezTo>
                  <a:cubicBezTo>
                    <a:pt x="8547" y="1805"/>
                    <a:pt x="5816" y="351"/>
                    <a:pt x="29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6" name="Google Shape;30856;p31"/>
            <p:cNvSpPr/>
            <p:nvPr/>
          </p:nvSpPr>
          <p:spPr>
            <a:xfrm>
              <a:off x="7924977" y="882211"/>
              <a:ext cx="329271" cy="323428"/>
            </a:xfrm>
            <a:custGeom>
              <a:rect b="b" l="l" r="r" t="t"/>
              <a:pathLst>
                <a:path extrusionOk="0" h="14723" w="14989">
                  <a:moveTo>
                    <a:pt x="7745" y="1"/>
                  </a:moveTo>
                  <a:cubicBezTo>
                    <a:pt x="7645" y="1"/>
                    <a:pt x="7545" y="7"/>
                    <a:pt x="7445" y="19"/>
                  </a:cubicBezTo>
                  <a:cubicBezTo>
                    <a:pt x="7436" y="11"/>
                    <a:pt x="7431" y="8"/>
                    <a:pt x="7426" y="8"/>
                  </a:cubicBezTo>
                  <a:cubicBezTo>
                    <a:pt x="7417" y="8"/>
                    <a:pt x="7411" y="19"/>
                    <a:pt x="7394" y="19"/>
                  </a:cubicBezTo>
                  <a:cubicBezTo>
                    <a:pt x="5715" y="44"/>
                    <a:pt x="4161" y="671"/>
                    <a:pt x="2933" y="1673"/>
                  </a:cubicBezTo>
                  <a:cubicBezTo>
                    <a:pt x="2883" y="1699"/>
                    <a:pt x="2833" y="1749"/>
                    <a:pt x="2808" y="1774"/>
                  </a:cubicBezTo>
                  <a:cubicBezTo>
                    <a:pt x="1354" y="3027"/>
                    <a:pt x="377" y="4831"/>
                    <a:pt x="252" y="6912"/>
                  </a:cubicBezTo>
                  <a:cubicBezTo>
                    <a:pt x="1" y="10972"/>
                    <a:pt x="3059" y="14455"/>
                    <a:pt x="7119" y="14706"/>
                  </a:cubicBezTo>
                  <a:cubicBezTo>
                    <a:pt x="7283" y="14717"/>
                    <a:pt x="7446" y="14722"/>
                    <a:pt x="7608" y="14722"/>
                  </a:cubicBezTo>
                  <a:cubicBezTo>
                    <a:pt x="10443" y="14722"/>
                    <a:pt x="12952" y="13090"/>
                    <a:pt x="14161" y="10696"/>
                  </a:cubicBezTo>
                  <a:cubicBezTo>
                    <a:pt x="14186" y="10621"/>
                    <a:pt x="14237" y="10571"/>
                    <a:pt x="14262" y="10496"/>
                  </a:cubicBezTo>
                  <a:cubicBezTo>
                    <a:pt x="14638" y="9694"/>
                    <a:pt x="14888" y="8791"/>
                    <a:pt x="14938" y="7839"/>
                  </a:cubicBezTo>
                  <a:cubicBezTo>
                    <a:pt x="14988" y="7187"/>
                    <a:pt x="14938" y="6536"/>
                    <a:pt x="14813" y="5909"/>
                  </a:cubicBezTo>
                  <a:cubicBezTo>
                    <a:pt x="14763" y="5633"/>
                    <a:pt x="14688" y="5383"/>
                    <a:pt x="14613" y="5107"/>
                  </a:cubicBezTo>
                  <a:cubicBezTo>
                    <a:pt x="13710" y="2300"/>
                    <a:pt x="11154" y="220"/>
                    <a:pt x="8046" y="19"/>
                  </a:cubicBezTo>
                  <a:cubicBezTo>
                    <a:pt x="7946" y="7"/>
                    <a:pt x="7846" y="1"/>
                    <a:pt x="77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7" name="Google Shape;30857;p31"/>
            <p:cNvSpPr/>
            <p:nvPr/>
          </p:nvSpPr>
          <p:spPr>
            <a:xfrm>
              <a:off x="7961882" y="1069770"/>
              <a:ext cx="276395" cy="68890"/>
            </a:xfrm>
            <a:custGeom>
              <a:rect b="b" l="l" r="r" t="t"/>
              <a:pathLst>
                <a:path extrusionOk="0" h="3136" w="12582">
                  <a:moveTo>
                    <a:pt x="9797" y="0"/>
                  </a:moveTo>
                  <a:cubicBezTo>
                    <a:pt x="9756" y="0"/>
                    <a:pt x="9715" y="1"/>
                    <a:pt x="9674" y="3"/>
                  </a:cubicBezTo>
                  <a:cubicBezTo>
                    <a:pt x="9624" y="3"/>
                    <a:pt x="9574" y="3"/>
                    <a:pt x="9524" y="28"/>
                  </a:cubicBezTo>
                  <a:cubicBezTo>
                    <a:pt x="9173" y="53"/>
                    <a:pt x="8847" y="153"/>
                    <a:pt x="8522" y="303"/>
                  </a:cubicBezTo>
                  <a:cubicBezTo>
                    <a:pt x="7694" y="679"/>
                    <a:pt x="6968" y="1456"/>
                    <a:pt x="6567" y="2434"/>
                  </a:cubicBezTo>
                  <a:cubicBezTo>
                    <a:pt x="5815" y="1732"/>
                    <a:pt x="4837" y="1331"/>
                    <a:pt x="3810" y="1256"/>
                  </a:cubicBezTo>
                  <a:lnTo>
                    <a:pt x="3208" y="1256"/>
                  </a:lnTo>
                  <a:cubicBezTo>
                    <a:pt x="1955" y="1356"/>
                    <a:pt x="752" y="2033"/>
                    <a:pt x="0" y="3035"/>
                  </a:cubicBezTo>
                  <a:lnTo>
                    <a:pt x="151" y="3135"/>
                  </a:lnTo>
                  <a:cubicBezTo>
                    <a:pt x="852" y="2158"/>
                    <a:pt x="2005" y="1506"/>
                    <a:pt x="3208" y="1406"/>
                  </a:cubicBezTo>
                  <a:cubicBezTo>
                    <a:pt x="3297" y="1401"/>
                    <a:pt x="3385" y="1398"/>
                    <a:pt x="3474" y="1398"/>
                  </a:cubicBezTo>
                  <a:cubicBezTo>
                    <a:pt x="4611" y="1398"/>
                    <a:pt x="5728" y="1844"/>
                    <a:pt x="6542" y="2634"/>
                  </a:cubicBezTo>
                  <a:lnTo>
                    <a:pt x="6617" y="2709"/>
                  </a:lnTo>
                  <a:lnTo>
                    <a:pt x="6667" y="2609"/>
                  </a:lnTo>
                  <a:cubicBezTo>
                    <a:pt x="7043" y="1607"/>
                    <a:pt x="7745" y="830"/>
                    <a:pt x="8597" y="429"/>
                  </a:cubicBezTo>
                  <a:cubicBezTo>
                    <a:pt x="8984" y="251"/>
                    <a:pt x="9405" y="165"/>
                    <a:pt x="9820" y="165"/>
                  </a:cubicBezTo>
                  <a:cubicBezTo>
                    <a:pt x="10400" y="165"/>
                    <a:pt x="10966" y="333"/>
                    <a:pt x="11404" y="654"/>
                  </a:cubicBezTo>
                  <a:cubicBezTo>
                    <a:pt x="11905" y="1030"/>
                    <a:pt x="12231" y="1582"/>
                    <a:pt x="12481" y="2158"/>
                  </a:cubicBezTo>
                  <a:cubicBezTo>
                    <a:pt x="12506" y="2083"/>
                    <a:pt x="12557" y="2033"/>
                    <a:pt x="12582" y="1958"/>
                  </a:cubicBezTo>
                  <a:cubicBezTo>
                    <a:pt x="12331" y="1431"/>
                    <a:pt x="11980" y="905"/>
                    <a:pt x="11504" y="529"/>
                  </a:cubicBezTo>
                  <a:cubicBezTo>
                    <a:pt x="11011" y="177"/>
                    <a:pt x="10407" y="0"/>
                    <a:pt x="97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8" name="Google Shape;30858;p31"/>
            <p:cNvSpPr/>
            <p:nvPr/>
          </p:nvSpPr>
          <p:spPr>
            <a:xfrm>
              <a:off x="7985541" y="917864"/>
              <a:ext cx="67748" cy="180595"/>
            </a:xfrm>
            <a:custGeom>
              <a:rect b="b" l="l" r="r" t="t"/>
              <a:pathLst>
                <a:path extrusionOk="0" h="8221" w="3084">
                  <a:moveTo>
                    <a:pt x="101" y="0"/>
                  </a:moveTo>
                  <a:lnTo>
                    <a:pt x="1" y="126"/>
                  </a:lnTo>
                  <a:cubicBezTo>
                    <a:pt x="602" y="552"/>
                    <a:pt x="1003" y="1279"/>
                    <a:pt x="1104" y="2106"/>
                  </a:cubicBezTo>
                  <a:cubicBezTo>
                    <a:pt x="1204" y="2807"/>
                    <a:pt x="1104" y="3584"/>
                    <a:pt x="803" y="4436"/>
                  </a:cubicBezTo>
                  <a:lnTo>
                    <a:pt x="778" y="4537"/>
                  </a:lnTo>
                  <a:lnTo>
                    <a:pt x="853" y="4537"/>
                  </a:lnTo>
                  <a:cubicBezTo>
                    <a:pt x="1605" y="4712"/>
                    <a:pt x="2257" y="5264"/>
                    <a:pt x="2582" y="5940"/>
                  </a:cubicBezTo>
                  <a:cubicBezTo>
                    <a:pt x="2908" y="6617"/>
                    <a:pt x="2908" y="7469"/>
                    <a:pt x="2582" y="8171"/>
                  </a:cubicBezTo>
                  <a:lnTo>
                    <a:pt x="2708" y="8221"/>
                  </a:lnTo>
                  <a:cubicBezTo>
                    <a:pt x="3084" y="7494"/>
                    <a:pt x="3084" y="6617"/>
                    <a:pt x="2733" y="5865"/>
                  </a:cubicBezTo>
                  <a:cubicBezTo>
                    <a:pt x="2382" y="5163"/>
                    <a:pt x="1730" y="4612"/>
                    <a:pt x="978" y="4411"/>
                  </a:cubicBezTo>
                  <a:cubicBezTo>
                    <a:pt x="1254" y="3559"/>
                    <a:pt x="1354" y="2782"/>
                    <a:pt x="1254" y="2106"/>
                  </a:cubicBezTo>
                  <a:cubicBezTo>
                    <a:pt x="1154" y="1203"/>
                    <a:pt x="728" y="451"/>
                    <a:pt x="1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9" name="Google Shape;30859;p31"/>
            <p:cNvSpPr/>
            <p:nvPr/>
          </p:nvSpPr>
          <p:spPr>
            <a:xfrm>
              <a:off x="8010321" y="979088"/>
              <a:ext cx="164097" cy="92944"/>
            </a:xfrm>
            <a:custGeom>
              <a:rect b="b" l="l" r="r" t="t"/>
              <a:pathLst>
                <a:path extrusionOk="0" h="4231" w="7470">
                  <a:moveTo>
                    <a:pt x="1952" y="0"/>
                  </a:moveTo>
                  <a:cubicBezTo>
                    <a:pt x="1306" y="0"/>
                    <a:pt x="621" y="237"/>
                    <a:pt x="1" y="697"/>
                  </a:cubicBezTo>
                  <a:lnTo>
                    <a:pt x="76" y="822"/>
                  </a:lnTo>
                  <a:cubicBezTo>
                    <a:pt x="675" y="383"/>
                    <a:pt x="1323" y="150"/>
                    <a:pt x="1929" y="150"/>
                  </a:cubicBezTo>
                  <a:cubicBezTo>
                    <a:pt x="2083" y="150"/>
                    <a:pt x="2234" y="165"/>
                    <a:pt x="2382" y="196"/>
                  </a:cubicBezTo>
                  <a:cubicBezTo>
                    <a:pt x="3234" y="396"/>
                    <a:pt x="3860" y="1148"/>
                    <a:pt x="3810" y="1900"/>
                  </a:cubicBezTo>
                  <a:lnTo>
                    <a:pt x="3785" y="2025"/>
                  </a:lnTo>
                  <a:lnTo>
                    <a:pt x="3910" y="1975"/>
                  </a:lnTo>
                  <a:cubicBezTo>
                    <a:pt x="4173" y="1885"/>
                    <a:pt x="4456" y="1840"/>
                    <a:pt x="4741" y="1840"/>
                  </a:cubicBezTo>
                  <a:cubicBezTo>
                    <a:pt x="5243" y="1840"/>
                    <a:pt x="5750" y="1979"/>
                    <a:pt x="6166" y="2251"/>
                  </a:cubicBezTo>
                  <a:cubicBezTo>
                    <a:pt x="6843" y="2677"/>
                    <a:pt x="7269" y="3454"/>
                    <a:pt x="7319" y="4231"/>
                  </a:cubicBezTo>
                  <a:lnTo>
                    <a:pt x="7469" y="4231"/>
                  </a:lnTo>
                  <a:cubicBezTo>
                    <a:pt x="7419" y="3379"/>
                    <a:pt x="6968" y="2577"/>
                    <a:pt x="6266" y="2126"/>
                  </a:cubicBezTo>
                  <a:cubicBezTo>
                    <a:pt x="5812" y="1840"/>
                    <a:pt x="5280" y="1689"/>
                    <a:pt x="4743" y="1689"/>
                  </a:cubicBezTo>
                  <a:cubicBezTo>
                    <a:pt x="4480" y="1689"/>
                    <a:pt x="4216" y="1726"/>
                    <a:pt x="3961" y="1800"/>
                  </a:cubicBezTo>
                  <a:cubicBezTo>
                    <a:pt x="3961" y="1023"/>
                    <a:pt x="3284" y="246"/>
                    <a:pt x="2432" y="45"/>
                  </a:cubicBezTo>
                  <a:cubicBezTo>
                    <a:pt x="2275" y="15"/>
                    <a:pt x="2115" y="0"/>
                    <a:pt x="19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0" name="Google Shape;30860;p31"/>
            <p:cNvSpPr/>
            <p:nvPr/>
          </p:nvSpPr>
          <p:spPr>
            <a:xfrm>
              <a:off x="8028488" y="942095"/>
              <a:ext cx="221916" cy="69945"/>
            </a:xfrm>
            <a:custGeom>
              <a:rect b="b" l="l" r="r" t="t"/>
              <a:pathLst>
                <a:path extrusionOk="0" h="3184" w="10102">
                  <a:moveTo>
                    <a:pt x="3058" y="0"/>
                  </a:moveTo>
                  <a:cubicBezTo>
                    <a:pt x="1805" y="75"/>
                    <a:pt x="627" y="802"/>
                    <a:pt x="1" y="1905"/>
                  </a:cubicBezTo>
                  <a:cubicBezTo>
                    <a:pt x="1" y="1930"/>
                    <a:pt x="1" y="1930"/>
                    <a:pt x="1" y="1930"/>
                  </a:cubicBezTo>
                  <a:lnTo>
                    <a:pt x="126" y="2030"/>
                  </a:lnTo>
                  <a:cubicBezTo>
                    <a:pt x="176" y="1955"/>
                    <a:pt x="201" y="1880"/>
                    <a:pt x="251" y="1830"/>
                  </a:cubicBezTo>
                  <a:cubicBezTo>
                    <a:pt x="853" y="852"/>
                    <a:pt x="1931" y="226"/>
                    <a:pt x="3058" y="176"/>
                  </a:cubicBezTo>
                  <a:cubicBezTo>
                    <a:pt x="3125" y="171"/>
                    <a:pt x="3192" y="169"/>
                    <a:pt x="3258" y="169"/>
                  </a:cubicBezTo>
                  <a:cubicBezTo>
                    <a:pt x="4415" y="169"/>
                    <a:pt x="5526" y="781"/>
                    <a:pt x="6166" y="1729"/>
                  </a:cubicBezTo>
                  <a:lnTo>
                    <a:pt x="6216" y="1805"/>
                  </a:lnTo>
                  <a:lnTo>
                    <a:pt x="6266" y="1754"/>
                  </a:lnTo>
                  <a:cubicBezTo>
                    <a:pt x="6672" y="1484"/>
                    <a:pt x="7151" y="1348"/>
                    <a:pt x="7631" y="1348"/>
                  </a:cubicBezTo>
                  <a:cubicBezTo>
                    <a:pt x="7951" y="1348"/>
                    <a:pt x="8271" y="1409"/>
                    <a:pt x="8572" y="1529"/>
                  </a:cubicBezTo>
                  <a:cubicBezTo>
                    <a:pt x="9299" y="1805"/>
                    <a:pt x="9875" y="2431"/>
                    <a:pt x="10101" y="3183"/>
                  </a:cubicBezTo>
                  <a:cubicBezTo>
                    <a:pt x="10051" y="2907"/>
                    <a:pt x="9976" y="2657"/>
                    <a:pt x="9901" y="2381"/>
                  </a:cubicBezTo>
                  <a:cubicBezTo>
                    <a:pt x="9575" y="1930"/>
                    <a:pt x="9149" y="1579"/>
                    <a:pt x="8647" y="1379"/>
                  </a:cubicBezTo>
                  <a:cubicBezTo>
                    <a:pt x="8332" y="1257"/>
                    <a:pt x="7997" y="1196"/>
                    <a:pt x="7661" y="1196"/>
                  </a:cubicBezTo>
                  <a:cubicBezTo>
                    <a:pt x="7168" y="1196"/>
                    <a:pt x="6673" y="1326"/>
                    <a:pt x="6241" y="1579"/>
                  </a:cubicBezTo>
                  <a:cubicBezTo>
                    <a:pt x="5840" y="978"/>
                    <a:pt x="5239" y="526"/>
                    <a:pt x="4562" y="276"/>
                  </a:cubicBezTo>
                  <a:cubicBezTo>
                    <a:pt x="4537" y="251"/>
                    <a:pt x="4487" y="251"/>
                    <a:pt x="4462" y="226"/>
                  </a:cubicBezTo>
                  <a:cubicBezTo>
                    <a:pt x="4011" y="75"/>
                    <a:pt x="3535" y="0"/>
                    <a:pt x="3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1" name="Google Shape;30861;p31"/>
            <p:cNvSpPr/>
            <p:nvPr/>
          </p:nvSpPr>
          <p:spPr>
            <a:xfrm>
              <a:off x="8086855" y="882079"/>
              <a:ext cx="43518" cy="66078"/>
            </a:xfrm>
            <a:custGeom>
              <a:rect b="b" l="l" r="r" t="t"/>
              <a:pathLst>
                <a:path extrusionOk="0" h="3008" w="1981">
                  <a:moveTo>
                    <a:pt x="25" y="0"/>
                  </a:moveTo>
                  <a:lnTo>
                    <a:pt x="0" y="151"/>
                  </a:lnTo>
                  <a:cubicBezTo>
                    <a:pt x="577" y="251"/>
                    <a:pt x="1103" y="652"/>
                    <a:pt x="1404" y="1203"/>
                  </a:cubicBezTo>
                  <a:cubicBezTo>
                    <a:pt x="1705" y="1705"/>
                    <a:pt x="1830" y="2306"/>
                    <a:pt x="1805" y="3008"/>
                  </a:cubicBezTo>
                  <a:lnTo>
                    <a:pt x="1955" y="3008"/>
                  </a:lnTo>
                  <a:cubicBezTo>
                    <a:pt x="1980" y="2281"/>
                    <a:pt x="1855" y="1654"/>
                    <a:pt x="1554" y="1128"/>
                  </a:cubicBezTo>
                  <a:cubicBezTo>
                    <a:pt x="1203" y="527"/>
                    <a:pt x="627" y="100"/>
                    <a:pt x="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2" name="Google Shape;30862;p31"/>
            <p:cNvSpPr/>
            <p:nvPr/>
          </p:nvSpPr>
          <p:spPr>
            <a:xfrm>
              <a:off x="8232764" y="699178"/>
              <a:ext cx="177300" cy="126423"/>
            </a:xfrm>
            <a:custGeom>
              <a:rect b="b" l="l" r="r" t="t"/>
              <a:pathLst>
                <a:path extrusionOk="0" h="5755" w="8071">
                  <a:moveTo>
                    <a:pt x="5874" y="0"/>
                  </a:moveTo>
                  <a:cubicBezTo>
                    <a:pt x="4740" y="0"/>
                    <a:pt x="3587" y="414"/>
                    <a:pt x="2657" y="1083"/>
                  </a:cubicBezTo>
                  <a:cubicBezTo>
                    <a:pt x="1253" y="2136"/>
                    <a:pt x="476" y="3690"/>
                    <a:pt x="0" y="5394"/>
                  </a:cubicBezTo>
                  <a:cubicBezTo>
                    <a:pt x="687" y="5634"/>
                    <a:pt x="1415" y="5754"/>
                    <a:pt x="2144" y="5754"/>
                  </a:cubicBezTo>
                  <a:cubicBezTo>
                    <a:pt x="3013" y="5754"/>
                    <a:pt x="3883" y="5584"/>
                    <a:pt x="4687" y="5244"/>
                  </a:cubicBezTo>
                  <a:cubicBezTo>
                    <a:pt x="6165" y="4642"/>
                    <a:pt x="7394" y="3464"/>
                    <a:pt x="8070" y="2010"/>
                  </a:cubicBezTo>
                  <a:lnTo>
                    <a:pt x="8070" y="2010"/>
                  </a:lnTo>
                  <a:cubicBezTo>
                    <a:pt x="7979" y="2015"/>
                    <a:pt x="7890" y="2017"/>
                    <a:pt x="7802" y="2017"/>
                  </a:cubicBezTo>
                  <a:cubicBezTo>
                    <a:pt x="7429" y="2017"/>
                    <a:pt x="7077" y="1981"/>
                    <a:pt x="6692" y="1960"/>
                  </a:cubicBezTo>
                  <a:cubicBezTo>
                    <a:pt x="7068" y="1459"/>
                    <a:pt x="7343" y="933"/>
                    <a:pt x="7644" y="381"/>
                  </a:cubicBezTo>
                  <a:cubicBezTo>
                    <a:pt x="7084" y="119"/>
                    <a:pt x="6482" y="0"/>
                    <a:pt x="5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3" name="Google Shape;30863;p31"/>
            <p:cNvSpPr/>
            <p:nvPr/>
          </p:nvSpPr>
          <p:spPr>
            <a:xfrm>
              <a:off x="8462880" y="58355"/>
              <a:ext cx="121151" cy="193270"/>
            </a:xfrm>
            <a:custGeom>
              <a:rect b="b" l="l" r="r" t="t"/>
              <a:pathLst>
                <a:path extrusionOk="0" h="8798" w="5515">
                  <a:moveTo>
                    <a:pt x="3685" y="0"/>
                  </a:moveTo>
                  <a:cubicBezTo>
                    <a:pt x="2006" y="477"/>
                    <a:pt x="778" y="2081"/>
                    <a:pt x="377" y="3785"/>
                  </a:cubicBezTo>
                  <a:cubicBezTo>
                    <a:pt x="1" y="5514"/>
                    <a:pt x="427" y="7193"/>
                    <a:pt x="1179" y="8797"/>
                  </a:cubicBezTo>
                  <a:cubicBezTo>
                    <a:pt x="2658" y="8196"/>
                    <a:pt x="3936" y="7068"/>
                    <a:pt x="4638" y="5614"/>
                  </a:cubicBezTo>
                  <a:cubicBezTo>
                    <a:pt x="5364" y="4186"/>
                    <a:pt x="5515" y="2482"/>
                    <a:pt x="5089" y="953"/>
                  </a:cubicBezTo>
                  <a:lnTo>
                    <a:pt x="5089" y="953"/>
                  </a:lnTo>
                  <a:cubicBezTo>
                    <a:pt x="4738" y="1304"/>
                    <a:pt x="4387" y="1529"/>
                    <a:pt x="4011" y="1830"/>
                  </a:cubicBezTo>
                  <a:cubicBezTo>
                    <a:pt x="3961" y="1203"/>
                    <a:pt x="3810" y="627"/>
                    <a:pt x="3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4" name="Google Shape;30864;p31"/>
            <p:cNvSpPr/>
            <p:nvPr/>
          </p:nvSpPr>
          <p:spPr>
            <a:xfrm>
              <a:off x="8055752" y="2544891"/>
              <a:ext cx="199882" cy="103774"/>
            </a:xfrm>
            <a:custGeom>
              <a:rect b="b" l="l" r="r" t="t"/>
              <a:pathLst>
                <a:path extrusionOk="0" h="4724" w="9099">
                  <a:moveTo>
                    <a:pt x="5189" y="1"/>
                  </a:moveTo>
                  <a:cubicBezTo>
                    <a:pt x="4911" y="1"/>
                    <a:pt x="4634" y="20"/>
                    <a:pt x="4362" y="59"/>
                  </a:cubicBezTo>
                  <a:cubicBezTo>
                    <a:pt x="2632" y="335"/>
                    <a:pt x="1229" y="1363"/>
                    <a:pt x="1" y="2641"/>
                  </a:cubicBezTo>
                  <a:cubicBezTo>
                    <a:pt x="1078" y="3794"/>
                    <a:pt x="2632" y="4546"/>
                    <a:pt x="4211" y="4696"/>
                  </a:cubicBezTo>
                  <a:cubicBezTo>
                    <a:pt x="4406" y="4714"/>
                    <a:pt x="4601" y="4723"/>
                    <a:pt x="4796" y="4723"/>
                  </a:cubicBezTo>
                  <a:cubicBezTo>
                    <a:pt x="6206" y="4723"/>
                    <a:pt x="7600" y="4251"/>
                    <a:pt x="8723" y="3393"/>
                  </a:cubicBezTo>
                  <a:cubicBezTo>
                    <a:pt x="8271" y="3192"/>
                    <a:pt x="7946" y="2967"/>
                    <a:pt x="7520" y="2716"/>
                  </a:cubicBezTo>
                  <a:cubicBezTo>
                    <a:pt x="8071" y="2440"/>
                    <a:pt x="8572" y="2089"/>
                    <a:pt x="9098" y="1764"/>
                  </a:cubicBezTo>
                  <a:cubicBezTo>
                    <a:pt x="8210" y="578"/>
                    <a:pt x="6695" y="1"/>
                    <a:pt x="5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5" name="Google Shape;30865;p31"/>
            <p:cNvSpPr/>
            <p:nvPr/>
          </p:nvSpPr>
          <p:spPr>
            <a:xfrm>
              <a:off x="7083460" y="1138657"/>
              <a:ext cx="149774" cy="153729"/>
            </a:xfrm>
            <a:custGeom>
              <a:rect b="b" l="l" r="r" t="t"/>
              <a:pathLst>
                <a:path extrusionOk="0" h="6998" w="6818">
                  <a:moveTo>
                    <a:pt x="5335" y="1"/>
                  </a:moveTo>
                  <a:cubicBezTo>
                    <a:pt x="3811" y="1"/>
                    <a:pt x="2331" y="886"/>
                    <a:pt x="1379" y="2103"/>
                  </a:cubicBezTo>
                  <a:cubicBezTo>
                    <a:pt x="302" y="3507"/>
                    <a:pt x="1" y="5236"/>
                    <a:pt x="1" y="6991"/>
                  </a:cubicBezTo>
                  <a:cubicBezTo>
                    <a:pt x="106" y="6996"/>
                    <a:pt x="211" y="6998"/>
                    <a:pt x="316" y="6998"/>
                  </a:cubicBezTo>
                  <a:cubicBezTo>
                    <a:pt x="1816" y="6998"/>
                    <a:pt x="3316" y="6497"/>
                    <a:pt x="4487" y="5537"/>
                  </a:cubicBezTo>
                  <a:cubicBezTo>
                    <a:pt x="5715" y="4534"/>
                    <a:pt x="6567" y="3056"/>
                    <a:pt x="6818" y="1477"/>
                  </a:cubicBezTo>
                  <a:lnTo>
                    <a:pt x="6818" y="1477"/>
                  </a:lnTo>
                  <a:cubicBezTo>
                    <a:pt x="6367" y="1652"/>
                    <a:pt x="5966" y="1727"/>
                    <a:pt x="5490" y="1828"/>
                  </a:cubicBezTo>
                  <a:cubicBezTo>
                    <a:pt x="5690" y="1251"/>
                    <a:pt x="5815" y="650"/>
                    <a:pt x="5941" y="48"/>
                  </a:cubicBezTo>
                  <a:cubicBezTo>
                    <a:pt x="5739" y="16"/>
                    <a:pt x="5537" y="1"/>
                    <a:pt x="5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866" name="Google Shape;30866;p31"/>
          <p:cNvGrpSpPr/>
          <p:nvPr/>
        </p:nvGrpSpPr>
        <p:grpSpPr>
          <a:xfrm>
            <a:off x="-3325" y="574506"/>
            <a:ext cx="1801781" cy="2484535"/>
            <a:chOff x="2204" y="-152164"/>
            <a:chExt cx="2402695" cy="3313155"/>
          </a:xfrm>
        </p:grpSpPr>
        <p:sp>
          <p:nvSpPr>
            <p:cNvPr id="30867" name="Google Shape;30867;p31"/>
            <p:cNvSpPr/>
            <p:nvPr/>
          </p:nvSpPr>
          <p:spPr>
            <a:xfrm>
              <a:off x="2204" y="840012"/>
              <a:ext cx="2402695" cy="1606351"/>
            </a:xfrm>
            <a:custGeom>
              <a:rect b="b" l="l" r="r" t="t"/>
              <a:pathLst>
                <a:path extrusionOk="0" h="73124" w="109375">
                  <a:moveTo>
                    <a:pt x="54521" y="1"/>
                  </a:moveTo>
                  <a:cubicBezTo>
                    <a:pt x="54318" y="1"/>
                    <a:pt x="54138" y="119"/>
                    <a:pt x="54061" y="311"/>
                  </a:cubicBezTo>
                  <a:cubicBezTo>
                    <a:pt x="52908" y="3093"/>
                    <a:pt x="51430" y="5650"/>
                    <a:pt x="49675" y="7980"/>
                  </a:cubicBezTo>
                  <a:cubicBezTo>
                    <a:pt x="47896" y="10261"/>
                    <a:pt x="45841" y="12316"/>
                    <a:pt x="43585" y="13996"/>
                  </a:cubicBezTo>
                  <a:cubicBezTo>
                    <a:pt x="41329" y="15700"/>
                    <a:pt x="38823" y="16978"/>
                    <a:pt x="36116" y="18306"/>
                  </a:cubicBezTo>
                  <a:cubicBezTo>
                    <a:pt x="34387" y="19133"/>
                    <a:pt x="32608" y="19986"/>
                    <a:pt x="30828" y="20988"/>
                  </a:cubicBezTo>
                  <a:cubicBezTo>
                    <a:pt x="31455" y="17128"/>
                    <a:pt x="31555" y="13244"/>
                    <a:pt x="31179" y="9484"/>
                  </a:cubicBezTo>
                  <a:cubicBezTo>
                    <a:pt x="31179" y="9359"/>
                    <a:pt x="31079" y="9259"/>
                    <a:pt x="30953" y="9234"/>
                  </a:cubicBezTo>
                  <a:cubicBezTo>
                    <a:pt x="30803" y="9234"/>
                    <a:pt x="30653" y="9334"/>
                    <a:pt x="30628" y="9484"/>
                  </a:cubicBezTo>
                  <a:cubicBezTo>
                    <a:pt x="30302" y="11740"/>
                    <a:pt x="29776" y="13970"/>
                    <a:pt x="29074" y="16151"/>
                  </a:cubicBezTo>
                  <a:cubicBezTo>
                    <a:pt x="28497" y="17955"/>
                    <a:pt x="27821" y="19760"/>
                    <a:pt x="27019" y="21489"/>
                  </a:cubicBezTo>
                  <a:cubicBezTo>
                    <a:pt x="26593" y="22392"/>
                    <a:pt x="26141" y="23244"/>
                    <a:pt x="25640" y="24096"/>
                  </a:cubicBezTo>
                  <a:cubicBezTo>
                    <a:pt x="25415" y="24447"/>
                    <a:pt x="25189" y="24848"/>
                    <a:pt x="24938" y="25174"/>
                  </a:cubicBezTo>
                  <a:cubicBezTo>
                    <a:pt x="24663" y="25549"/>
                    <a:pt x="24262" y="25800"/>
                    <a:pt x="23936" y="26126"/>
                  </a:cubicBezTo>
                  <a:cubicBezTo>
                    <a:pt x="22758" y="27329"/>
                    <a:pt x="21705" y="28607"/>
                    <a:pt x="20728" y="29885"/>
                  </a:cubicBezTo>
                  <a:cubicBezTo>
                    <a:pt x="18773" y="32467"/>
                    <a:pt x="17169" y="35148"/>
                    <a:pt x="15565" y="37655"/>
                  </a:cubicBezTo>
                  <a:cubicBezTo>
                    <a:pt x="13986" y="40136"/>
                    <a:pt x="12407" y="42492"/>
                    <a:pt x="10602" y="44522"/>
                  </a:cubicBezTo>
                  <a:cubicBezTo>
                    <a:pt x="9725" y="45524"/>
                    <a:pt x="8773" y="46452"/>
                    <a:pt x="7795" y="47229"/>
                  </a:cubicBezTo>
                  <a:cubicBezTo>
                    <a:pt x="7470" y="47479"/>
                    <a:pt x="7144" y="47705"/>
                    <a:pt x="6818" y="47931"/>
                  </a:cubicBezTo>
                  <a:cubicBezTo>
                    <a:pt x="4587" y="48332"/>
                    <a:pt x="2307" y="48682"/>
                    <a:pt x="1" y="49033"/>
                  </a:cubicBezTo>
                  <a:lnTo>
                    <a:pt x="1" y="61540"/>
                  </a:lnTo>
                  <a:cubicBezTo>
                    <a:pt x="2482" y="61765"/>
                    <a:pt x="4963" y="62066"/>
                    <a:pt x="7445" y="62367"/>
                  </a:cubicBezTo>
                  <a:cubicBezTo>
                    <a:pt x="13961" y="63194"/>
                    <a:pt x="20452" y="64146"/>
                    <a:pt x="26943" y="65224"/>
                  </a:cubicBezTo>
                  <a:cubicBezTo>
                    <a:pt x="30177" y="65775"/>
                    <a:pt x="33410" y="66352"/>
                    <a:pt x="36643" y="66953"/>
                  </a:cubicBezTo>
                  <a:cubicBezTo>
                    <a:pt x="39876" y="67530"/>
                    <a:pt x="43084" y="68231"/>
                    <a:pt x="46417" y="68733"/>
                  </a:cubicBezTo>
                  <a:cubicBezTo>
                    <a:pt x="47921" y="68958"/>
                    <a:pt x="49475" y="69134"/>
                    <a:pt x="51029" y="69209"/>
                  </a:cubicBezTo>
                  <a:cubicBezTo>
                    <a:pt x="54563" y="70963"/>
                    <a:pt x="58272" y="72266"/>
                    <a:pt x="62081" y="73119"/>
                  </a:cubicBezTo>
                  <a:cubicBezTo>
                    <a:pt x="62098" y="73122"/>
                    <a:pt x="62114" y="73123"/>
                    <a:pt x="62131" y="73123"/>
                  </a:cubicBezTo>
                  <a:cubicBezTo>
                    <a:pt x="62243" y="73123"/>
                    <a:pt x="62360" y="73052"/>
                    <a:pt x="62382" y="72943"/>
                  </a:cubicBezTo>
                  <a:cubicBezTo>
                    <a:pt x="62432" y="72793"/>
                    <a:pt x="62357" y="72642"/>
                    <a:pt x="62232" y="72592"/>
                  </a:cubicBezTo>
                  <a:cubicBezTo>
                    <a:pt x="59525" y="71690"/>
                    <a:pt x="56944" y="70537"/>
                    <a:pt x="54462" y="69159"/>
                  </a:cubicBezTo>
                  <a:cubicBezTo>
                    <a:pt x="55164" y="69109"/>
                    <a:pt x="55866" y="69033"/>
                    <a:pt x="56568" y="68933"/>
                  </a:cubicBezTo>
                  <a:cubicBezTo>
                    <a:pt x="59951" y="68407"/>
                    <a:pt x="63084" y="67179"/>
                    <a:pt x="66167" y="66001"/>
                  </a:cubicBezTo>
                  <a:cubicBezTo>
                    <a:pt x="66467" y="65875"/>
                    <a:pt x="66618" y="65550"/>
                    <a:pt x="66518" y="65224"/>
                  </a:cubicBezTo>
                  <a:cubicBezTo>
                    <a:pt x="66436" y="64960"/>
                    <a:pt x="66191" y="64795"/>
                    <a:pt x="65927" y="64795"/>
                  </a:cubicBezTo>
                  <a:cubicBezTo>
                    <a:pt x="65865" y="64795"/>
                    <a:pt x="65803" y="64804"/>
                    <a:pt x="65741" y="64823"/>
                  </a:cubicBezTo>
                  <a:cubicBezTo>
                    <a:pt x="62608" y="65850"/>
                    <a:pt x="59500" y="66853"/>
                    <a:pt x="56342" y="67154"/>
                  </a:cubicBezTo>
                  <a:cubicBezTo>
                    <a:pt x="55587" y="67226"/>
                    <a:pt x="54829" y="67259"/>
                    <a:pt x="54069" y="67259"/>
                  </a:cubicBezTo>
                  <a:cubicBezTo>
                    <a:pt x="51652" y="67259"/>
                    <a:pt x="49221" y="66923"/>
                    <a:pt x="46818" y="66427"/>
                  </a:cubicBezTo>
                  <a:cubicBezTo>
                    <a:pt x="43660" y="65775"/>
                    <a:pt x="40477" y="64873"/>
                    <a:pt x="37269" y="64096"/>
                  </a:cubicBezTo>
                  <a:cubicBezTo>
                    <a:pt x="34061" y="63294"/>
                    <a:pt x="30828" y="62542"/>
                    <a:pt x="27595" y="61815"/>
                  </a:cubicBezTo>
                  <a:cubicBezTo>
                    <a:pt x="21154" y="60362"/>
                    <a:pt x="14663" y="59033"/>
                    <a:pt x="8171" y="57830"/>
                  </a:cubicBezTo>
                  <a:cubicBezTo>
                    <a:pt x="7545" y="57730"/>
                    <a:pt x="6943" y="57605"/>
                    <a:pt x="6317" y="57505"/>
                  </a:cubicBezTo>
                  <a:cubicBezTo>
                    <a:pt x="7695" y="57179"/>
                    <a:pt x="9049" y="56853"/>
                    <a:pt x="10427" y="56527"/>
                  </a:cubicBezTo>
                  <a:cubicBezTo>
                    <a:pt x="16693" y="54948"/>
                    <a:pt x="22808" y="52968"/>
                    <a:pt x="28798" y="50888"/>
                  </a:cubicBezTo>
                  <a:cubicBezTo>
                    <a:pt x="31781" y="49835"/>
                    <a:pt x="34738" y="48758"/>
                    <a:pt x="37720" y="47655"/>
                  </a:cubicBezTo>
                  <a:cubicBezTo>
                    <a:pt x="40678" y="46552"/>
                    <a:pt x="43761" y="45374"/>
                    <a:pt x="46768" y="43820"/>
                  </a:cubicBezTo>
                  <a:cubicBezTo>
                    <a:pt x="48272" y="43043"/>
                    <a:pt x="49751" y="42141"/>
                    <a:pt x="51129" y="41139"/>
                  </a:cubicBezTo>
                  <a:cubicBezTo>
                    <a:pt x="51480" y="40913"/>
                    <a:pt x="51831" y="40662"/>
                    <a:pt x="52182" y="40412"/>
                  </a:cubicBezTo>
                  <a:lnTo>
                    <a:pt x="53159" y="39635"/>
                  </a:lnTo>
                  <a:lnTo>
                    <a:pt x="54162" y="38858"/>
                  </a:lnTo>
                  <a:cubicBezTo>
                    <a:pt x="54462" y="38582"/>
                    <a:pt x="54763" y="38306"/>
                    <a:pt x="55089" y="38031"/>
                  </a:cubicBezTo>
                  <a:cubicBezTo>
                    <a:pt x="57570" y="35825"/>
                    <a:pt x="59801" y="33469"/>
                    <a:pt x="61931" y="31138"/>
                  </a:cubicBezTo>
                  <a:cubicBezTo>
                    <a:pt x="66167" y="26452"/>
                    <a:pt x="70152" y="21715"/>
                    <a:pt x="74989" y="18256"/>
                  </a:cubicBezTo>
                  <a:cubicBezTo>
                    <a:pt x="77420" y="16527"/>
                    <a:pt x="80001" y="15148"/>
                    <a:pt x="82884" y="14321"/>
                  </a:cubicBezTo>
                  <a:cubicBezTo>
                    <a:pt x="85741" y="13444"/>
                    <a:pt x="88848" y="12918"/>
                    <a:pt x="91956" y="12116"/>
                  </a:cubicBezTo>
                  <a:cubicBezTo>
                    <a:pt x="98222" y="10512"/>
                    <a:pt x="104087" y="7579"/>
                    <a:pt x="109049" y="3620"/>
                  </a:cubicBezTo>
                  <a:cubicBezTo>
                    <a:pt x="109300" y="3419"/>
                    <a:pt x="109375" y="3043"/>
                    <a:pt x="109174" y="2767"/>
                  </a:cubicBezTo>
                  <a:cubicBezTo>
                    <a:pt x="109051" y="2597"/>
                    <a:pt x="108861" y="2504"/>
                    <a:pt x="108662" y="2504"/>
                  </a:cubicBezTo>
                  <a:cubicBezTo>
                    <a:pt x="108539" y="2504"/>
                    <a:pt x="108413" y="2540"/>
                    <a:pt x="108297" y="2617"/>
                  </a:cubicBezTo>
                  <a:cubicBezTo>
                    <a:pt x="103209" y="6126"/>
                    <a:pt x="97420" y="8532"/>
                    <a:pt x="91405" y="9635"/>
                  </a:cubicBezTo>
                  <a:cubicBezTo>
                    <a:pt x="88397" y="10186"/>
                    <a:pt x="85264" y="10487"/>
                    <a:pt x="82056" y="11214"/>
                  </a:cubicBezTo>
                  <a:cubicBezTo>
                    <a:pt x="78823" y="11940"/>
                    <a:pt x="75691" y="13294"/>
                    <a:pt x="72883" y="15023"/>
                  </a:cubicBezTo>
                  <a:cubicBezTo>
                    <a:pt x="70051" y="16777"/>
                    <a:pt x="67495" y="18833"/>
                    <a:pt x="65114" y="20988"/>
                  </a:cubicBezTo>
                  <a:cubicBezTo>
                    <a:pt x="62733" y="23143"/>
                    <a:pt x="60477" y="25374"/>
                    <a:pt x="58247" y="27529"/>
                  </a:cubicBezTo>
                  <a:cubicBezTo>
                    <a:pt x="55991" y="29685"/>
                    <a:pt x="53736" y="31740"/>
                    <a:pt x="51405" y="33544"/>
                  </a:cubicBezTo>
                  <a:cubicBezTo>
                    <a:pt x="51104" y="33770"/>
                    <a:pt x="50803" y="33996"/>
                    <a:pt x="50502" y="34221"/>
                  </a:cubicBezTo>
                  <a:lnTo>
                    <a:pt x="49600" y="34848"/>
                  </a:lnTo>
                  <a:lnTo>
                    <a:pt x="48698" y="35449"/>
                  </a:lnTo>
                  <a:cubicBezTo>
                    <a:pt x="48397" y="35650"/>
                    <a:pt x="48096" y="35825"/>
                    <a:pt x="47796" y="36001"/>
                  </a:cubicBezTo>
                  <a:cubicBezTo>
                    <a:pt x="46568" y="36778"/>
                    <a:pt x="45314" y="37404"/>
                    <a:pt x="43961" y="37981"/>
                  </a:cubicBezTo>
                  <a:cubicBezTo>
                    <a:pt x="41304" y="39159"/>
                    <a:pt x="38447" y="40036"/>
                    <a:pt x="35465" y="40913"/>
                  </a:cubicBezTo>
                  <a:cubicBezTo>
                    <a:pt x="32482" y="41790"/>
                    <a:pt x="29475" y="42642"/>
                    <a:pt x="26467" y="43469"/>
                  </a:cubicBezTo>
                  <a:cubicBezTo>
                    <a:pt x="23886" y="44196"/>
                    <a:pt x="21279" y="44873"/>
                    <a:pt x="18673" y="45499"/>
                  </a:cubicBezTo>
                  <a:cubicBezTo>
                    <a:pt x="19675" y="44071"/>
                    <a:pt x="20552" y="42642"/>
                    <a:pt x="21405" y="41214"/>
                  </a:cubicBezTo>
                  <a:cubicBezTo>
                    <a:pt x="22958" y="38557"/>
                    <a:pt x="24412" y="36001"/>
                    <a:pt x="25966" y="33645"/>
                  </a:cubicBezTo>
                  <a:cubicBezTo>
                    <a:pt x="26768" y="32492"/>
                    <a:pt x="27595" y="31389"/>
                    <a:pt x="28472" y="30362"/>
                  </a:cubicBezTo>
                  <a:cubicBezTo>
                    <a:pt x="29349" y="29334"/>
                    <a:pt x="30302" y="28432"/>
                    <a:pt x="31354" y="27580"/>
                  </a:cubicBezTo>
                  <a:cubicBezTo>
                    <a:pt x="33460" y="25875"/>
                    <a:pt x="35966" y="24371"/>
                    <a:pt x="38573" y="22767"/>
                  </a:cubicBezTo>
                  <a:cubicBezTo>
                    <a:pt x="39876" y="21965"/>
                    <a:pt x="41204" y="21138"/>
                    <a:pt x="42507" y="20186"/>
                  </a:cubicBezTo>
                  <a:cubicBezTo>
                    <a:pt x="43811" y="19259"/>
                    <a:pt x="45089" y="18231"/>
                    <a:pt x="46242" y="17103"/>
                  </a:cubicBezTo>
                  <a:cubicBezTo>
                    <a:pt x="48548" y="14823"/>
                    <a:pt x="50502" y="12241"/>
                    <a:pt x="51981" y="9459"/>
                  </a:cubicBezTo>
                  <a:cubicBezTo>
                    <a:pt x="53485" y="6652"/>
                    <a:pt x="54512" y="3645"/>
                    <a:pt x="55014" y="587"/>
                  </a:cubicBezTo>
                  <a:cubicBezTo>
                    <a:pt x="55039" y="361"/>
                    <a:pt x="54913" y="136"/>
                    <a:pt x="54713" y="36"/>
                  </a:cubicBezTo>
                  <a:cubicBezTo>
                    <a:pt x="54648" y="12"/>
                    <a:pt x="54584" y="1"/>
                    <a:pt x="545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8" name="Google Shape;30868;p31"/>
            <p:cNvSpPr/>
            <p:nvPr/>
          </p:nvSpPr>
          <p:spPr>
            <a:xfrm>
              <a:off x="1174370" y="1642157"/>
              <a:ext cx="324855" cy="185955"/>
            </a:xfrm>
            <a:custGeom>
              <a:rect b="b" l="l" r="r" t="t"/>
              <a:pathLst>
                <a:path extrusionOk="0" h="8465" w="14788">
                  <a:moveTo>
                    <a:pt x="6364" y="0"/>
                  </a:moveTo>
                  <a:cubicBezTo>
                    <a:pt x="4103" y="0"/>
                    <a:pt x="1853" y="703"/>
                    <a:pt x="0" y="1994"/>
                  </a:cubicBezTo>
                  <a:cubicBezTo>
                    <a:pt x="1554" y="4550"/>
                    <a:pt x="3509" y="6756"/>
                    <a:pt x="6316" y="7833"/>
                  </a:cubicBezTo>
                  <a:cubicBezTo>
                    <a:pt x="7404" y="8245"/>
                    <a:pt x="8587" y="8465"/>
                    <a:pt x="9761" y="8465"/>
                  </a:cubicBezTo>
                  <a:cubicBezTo>
                    <a:pt x="11591" y="8465"/>
                    <a:pt x="13398" y="7931"/>
                    <a:pt x="14787" y="6756"/>
                  </a:cubicBezTo>
                  <a:cubicBezTo>
                    <a:pt x="14035" y="5979"/>
                    <a:pt x="13334" y="5227"/>
                    <a:pt x="12507" y="4575"/>
                  </a:cubicBezTo>
                  <a:cubicBezTo>
                    <a:pt x="13284" y="4324"/>
                    <a:pt x="13935" y="4049"/>
                    <a:pt x="14762" y="3898"/>
                  </a:cubicBezTo>
                  <a:cubicBezTo>
                    <a:pt x="13008" y="1818"/>
                    <a:pt x="10451" y="440"/>
                    <a:pt x="7745" y="89"/>
                  </a:cubicBezTo>
                  <a:cubicBezTo>
                    <a:pt x="7286" y="29"/>
                    <a:pt x="6825" y="0"/>
                    <a:pt x="6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9" name="Google Shape;30869;p31"/>
            <p:cNvSpPr/>
            <p:nvPr/>
          </p:nvSpPr>
          <p:spPr>
            <a:xfrm>
              <a:off x="1859271" y="803348"/>
              <a:ext cx="264840" cy="295111"/>
            </a:xfrm>
            <a:custGeom>
              <a:rect b="b" l="l" r="r" t="t"/>
              <a:pathLst>
                <a:path extrusionOk="0" h="13434" w="12056">
                  <a:moveTo>
                    <a:pt x="8347" y="0"/>
                  </a:moveTo>
                  <a:lnTo>
                    <a:pt x="8347" y="0"/>
                  </a:lnTo>
                  <a:cubicBezTo>
                    <a:pt x="5665" y="852"/>
                    <a:pt x="3309" y="2757"/>
                    <a:pt x="1880" y="5213"/>
                  </a:cubicBezTo>
                  <a:cubicBezTo>
                    <a:pt x="477" y="7669"/>
                    <a:pt x="1" y="10652"/>
                    <a:pt x="602" y="13434"/>
                  </a:cubicBezTo>
                  <a:cubicBezTo>
                    <a:pt x="3685" y="12958"/>
                    <a:pt x="6617" y="11955"/>
                    <a:pt x="8748" y="9700"/>
                  </a:cubicBezTo>
                  <a:cubicBezTo>
                    <a:pt x="10903" y="7444"/>
                    <a:pt x="12056" y="4085"/>
                    <a:pt x="11103" y="1103"/>
                  </a:cubicBezTo>
                  <a:lnTo>
                    <a:pt x="11103" y="1103"/>
                  </a:lnTo>
                  <a:cubicBezTo>
                    <a:pt x="10076" y="1529"/>
                    <a:pt x="9073" y="1880"/>
                    <a:pt x="8096" y="2431"/>
                  </a:cubicBezTo>
                  <a:cubicBezTo>
                    <a:pt x="8171" y="1579"/>
                    <a:pt x="8171" y="827"/>
                    <a:pt x="8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0" name="Google Shape;30870;p31"/>
            <p:cNvSpPr/>
            <p:nvPr/>
          </p:nvSpPr>
          <p:spPr>
            <a:xfrm>
              <a:off x="166280" y="1325823"/>
              <a:ext cx="218599" cy="368900"/>
            </a:xfrm>
            <a:custGeom>
              <a:rect b="b" l="l" r="r" t="t"/>
              <a:pathLst>
                <a:path extrusionOk="0" h="16793" w="9951">
                  <a:moveTo>
                    <a:pt x="3760" y="1"/>
                  </a:moveTo>
                  <a:cubicBezTo>
                    <a:pt x="3434" y="1129"/>
                    <a:pt x="3083" y="2206"/>
                    <a:pt x="2908" y="3384"/>
                  </a:cubicBezTo>
                  <a:cubicBezTo>
                    <a:pt x="2231" y="2758"/>
                    <a:pt x="1630" y="2282"/>
                    <a:pt x="1028" y="1580"/>
                  </a:cubicBezTo>
                  <a:lnTo>
                    <a:pt x="1028" y="1580"/>
                  </a:lnTo>
                  <a:cubicBezTo>
                    <a:pt x="1" y="4412"/>
                    <a:pt x="76" y="7620"/>
                    <a:pt x="1229" y="10402"/>
                  </a:cubicBezTo>
                  <a:cubicBezTo>
                    <a:pt x="2357" y="13184"/>
                    <a:pt x="4562" y="15515"/>
                    <a:pt x="7294" y="16793"/>
                  </a:cubicBezTo>
                  <a:cubicBezTo>
                    <a:pt x="8873" y="13911"/>
                    <a:pt x="9951" y="10803"/>
                    <a:pt x="9424" y="7545"/>
                  </a:cubicBezTo>
                  <a:cubicBezTo>
                    <a:pt x="8923" y="4262"/>
                    <a:pt x="6868" y="1129"/>
                    <a:pt x="3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1" name="Google Shape;30871;p31"/>
            <p:cNvSpPr/>
            <p:nvPr/>
          </p:nvSpPr>
          <p:spPr>
            <a:xfrm>
              <a:off x="2204" y="2178755"/>
              <a:ext cx="256602" cy="228330"/>
            </a:xfrm>
            <a:custGeom>
              <a:rect b="b" l="l" r="r" t="t"/>
              <a:pathLst>
                <a:path extrusionOk="0" h="10394" w="11681">
                  <a:moveTo>
                    <a:pt x="1054" y="0"/>
                  </a:moveTo>
                  <a:cubicBezTo>
                    <a:pt x="702" y="0"/>
                    <a:pt x="350" y="16"/>
                    <a:pt x="1" y="46"/>
                  </a:cubicBezTo>
                  <a:lnTo>
                    <a:pt x="1" y="6061"/>
                  </a:lnTo>
                  <a:cubicBezTo>
                    <a:pt x="577" y="6863"/>
                    <a:pt x="1279" y="7615"/>
                    <a:pt x="2081" y="8267"/>
                  </a:cubicBezTo>
                  <a:cubicBezTo>
                    <a:pt x="3752" y="9579"/>
                    <a:pt x="5875" y="10393"/>
                    <a:pt x="7961" y="10393"/>
                  </a:cubicBezTo>
                  <a:cubicBezTo>
                    <a:pt x="8941" y="10393"/>
                    <a:pt x="9914" y="10214"/>
                    <a:pt x="10828" y="9821"/>
                  </a:cubicBezTo>
                  <a:cubicBezTo>
                    <a:pt x="10327" y="8843"/>
                    <a:pt x="9876" y="7866"/>
                    <a:pt x="9249" y="6964"/>
                  </a:cubicBezTo>
                  <a:cubicBezTo>
                    <a:pt x="9715" y="6950"/>
                    <a:pt x="10144" y="6929"/>
                    <a:pt x="10576" y="6929"/>
                  </a:cubicBezTo>
                  <a:cubicBezTo>
                    <a:pt x="10934" y="6929"/>
                    <a:pt x="11294" y="6943"/>
                    <a:pt x="11680" y="6989"/>
                  </a:cubicBezTo>
                  <a:cubicBezTo>
                    <a:pt x="10577" y="4382"/>
                    <a:pt x="8472" y="2227"/>
                    <a:pt x="5916" y="1049"/>
                  </a:cubicBezTo>
                  <a:cubicBezTo>
                    <a:pt x="4405" y="345"/>
                    <a:pt x="2723" y="0"/>
                    <a:pt x="10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2" name="Google Shape;30872;p31"/>
            <p:cNvSpPr/>
            <p:nvPr/>
          </p:nvSpPr>
          <p:spPr>
            <a:xfrm>
              <a:off x="728955" y="1979356"/>
              <a:ext cx="294035" cy="245069"/>
            </a:xfrm>
            <a:custGeom>
              <a:rect b="b" l="l" r="r" t="t"/>
              <a:pathLst>
                <a:path extrusionOk="0" h="11156" w="13385">
                  <a:moveTo>
                    <a:pt x="10828" y="0"/>
                  </a:moveTo>
                  <a:lnTo>
                    <a:pt x="10828" y="0"/>
                  </a:lnTo>
                  <a:cubicBezTo>
                    <a:pt x="8021" y="176"/>
                    <a:pt x="5264" y="1404"/>
                    <a:pt x="3284" y="3434"/>
                  </a:cubicBezTo>
                  <a:cubicBezTo>
                    <a:pt x="1304" y="5439"/>
                    <a:pt x="101" y="8221"/>
                    <a:pt x="1" y="11028"/>
                  </a:cubicBezTo>
                  <a:cubicBezTo>
                    <a:pt x="762" y="11108"/>
                    <a:pt x="1523" y="11155"/>
                    <a:pt x="2278" y="11155"/>
                  </a:cubicBezTo>
                  <a:cubicBezTo>
                    <a:pt x="4579" y="11155"/>
                    <a:pt x="6816" y="10720"/>
                    <a:pt x="8798" y="9474"/>
                  </a:cubicBezTo>
                  <a:cubicBezTo>
                    <a:pt x="11429" y="7820"/>
                    <a:pt x="13384" y="4888"/>
                    <a:pt x="13209" y="1780"/>
                  </a:cubicBezTo>
                  <a:lnTo>
                    <a:pt x="13209" y="1780"/>
                  </a:lnTo>
                  <a:cubicBezTo>
                    <a:pt x="12106" y="1905"/>
                    <a:pt x="11053" y="2005"/>
                    <a:pt x="9976" y="2306"/>
                  </a:cubicBezTo>
                  <a:cubicBezTo>
                    <a:pt x="10251" y="1479"/>
                    <a:pt x="10452" y="777"/>
                    <a:pt x="10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3" name="Google Shape;30873;p31"/>
            <p:cNvSpPr/>
            <p:nvPr/>
          </p:nvSpPr>
          <p:spPr>
            <a:xfrm>
              <a:off x="1383038" y="929968"/>
              <a:ext cx="315497" cy="315497"/>
            </a:xfrm>
            <a:custGeom>
              <a:rect b="b" l="l" r="r" t="t"/>
              <a:pathLst>
                <a:path extrusionOk="0" h="14362" w="14362">
                  <a:moveTo>
                    <a:pt x="7168" y="1"/>
                  </a:moveTo>
                  <a:cubicBezTo>
                    <a:pt x="4136" y="1"/>
                    <a:pt x="1529" y="1880"/>
                    <a:pt x="502" y="4562"/>
                  </a:cubicBezTo>
                  <a:cubicBezTo>
                    <a:pt x="401" y="4813"/>
                    <a:pt x="301" y="5063"/>
                    <a:pt x="251" y="5339"/>
                  </a:cubicBezTo>
                  <a:cubicBezTo>
                    <a:pt x="76" y="5916"/>
                    <a:pt x="0" y="6542"/>
                    <a:pt x="0" y="7194"/>
                  </a:cubicBezTo>
                  <a:cubicBezTo>
                    <a:pt x="0" y="8121"/>
                    <a:pt x="176" y="9023"/>
                    <a:pt x="502" y="9825"/>
                  </a:cubicBezTo>
                  <a:cubicBezTo>
                    <a:pt x="527" y="9901"/>
                    <a:pt x="552" y="9951"/>
                    <a:pt x="577" y="10026"/>
                  </a:cubicBezTo>
                  <a:cubicBezTo>
                    <a:pt x="1680" y="12582"/>
                    <a:pt x="4211" y="14362"/>
                    <a:pt x="7168" y="14362"/>
                  </a:cubicBezTo>
                  <a:cubicBezTo>
                    <a:pt x="11153" y="14362"/>
                    <a:pt x="14361" y="11154"/>
                    <a:pt x="14361" y="7194"/>
                  </a:cubicBezTo>
                  <a:cubicBezTo>
                    <a:pt x="14361" y="5164"/>
                    <a:pt x="13534" y="3334"/>
                    <a:pt x="12181" y="2031"/>
                  </a:cubicBezTo>
                  <a:cubicBezTo>
                    <a:pt x="12156" y="2006"/>
                    <a:pt x="12106" y="1981"/>
                    <a:pt x="12081" y="1931"/>
                  </a:cubicBezTo>
                  <a:cubicBezTo>
                    <a:pt x="10928" y="878"/>
                    <a:pt x="9449" y="176"/>
                    <a:pt x="7820" y="26"/>
                  </a:cubicBezTo>
                  <a:lnTo>
                    <a:pt x="7770" y="26"/>
                  </a:lnTo>
                  <a:cubicBezTo>
                    <a:pt x="7569" y="26"/>
                    <a:pt x="7369" y="1"/>
                    <a:pt x="7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4" name="Google Shape;30874;p31"/>
            <p:cNvSpPr/>
            <p:nvPr/>
          </p:nvSpPr>
          <p:spPr>
            <a:xfrm>
              <a:off x="1394043" y="1107334"/>
              <a:ext cx="267059" cy="80335"/>
            </a:xfrm>
            <a:custGeom>
              <a:rect b="b" l="l" r="r" t="t"/>
              <a:pathLst>
                <a:path extrusionOk="0" h="3657" w="12157">
                  <a:moveTo>
                    <a:pt x="2583" y="1"/>
                  </a:moveTo>
                  <a:cubicBezTo>
                    <a:pt x="2069" y="1"/>
                    <a:pt x="1557" y="137"/>
                    <a:pt x="1128" y="423"/>
                  </a:cubicBezTo>
                  <a:cubicBezTo>
                    <a:pt x="627" y="749"/>
                    <a:pt x="276" y="1250"/>
                    <a:pt x="1" y="1751"/>
                  </a:cubicBezTo>
                  <a:cubicBezTo>
                    <a:pt x="26" y="1827"/>
                    <a:pt x="51" y="1877"/>
                    <a:pt x="76" y="1952"/>
                  </a:cubicBezTo>
                  <a:cubicBezTo>
                    <a:pt x="352" y="1400"/>
                    <a:pt x="702" y="874"/>
                    <a:pt x="1204" y="548"/>
                  </a:cubicBezTo>
                  <a:cubicBezTo>
                    <a:pt x="1602" y="291"/>
                    <a:pt x="2086" y="160"/>
                    <a:pt x="2581" y="160"/>
                  </a:cubicBezTo>
                  <a:cubicBezTo>
                    <a:pt x="3052" y="160"/>
                    <a:pt x="3533" y="279"/>
                    <a:pt x="3961" y="523"/>
                  </a:cubicBezTo>
                  <a:cubicBezTo>
                    <a:pt x="4763" y="949"/>
                    <a:pt x="5389" y="1751"/>
                    <a:pt x="5715" y="2754"/>
                  </a:cubicBezTo>
                  <a:lnTo>
                    <a:pt x="5765" y="2854"/>
                  </a:lnTo>
                  <a:lnTo>
                    <a:pt x="5840" y="2779"/>
                  </a:lnTo>
                  <a:cubicBezTo>
                    <a:pt x="6596" y="2128"/>
                    <a:pt x="7580" y="1759"/>
                    <a:pt x="8571" y="1759"/>
                  </a:cubicBezTo>
                  <a:cubicBezTo>
                    <a:pt x="8764" y="1759"/>
                    <a:pt x="8957" y="1773"/>
                    <a:pt x="9149" y="1801"/>
                  </a:cubicBezTo>
                  <a:cubicBezTo>
                    <a:pt x="10301" y="1952"/>
                    <a:pt x="11379" y="2654"/>
                    <a:pt x="12031" y="3656"/>
                  </a:cubicBezTo>
                  <a:lnTo>
                    <a:pt x="12156" y="3581"/>
                  </a:lnTo>
                  <a:cubicBezTo>
                    <a:pt x="11504" y="2528"/>
                    <a:pt x="10377" y="1827"/>
                    <a:pt x="9149" y="1651"/>
                  </a:cubicBezTo>
                  <a:cubicBezTo>
                    <a:pt x="8998" y="1626"/>
                    <a:pt x="8873" y="1601"/>
                    <a:pt x="8722" y="1601"/>
                  </a:cubicBezTo>
                  <a:lnTo>
                    <a:pt x="8572" y="1601"/>
                  </a:lnTo>
                  <a:cubicBezTo>
                    <a:pt x="7570" y="1601"/>
                    <a:pt x="6592" y="1952"/>
                    <a:pt x="5815" y="2578"/>
                  </a:cubicBezTo>
                  <a:cubicBezTo>
                    <a:pt x="5489" y="1601"/>
                    <a:pt x="4838" y="799"/>
                    <a:pt x="4036" y="373"/>
                  </a:cubicBezTo>
                  <a:cubicBezTo>
                    <a:pt x="3735" y="222"/>
                    <a:pt x="3409" y="97"/>
                    <a:pt x="3083" y="47"/>
                  </a:cubicBezTo>
                  <a:cubicBezTo>
                    <a:pt x="3033" y="47"/>
                    <a:pt x="2983" y="22"/>
                    <a:pt x="2933" y="22"/>
                  </a:cubicBezTo>
                  <a:cubicBezTo>
                    <a:pt x="2817" y="8"/>
                    <a:pt x="2700" y="1"/>
                    <a:pt x="2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5" name="Google Shape;30875;p31"/>
            <p:cNvSpPr/>
            <p:nvPr/>
          </p:nvSpPr>
          <p:spPr>
            <a:xfrm>
              <a:off x="1575736" y="971267"/>
              <a:ext cx="75986" cy="172357"/>
            </a:xfrm>
            <a:custGeom>
              <a:rect b="b" l="l" r="r" t="t"/>
              <a:pathLst>
                <a:path extrusionOk="0" h="7846" w="3459">
                  <a:moveTo>
                    <a:pt x="3384" y="0"/>
                  </a:moveTo>
                  <a:cubicBezTo>
                    <a:pt x="2732" y="401"/>
                    <a:pt x="2281" y="1128"/>
                    <a:pt x="2106" y="1980"/>
                  </a:cubicBezTo>
                  <a:cubicBezTo>
                    <a:pt x="1980" y="2657"/>
                    <a:pt x="2005" y="3384"/>
                    <a:pt x="2231" y="4261"/>
                  </a:cubicBezTo>
                  <a:cubicBezTo>
                    <a:pt x="1479" y="4411"/>
                    <a:pt x="827" y="4888"/>
                    <a:pt x="451" y="5564"/>
                  </a:cubicBezTo>
                  <a:cubicBezTo>
                    <a:pt x="50" y="6266"/>
                    <a:pt x="0" y="7118"/>
                    <a:pt x="301" y="7845"/>
                  </a:cubicBezTo>
                  <a:lnTo>
                    <a:pt x="451" y="7795"/>
                  </a:lnTo>
                  <a:cubicBezTo>
                    <a:pt x="176" y="7118"/>
                    <a:pt x="226" y="6291"/>
                    <a:pt x="577" y="5640"/>
                  </a:cubicBezTo>
                  <a:cubicBezTo>
                    <a:pt x="928" y="4988"/>
                    <a:pt x="1604" y="4512"/>
                    <a:pt x="2356" y="4386"/>
                  </a:cubicBezTo>
                  <a:lnTo>
                    <a:pt x="2431" y="4361"/>
                  </a:lnTo>
                  <a:lnTo>
                    <a:pt x="2406" y="4286"/>
                  </a:lnTo>
                  <a:cubicBezTo>
                    <a:pt x="2181" y="3434"/>
                    <a:pt x="2131" y="2682"/>
                    <a:pt x="2256" y="2005"/>
                  </a:cubicBezTo>
                  <a:cubicBezTo>
                    <a:pt x="2406" y="1203"/>
                    <a:pt x="2857" y="502"/>
                    <a:pt x="3459" y="126"/>
                  </a:cubicBezTo>
                  <a:lnTo>
                    <a:pt x="33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6" name="Google Shape;30876;p31"/>
            <p:cNvSpPr/>
            <p:nvPr/>
          </p:nvSpPr>
          <p:spPr>
            <a:xfrm>
              <a:off x="1458452" y="1026801"/>
              <a:ext cx="164646" cy="83235"/>
            </a:xfrm>
            <a:custGeom>
              <a:rect b="b" l="l" r="r" t="t"/>
              <a:pathLst>
                <a:path extrusionOk="0" h="3789" w="7495">
                  <a:moveTo>
                    <a:pt x="5517" y="1"/>
                  </a:moveTo>
                  <a:cubicBezTo>
                    <a:pt x="5399" y="1"/>
                    <a:pt x="5281" y="10"/>
                    <a:pt x="5164" y="29"/>
                  </a:cubicBezTo>
                  <a:cubicBezTo>
                    <a:pt x="4312" y="154"/>
                    <a:pt x="3610" y="881"/>
                    <a:pt x="3560" y="1633"/>
                  </a:cubicBezTo>
                  <a:cubicBezTo>
                    <a:pt x="3266" y="1521"/>
                    <a:pt x="2951" y="1467"/>
                    <a:pt x="2636" y="1467"/>
                  </a:cubicBezTo>
                  <a:cubicBezTo>
                    <a:pt x="2172" y="1467"/>
                    <a:pt x="1707" y="1584"/>
                    <a:pt x="1304" y="1808"/>
                  </a:cubicBezTo>
                  <a:cubicBezTo>
                    <a:pt x="602" y="2209"/>
                    <a:pt x="101" y="2961"/>
                    <a:pt x="1" y="3763"/>
                  </a:cubicBezTo>
                  <a:lnTo>
                    <a:pt x="151" y="3788"/>
                  </a:lnTo>
                  <a:cubicBezTo>
                    <a:pt x="252" y="3036"/>
                    <a:pt x="728" y="2335"/>
                    <a:pt x="1379" y="1934"/>
                  </a:cubicBezTo>
                  <a:cubicBezTo>
                    <a:pt x="1762" y="1721"/>
                    <a:pt x="2200" y="1613"/>
                    <a:pt x="2635" y="1613"/>
                  </a:cubicBezTo>
                  <a:cubicBezTo>
                    <a:pt x="2971" y="1613"/>
                    <a:pt x="3305" y="1677"/>
                    <a:pt x="3610" y="1808"/>
                  </a:cubicBezTo>
                  <a:lnTo>
                    <a:pt x="3710" y="1858"/>
                  </a:lnTo>
                  <a:lnTo>
                    <a:pt x="3710" y="1758"/>
                  </a:lnTo>
                  <a:cubicBezTo>
                    <a:pt x="3710" y="1006"/>
                    <a:pt x="4362" y="305"/>
                    <a:pt x="5189" y="179"/>
                  </a:cubicBezTo>
                  <a:cubicBezTo>
                    <a:pt x="5293" y="165"/>
                    <a:pt x="5398" y="158"/>
                    <a:pt x="5504" y="158"/>
                  </a:cubicBezTo>
                  <a:cubicBezTo>
                    <a:pt x="6142" y="158"/>
                    <a:pt x="6814" y="415"/>
                    <a:pt x="7394" y="931"/>
                  </a:cubicBezTo>
                  <a:lnTo>
                    <a:pt x="7495" y="806"/>
                  </a:lnTo>
                  <a:cubicBezTo>
                    <a:pt x="6877" y="295"/>
                    <a:pt x="6187" y="1"/>
                    <a:pt x="5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7" name="Google Shape;30877;p31"/>
            <p:cNvSpPr/>
            <p:nvPr/>
          </p:nvSpPr>
          <p:spPr>
            <a:xfrm>
              <a:off x="1388529" y="988138"/>
              <a:ext cx="217500" cy="59137"/>
            </a:xfrm>
            <a:custGeom>
              <a:rect b="b" l="l" r="r" t="t"/>
              <a:pathLst>
                <a:path extrusionOk="0" h="2692" w="9901">
                  <a:moveTo>
                    <a:pt x="6736" y="1"/>
                  </a:moveTo>
                  <a:cubicBezTo>
                    <a:pt x="6364" y="1"/>
                    <a:pt x="5994" y="42"/>
                    <a:pt x="5640" y="160"/>
                  </a:cubicBezTo>
                  <a:cubicBezTo>
                    <a:pt x="5615" y="160"/>
                    <a:pt x="5590" y="160"/>
                    <a:pt x="5565" y="185"/>
                  </a:cubicBezTo>
                  <a:cubicBezTo>
                    <a:pt x="4888" y="385"/>
                    <a:pt x="4287" y="786"/>
                    <a:pt x="3836" y="1363"/>
                  </a:cubicBezTo>
                  <a:cubicBezTo>
                    <a:pt x="3387" y="1047"/>
                    <a:pt x="2850" y="886"/>
                    <a:pt x="2320" y="886"/>
                  </a:cubicBezTo>
                  <a:cubicBezTo>
                    <a:pt x="2051" y="886"/>
                    <a:pt x="1783" y="927"/>
                    <a:pt x="1530" y="1012"/>
                  </a:cubicBezTo>
                  <a:cubicBezTo>
                    <a:pt x="1004" y="1162"/>
                    <a:pt x="552" y="1488"/>
                    <a:pt x="252" y="1914"/>
                  </a:cubicBezTo>
                  <a:cubicBezTo>
                    <a:pt x="151" y="2165"/>
                    <a:pt x="51" y="2415"/>
                    <a:pt x="1" y="2691"/>
                  </a:cubicBezTo>
                  <a:cubicBezTo>
                    <a:pt x="252" y="1964"/>
                    <a:pt x="853" y="1388"/>
                    <a:pt x="1555" y="1137"/>
                  </a:cubicBezTo>
                  <a:cubicBezTo>
                    <a:pt x="1788" y="1067"/>
                    <a:pt x="2030" y="1034"/>
                    <a:pt x="2273" y="1034"/>
                  </a:cubicBezTo>
                  <a:cubicBezTo>
                    <a:pt x="2815" y="1034"/>
                    <a:pt x="3361" y="1202"/>
                    <a:pt x="3811" y="1513"/>
                  </a:cubicBezTo>
                  <a:lnTo>
                    <a:pt x="3861" y="1563"/>
                  </a:lnTo>
                  <a:lnTo>
                    <a:pt x="3911" y="1513"/>
                  </a:lnTo>
                  <a:cubicBezTo>
                    <a:pt x="4567" y="654"/>
                    <a:pt x="5610" y="141"/>
                    <a:pt x="6673" y="141"/>
                  </a:cubicBezTo>
                  <a:cubicBezTo>
                    <a:pt x="6788" y="141"/>
                    <a:pt x="6903" y="147"/>
                    <a:pt x="7019" y="160"/>
                  </a:cubicBezTo>
                  <a:cubicBezTo>
                    <a:pt x="8121" y="285"/>
                    <a:pt x="9124" y="987"/>
                    <a:pt x="9675" y="1964"/>
                  </a:cubicBezTo>
                  <a:cubicBezTo>
                    <a:pt x="9700" y="2014"/>
                    <a:pt x="9725" y="2090"/>
                    <a:pt x="9750" y="2165"/>
                  </a:cubicBezTo>
                  <a:lnTo>
                    <a:pt x="9901" y="2090"/>
                  </a:lnTo>
                  <a:cubicBezTo>
                    <a:pt x="9901" y="2065"/>
                    <a:pt x="9901" y="2065"/>
                    <a:pt x="9876" y="2039"/>
                  </a:cubicBezTo>
                  <a:cubicBezTo>
                    <a:pt x="9349" y="962"/>
                    <a:pt x="8247" y="160"/>
                    <a:pt x="7044" y="9"/>
                  </a:cubicBezTo>
                  <a:cubicBezTo>
                    <a:pt x="6941" y="4"/>
                    <a:pt x="6839" y="1"/>
                    <a:pt x="67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8" name="Google Shape;30878;p31"/>
            <p:cNvSpPr/>
            <p:nvPr/>
          </p:nvSpPr>
          <p:spPr>
            <a:xfrm>
              <a:off x="1509109" y="930518"/>
              <a:ext cx="46286" cy="61685"/>
            </a:xfrm>
            <a:custGeom>
              <a:rect b="b" l="l" r="r" t="t"/>
              <a:pathLst>
                <a:path extrusionOk="0" h="2808" w="2107">
                  <a:moveTo>
                    <a:pt x="2081" y="1"/>
                  </a:moveTo>
                  <a:cubicBezTo>
                    <a:pt x="1479" y="51"/>
                    <a:pt x="903" y="427"/>
                    <a:pt x="527" y="1003"/>
                  </a:cubicBezTo>
                  <a:cubicBezTo>
                    <a:pt x="201" y="1479"/>
                    <a:pt x="26" y="2081"/>
                    <a:pt x="1" y="2808"/>
                  </a:cubicBezTo>
                  <a:lnTo>
                    <a:pt x="151" y="2808"/>
                  </a:lnTo>
                  <a:cubicBezTo>
                    <a:pt x="176" y="2131"/>
                    <a:pt x="352" y="1555"/>
                    <a:pt x="652" y="1078"/>
                  </a:cubicBezTo>
                  <a:cubicBezTo>
                    <a:pt x="1003" y="552"/>
                    <a:pt x="1530" y="201"/>
                    <a:pt x="2106" y="151"/>
                  </a:cubicBezTo>
                  <a:lnTo>
                    <a:pt x="208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9" name="Google Shape;30879;p31"/>
            <p:cNvSpPr/>
            <p:nvPr/>
          </p:nvSpPr>
          <p:spPr>
            <a:xfrm>
              <a:off x="575881" y="-152164"/>
              <a:ext cx="188305" cy="112803"/>
            </a:xfrm>
            <a:custGeom>
              <a:rect b="b" l="l" r="r" t="t"/>
              <a:pathLst>
                <a:path extrusionOk="0" h="5135" w="8572">
                  <a:moveTo>
                    <a:pt x="5835" y="0"/>
                  </a:moveTo>
                  <a:cubicBezTo>
                    <a:pt x="5023" y="0"/>
                    <a:pt x="4198" y="187"/>
                    <a:pt x="3459" y="534"/>
                  </a:cubicBezTo>
                  <a:cubicBezTo>
                    <a:pt x="1855" y="1261"/>
                    <a:pt x="802" y="2639"/>
                    <a:pt x="0" y="4218"/>
                  </a:cubicBezTo>
                  <a:cubicBezTo>
                    <a:pt x="1008" y="4815"/>
                    <a:pt x="2196" y="5134"/>
                    <a:pt x="3389" y="5134"/>
                  </a:cubicBezTo>
                  <a:cubicBezTo>
                    <a:pt x="3799" y="5134"/>
                    <a:pt x="4208" y="5097"/>
                    <a:pt x="4612" y="5020"/>
                  </a:cubicBezTo>
                  <a:cubicBezTo>
                    <a:pt x="6191" y="4694"/>
                    <a:pt x="7619" y="3792"/>
                    <a:pt x="8572" y="2514"/>
                  </a:cubicBezTo>
                  <a:cubicBezTo>
                    <a:pt x="8095" y="2438"/>
                    <a:pt x="7694" y="2313"/>
                    <a:pt x="7218" y="2188"/>
                  </a:cubicBezTo>
                  <a:cubicBezTo>
                    <a:pt x="7694" y="1762"/>
                    <a:pt x="8070" y="1311"/>
                    <a:pt x="8471" y="809"/>
                  </a:cubicBezTo>
                  <a:cubicBezTo>
                    <a:pt x="7715" y="256"/>
                    <a:pt x="6784" y="0"/>
                    <a:pt x="58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0" name="Google Shape;30880;p31"/>
            <p:cNvSpPr/>
            <p:nvPr/>
          </p:nvSpPr>
          <p:spPr>
            <a:xfrm>
              <a:off x="470588" y="3034590"/>
              <a:ext cx="177322" cy="126401"/>
            </a:xfrm>
            <a:custGeom>
              <a:rect b="b" l="l" r="r" t="t"/>
              <a:pathLst>
                <a:path extrusionOk="0" h="5754" w="8072">
                  <a:moveTo>
                    <a:pt x="5881" y="0"/>
                  </a:moveTo>
                  <a:cubicBezTo>
                    <a:pt x="4745" y="0"/>
                    <a:pt x="3589" y="410"/>
                    <a:pt x="2658" y="1096"/>
                  </a:cubicBezTo>
                  <a:cubicBezTo>
                    <a:pt x="1254" y="2124"/>
                    <a:pt x="477" y="3703"/>
                    <a:pt x="1" y="5382"/>
                  </a:cubicBezTo>
                  <a:cubicBezTo>
                    <a:pt x="704" y="5628"/>
                    <a:pt x="1450" y="5753"/>
                    <a:pt x="2197" y="5753"/>
                  </a:cubicBezTo>
                  <a:cubicBezTo>
                    <a:pt x="3048" y="5753"/>
                    <a:pt x="3900" y="5590"/>
                    <a:pt x="4688" y="5257"/>
                  </a:cubicBezTo>
                  <a:cubicBezTo>
                    <a:pt x="6166" y="4630"/>
                    <a:pt x="7394" y="3452"/>
                    <a:pt x="8071" y="1998"/>
                  </a:cubicBezTo>
                  <a:lnTo>
                    <a:pt x="8071" y="1998"/>
                  </a:lnTo>
                  <a:cubicBezTo>
                    <a:pt x="7923" y="2014"/>
                    <a:pt x="7781" y="2020"/>
                    <a:pt x="7640" y="2020"/>
                  </a:cubicBezTo>
                  <a:cubicBezTo>
                    <a:pt x="7326" y="2020"/>
                    <a:pt x="7021" y="1991"/>
                    <a:pt x="6693" y="1973"/>
                  </a:cubicBezTo>
                  <a:cubicBezTo>
                    <a:pt x="7069" y="1472"/>
                    <a:pt x="7344" y="921"/>
                    <a:pt x="7645" y="369"/>
                  </a:cubicBezTo>
                  <a:cubicBezTo>
                    <a:pt x="7087" y="117"/>
                    <a:pt x="6487" y="0"/>
                    <a:pt x="58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1" name="Google Shape;30881;p31"/>
            <p:cNvSpPr/>
            <p:nvPr/>
          </p:nvSpPr>
          <p:spPr>
            <a:xfrm>
              <a:off x="1511306" y="643007"/>
              <a:ext cx="177322" cy="126489"/>
            </a:xfrm>
            <a:custGeom>
              <a:rect b="b" l="l" r="r" t="t"/>
              <a:pathLst>
                <a:path extrusionOk="0" h="5758" w="8072">
                  <a:moveTo>
                    <a:pt x="5875" y="1"/>
                  </a:moveTo>
                  <a:cubicBezTo>
                    <a:pt x="4741" y="1"/>
                    <a:pt x="3588" y="415"/>
                    <a:pt x="2658" y="1084"/>
                  </a:cubicBezTo>
                  <a:cubicBezTo>
                    <a:pt x="1254" y="2136"/>
                    <a:pt x="477" y="3690"/>
                    <a:pt x="1" y="5394"/>
                  </a:cubicBezTo>
                  <a:cubicBezTo>
                    <a:pt x="694" y="5637"/>
                    <a:pt x="1431" y="5757"/>
                    <a:pt x="2167" y="5757"/>
                  </a:cubicBezTo>
                  <a:cubicBezTo>
                    <a:pt x="3029" y="5757"/>
                    <a:pt x="3891" y="5593"/>
                    <a:pt x="4688" y="5269"/>
                  </a:cubicBezTo>
                  <a:cubicBezTo>
                    <a:pt x="6166" y="4643"/>
                    <a:pt x="7395" y="3465"/>
                    <a:pt x="8071" y="2011"/>
                  </a:cubicBezTo>
                  <a:lnTo>
                    <a:pt x="8071" y="2011"/>
                  </a:lnTo>
                  <a:cubicBezTo>
                    <a:pt x="7976" y="2016"/>
                    <a:pt x="7883" y="2018"/>
                    <a:pt x="7791" y="2018"/>
                  </a:cubicBezTo>
                  <a:cubicBezTo>
                    <a:pt x="7423" y="2018"/>
                    <a:pt x="7074" y="1986"/>
                    <a:pt x="6693" y="1986"/>
                  </a:cubicBezTo>
                  <a:cubicBezTo>
                    <a:pt x="7069" y="1460"/>
                    <a:pt x="7344" y="933"/>
                    <a:pt x="7645" y="382"/>
                  </a:cubicBezTo>
                  <a:cubicBezTo>
                    <a:pt x="7085" y="120"/>
                    <a:pt x="6483" y="1"/>
                    <a:pt x="58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2" name="Google Shape;30882;p31"/>
            <p:cNvSpPr/>
            <p:nvPr/>
          </p:nvSpPr>
          <p:spPr>
            <a:xfrm>
              <a:off x="1820740" y="1314268"/>
              <a:ext cx="135452" cy="178947"/>
            </a:xfrm>
            <a:custGeom>
              <a:rect b="b" l="l" r="r" t="t"/>
              <a:pathLst>
                <a:path extrusionOk="0" h="8146" w="6166">
                  <a:moveTo>
                    <a:pt x="577" y="1"/>
                  </a:moveTo>
                  <a:lnTo>
                    <a:pt x="577" y="1"/>
                  </a:lnTo>
                  <a:cubicBezTo>
                    <a:pt x="0" y="1504"/>
                    <a:pt x="0" y="3209"/>
                    <a:pt x="602" y="4687"/>
                  </a:cubicBezTo>
                  <a:cubicBezTo>
                    <a:pt x="1178" y="6191"/>
                    <a:pt x="2331" y="7444"/>
                    <a:pt x="3760" y="8146"/>
                  </a:cubicBezTo>
                  <a:cubicBezTo>
                    <a:pt x="3735" y="7670"/>
                    <a:pt x="3785" y="7244"/>
                    <a:pt x="3835" y="6767"/>
                  </a:cubicBezTo>
                  <a:cubicBezTo>
                    <a:pt x="4311" y="7143"/>
                    <a:pt x="4862" y="7444"/>
                    <a:pt x="5389" y="7770"/>
                  </a:cubicBezTo>
                  <a:cubicBezTo>
                    <a:pt x="6166" y="6191"/>
                    <a:pt x="5815" y="4211"/>
                    <a:pt x="4812" y="2757"/>
                  </a:cubicBezTo>
                  <a:cubicBezTo>
                    <a:pt x="3810" y="1329"/>
                    <a:pt x="2256" y="52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3" name="Google Shape;30883;p31"/>
            <p:cNvSpPr/>
            <p:nvPr/>
          </p:nvSpPr>
          <p:spPr>
            <a:xfrm>
              <a:off x="147014" y="740016"/>
              <a:ext cx="147028" cy="157507"/>
            </a:xfrm>
            <a:custGeom>
              <a:rect b="b" l="l" r="r" t="t"/>
              <a:pathLst>
                <a:path extrusionOk="0" h="7170" w="6693">
                  <a:moveTo>
                    <a:pt x="6542" y="0"/>
                  </a:moveTo>
                  <a:cubicBezTo>
                    <a:pt x="4971" y="0"/>
                    <a:pt x="3408" y="574"/>
                    <a:pt x="2206" y="1580"/>
                  </a:cubicBezTo>
                  <a:cubicBezTo>
                    <a:pt x="1003" y="2633"/>
                    <a:pt x="201" y="4136"/>
                    <a:pt x="0" y="5715"/>
                  </a:cubicBezTo>
                  <a:cubicBezTo>
                    <a:pt x="452" y="5540"/>
                    <a:pt x="853" y="5465"/>
                    <a:pt x="1329" y="5339"/>
                  </a:cubicBezTo>
                  <a:lnTo>
                    <a:pt x="1329" y="5339"/>
                  </a:lnTo>
                  <a:cubicBezTo>
                    <a:pt x="1128" y="5916"/>
                    <a:pt x="1028" y="6517"/>
                    <a:pt x="928" y="7144"/>
                  </a:cubicBezTo>
                  <a:cubicBezTo>
                    <a:pt x="1076" y="7161"/>
                    <a:pt x="1224" y="7169"/>
                    <a:pt x="1372" y="7169"/>
                  </a:cubicBezTo>
                  <a:cubicBezTo>
                    <a:pt x="2949" y="7169"/>
                    <a:pt x="4477" y="6219"/>
                    <a:pt x="5439" y="4913"/>
                  </a:cubicBezTo>
                  <a:cubicBezTo>
                    <a:pt x="6467" y="3510"/>
                    <a:pt x="6692" y="1780"/>
                    <a:pt x="6642" y="1"/>
                  </a:cubicBezTo>
                  <a:cubicBezTo>
                    <a:pt x="6609" y="1"/>
                    <a:pt x="6575" y="0"/>
                    <a:pt x="65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4" name="Google Shape;30884;p31"/>
            <p:cNvSpPr/>
            <p:nvPr/>
          </p:nvSpPr>
          <p:spPr>
            <a:xfrm>
              <a:off x="1711713" y="2324972"/>
              <a:ext cx="135452" cy="178969"/>
            </a:xfrm>
            <a:custGeom>
              <a:rect b="b" l="l" r="r" t="t"/>
              <a:pathLst>
                <a:path extrusionOk="0" h="8147" w="6166">
                  <a:moveTo>
                    <a:pt x="551" y="1"/>
                  </a:moveTo>
                  <a:lnTo>
                    <a:pt x="551" y="1"/>
                  </a:lnTo>
                  <a:cubicBezTo>
                    <a:pt x="0" y="1479"/>
                    <a:pt x="0" y="3184"/>
                    <a:pt x="577" y="4687"/>
                  </a:cubicBezTo>
                  <a:cubicBezTo>
                    <a:pt x="1153" y="6166"/>
                    <a:pt x="2306" y="7444"/>
                    <a:pt x="3759" y="8146"/>
                  </a:cubicBezTo>
                  <a:cubicBezTo>
                    <a:pt x="3734" y="7670"/>
                    <a:pt x="3785" y="7244"/>
                    <a:pt x="3810" y="6768"/>
                  </a:cubicBezTo>
                  <a:cubicBezTo>
                    <a:pt x="4311" y="7144"/>
                    <a:pt x="4837" y="7444"/>
                    <a:pt x="5389" y="7745"/>
                  </a:cubicBezTo>
                  <a:cubicBezTo>
                    <a:pt x="6166" y="6166"/>
                    <a:pt x="5790" y="4211"/>
                    <a:pt x="4787" y="2758"/>
                  </a:cubicBezTo>
                  <a:cubicBezTo>
                    <a:pt x="3785" y="1329"/>
                    <a:pt x="2231" y="527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_HEADER_1">
  <p:cSld name="SECTION_HEADER_1">
    <p:spTree>
      <p:nvGrpSpPr>
        <p:cNvPr id="30885" name="Shape 30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86" name="Google Shape;30886;p32"/>
          <p:cNvGrpSpPr/>
          <p:nvPr/>
        </p:nvGrpSpPr>
        <p:grpSpPr>
          <a:xfrm>
            <a:off x="63" y="-19"/>
            <a:ext cx="9144038" cy="5143491"/>
            <a:chOff x="3450750" y="2336425"/>
            <a:chExt cx="2076350" cy="1165875"/>
          </a:xfrm>
        </p:grpSpPr>
        <p:sp>
          <p:nvSpPr>
            <p:cNvPr id="30887" name="Google Shape;30887;p32"/>
            <p:cNvSpPr/>
            <p:nvPr/>
          </p:nvSpPr>
          <p:spPr>
            <a:xfrm>
              <a:off x="3450750" y="2336425"/>
              <a:ext cx="259975" cy="62900"/>
            </a:xfrm>
            <a:custGeom>
              <a:rect b="b" l="l" r="r" t="t"/>
              <a:pathLst>
                <a:path extrusionOk="0" h="2516" w="10399">
                  <a:moveTo>
                    <a:pt x="1" y="0"/>
                  </a:moveTo>
                  <a:lnTo>
                    <a:pt x="1" y="68"/>
                  </a:lnTo>
                  <a:cubicBezTo>
                    <a:pt x="1228" y="1565"/>
                    <a:pt x="3089" y="2515"/>
                    <a:pt x="5173" y="2515"/>
                  </a:cubicBezTo>
                  <a:cubicBezTo>
                    <a:pt x="7283" y="2515"/>
                    <a:pt x="9171" y="1531"/>
                    <a:pt x="103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8" name="Google Shape;30888;p32"/>
            <p:cNvSpPr/>
            <p:nvPr/>
          </p:nvSpPr>
          <p:spPr>
            <a:xfrm>
              <a:off x="3450750" y="2336425"/>
              <a:ext cx="261150" cy="63900"/>
            </a:xfrm>
            <a:custGeom>
              <a:rect b="b" l="l" r="r" t="t"/>
              <a:pathLst>
                <a:path extrusionOk="0" h="2556" w="10446">
                  <a:moveTo>
                    <a:pt x="1" y="0"/>
                  </a:moveTo>
                  <a:lnTo>
                    <a:pt x="1" y="128"/>
                  </a:lnTo>
                  <a:cubicBezTo>
                    <a:pt x="1235" y="1612"/>
                    <a:pt x="3096" y="2556"/>
                    <a:pt x="5173" y="2556"/>
                  </a:cubicBezTo>
                  <a:cubicBezTo>
                    <a:pt x="7310" y="2556"/>
                    <a:pt x="9212" y="1558"/>
                    <a:pt x="10446" y="0"/>
                  </a:cubicBezTo>
                  <a:lnTo>
                    <a:pt x="10338" y="0"/>
                  </a:lnTo>
                  <a:cubicBezTo>
                    <a:pt x="9117" y="1504"/>
                    <a:pt x="7256" y="2475"/>
                    <a:pt x="5173" y="2475"/>
                  </a:cubicBezTo>
                  <a:cubicBezTo>
                    <a:pt x="3082" y="2475"/>
                    <a:pt x="1221" y="1504"/>
                    <a:pt x="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9" name="Google Shape;30889;p32"/>
            <p:cNvSpPr/>
            <p:nvPr/>
          </p:nvSpPr>
          <p:spPr>
            <a:xfrm>
              <a:off x="347992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5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0" name="Google Shape;30890;p32"/>
            <p:cNvSpPr/>
            <p:nvPr/>
          </p:nvSpPr>
          <p:spPr>
            <a:xfrm>
              <a:off x="34785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49" y="0"/>
                  </a:lnTo>
                  <a:cubicBezTo>
                    <a:pt x="6845" y="951"/>
                    <a:pt x="5482" y="1538"/>
                    <a:pt x="3986" y="1538"/>
                  </a:cubicBezTo>
                  <a:cubicBezTo>
                    <a:pt x="2489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1" name="Google Shape;30891;p32"/>
            <p:cNvSpPr/>
            <p:nvPr/>
          </p:nvSpPr>
          <p:spPr>
            <a:xfrm>
              <a:off x="3522075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2" name="Google Shape;30892;p32"/>
            <p:cNvSpPr/>
            <p:nvPr/>
          </p:nvSpPr>
          <p:spPr>
            <a:xfrm>
              <a:off x="35200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77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2" y="533"/>
                    <a:pt x="2327" y="533"/>
                  </a:cubicBezTo>
                  <a:cubicBezTo>
                    <a:pt x="1551" y="533"/>
                    <a:pt x="816" y="337"/>
                    <a:pt x="16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3" name="Google Shape;30893;p32"/>
            <p:cNvSpPr/>
            <p:nvPr/>
          </p:nvSpPr>
          <p:spPr>
            <a:xfrm>
              <a:off x="3783700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26" y="2515"/>
                  </a:cubicBezTo>
                  <a:cubicBezTo>
                    <a:pt x="7336" y="2515"/>
                    <a:pt x="9224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4" name="Google Shape;30894;p32"/>
            <p:cNvSpPr/>
            <p:nvPr/>
          </p:nvSpPr>
          <p:spPr>
            <a:xfrm>
              <a:off x="3782350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2" y="2556"/>
                    <a:pt x="5280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4" y="1504"/>
                    <a:pt x="7363" y="2475"/>
                    <a:pt x="5280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5" name="Google Shape;30895;p32"/>
            <p:cNvSpPr/>
            <p:nvPr/>
          </p:nvSpPr>
          <p:spPr>
            <a:xfrm>
              <a:off x="381420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8" y="1578"/>
                    <a:pt x="3932" y="1578"/>
                  </a:cubicBezTo>
                  <a:cubicBezTo>
                    <a:pt x="5456" y="1578"/>
                    <a:pt x="6845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6" name="Google Shape;30896;p32"/>
            <p:cNvSpPr/>
            <p:nvPr/>
          </p:nvSpPr>
          <p:spPr>
            <a:xfrm>
              <a:off x="381267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1" y="0"/>
                  </a:moveTo>
                  <a:cubicBezTo>
                    <a:pt x="1033" y="1005"/>
                    <a:pt x="2442" y="1625"/>
                    <a:pt x="3993" y="1625"/>
                  </a:cubicBezTo>
                  <a:cubicBezTo>
                    <a:pt x="5544" y="1625"/>
                    <a:pt x="6946" y="1005"/>
                    <a:pt x="7978" y="0"/>
                  </a:cubicBezTo>
                  <a:lnTo>
                    <a:pt x="7856" y="0"/>
                  </a:lnTo>
                  <a:cubicBezTo>
                    <a:pt x="6845" y="951"/>
                    <a:pt x="5490" y="1538"/>
                    <a:pt x="3993" y="1538"/>
                  </a:cubicBezTo>
                  <a:cubicBezTo>
                    <a:pt x="2496" y="1538"/>
                    <a:pt x="1134" y="951"/>
                    <a:pt x="12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7" name="Google Shape;30897;p32"/>
            <p:cNvSpPr/>
            <p:nvPr/>
          </p:nvSpPr>
          <p:spPr>
            <a:xfrm>
              <a:off x="385617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8" name="Google Shape;30898;p32"/>
            <p:cNvSpPr/>
            <p:nvPr/>
          </p:nvSpPr>
          <p:spPr>
            <a:xfrm>
              <a:off x="385415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1" y="0"/>
                  </a:moveTo>
                  <a:cubicBezTo>
                    <a:pt x="688" y="391"/>
                    <a:pt x="1484" y="614"/>
                    <a:pt x="2334" y="614"/>
                  </a:cubicBezTo>
                  <a:cubicBezTo>
                    <a:pt x="3183" y="614"/>
                    <a:pt x="3972" y="391"/>
                    <a:pt x="4660" y="0"/>
                  </a:cubicBezTo>
                  <a:lnTo>
                    <a:pt x="4491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8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9" name="Google Shape;30899;p32"/>
            <p:cNvSpPr/>
            <p:nvPr/>
          </p:nvSpPr>
          <p:spPr>
            <a:xfrm>
              <a:off x="4117975" y="2336425"/>
              <a:ext cx="261125" cy="62900"/>
            </a:xfrm>
            <a:custGeom>
              <a:rect b="b" l="l" r="r" t="t"/>
              <a:pathLst>
                <a:path extrusionOk="0" h="2516" w="10445">
                  <a:moveTo>
                    <a:pt x="0" y="0"/>
                  </a:moveTo>
                  <a:cubicBezTo>
                    <a:pt x="1221" y="1531"/>
                    <a:pt x="3109" y="2515"/>
                    <a:pt x="5219" y="2515"/>
                  </a:cubicBezTo>
                  <a:cubicBezTo>
                    <a:pt x="7337" y="2515"/>
                    <a:pt x="9225" y="1531"/>
                    <a:pt x="1044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0" name="Google Shape;30900;p32"/>
            <p:cNvSpPr/>
            <p:nvPr/>
          </p:nvSpPr>
          <p:spPr>
            <a:xfrm>
              <a:off x="4116625" y="2336425"/>
              <a:ext cx="263825" cy="63900"/>
            </a:xfrm>
            <a:custGeom>
              <a:rect b="b" l="l" r="r" t="t"/>
              <a:pathLst>
                <a:path extrusionOk="0" h="2556" w="10553">
                  <a:moveTo>
                    <a:pt x="0" y="0"/>
                  </a:moveTo>
                  <a:cubicBezTo>
                    <a:pt x="1234" y="1558"/>
                    <a:pt x="3143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1" name="Google Shape;30901;p32"/>
            <p:cNvSpPr/>
            <p:nvPr/>
          </p:nvSpPr>
          <p:spPr>
            <a:xfrm>
              <a:off x="4148475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2" name="Google Shape;30902;p32"/>
            <p:cNvSpPr/>
            <p:nvPr/>
          </p:nvSpPr>
          <p:spPr>
            <a:xfrm>
              <a:off x="4146975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43" y="1625"/>
                    <a:pt x="6945" y="1005"/>
                    <a:pt x="7977" y="0"/>
                  </a:cubicBezTo>
                  <a:lnTo>
                    <a:pt x="7855" y="0"/>
                  </a:lnTo>
                  <a:cubicBezTo>
                    <a:pt x="6844" y="951"/>
                    <a:pt x="5489" y="1538"/>
                    <a:pt x="3992" y="1538"/>
                  </a:cubicBezTo>
                  <a:cubicBezTo>
                    <a:pt x="2495" y="1538"/>
                    <a:pt x="1133" y="951"/>
                    <a:pt x="1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3" name="Google Shape;30903;p32"/>
            <p:cNvSpPr/>
            <p:nvPr/>
          </p:nvSpPr>
          <p:spPr>
            <a:xfrm>
              <a:off x="419045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4" name="Google Shape;30904;p32"/>
            <p:cNvSpPr/>
            <p:nvPr/>
          </p:nvSpPr>
          <p:spPr>
            <a:xfrm>
              <a:off x="4188425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3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5" name="Google Shape;30905;p32"/>
            <p:cNvSpPr/>
            <p:nvPr/>
          </p:nvSpPr>
          <p:spPr>
            <a:xfrm>
              <a:off x="445207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16" y="2515"/>
                    <a:pt x="5226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6" name="Google Shape;30906;p32"/>
            <p:cNvSpPr/>
            <p:nvPr/>
          </p:nvSpPr>
          <p:spPr>
            <a:xfrm>
              <a:off x="4450900" y="2336425"/>
              <a:ext cx="263850" cy="63900"/>
            </a:xfrm>
            <a:custGeom>
              <a:rect b="b" l="l" r="r" t="t"/>
              <a:pathLst>
                <a:path extrusionOk="0" h="2556" w="10554">
                  <a:moveTo>
                    <a:pt x="0" y="0"/>
                  </a:moveTo>
                  <a:cubicBezTo>
                    <a:pt x="1234" y="1558"/>
                    <a:pt x="3136" y="2556"/>
                    <a:pt x="5273" y="2556"/>
                  </a:cubicBezTo>
                  <a:cubicBezTo>
                    <a:pt x="7411" y="2556"/>
                    <a:pt x="9319" y="1558"/>
                    <a:pt x="10553" y="0"/>
                  </a:cubicBezTo>
                  <a:lnTo>
                    <a:pt x="10445" y="0"/>
                  </a:lnTo>
                  <a:cubicBezTo>
                    <a:pt x="9225" y="1504"/>
                    <a:pt x="7364" y="2475"/>
                    <a:pt x="5273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7" name="Google Shape;30907;p32"/>
            <p:cNvSpPr/>
            <p:nvPr/>
          </p:nvSpPr>
          <p:spPr>
            <a:xfrm>
              <a:off x="4482750" y="2336425"/>
              <a:ext cx="196600" cy="39475"/>
            </a:xfrm>
            <a:custGeom>
              <a:rect b="b" l="l" r="r" t="t"/>
              <a:pathLst>
                <a:path extrusionOk="0" h="1579" w="7864">
                  <a:moveTo>
                    <a:pt x="1" y="0"/>
                  </a:moveTo>
                  <a:cubicBezTo>
                    <a:pt x="1019" y="978"/>
                    <a:pt x="2401" y="1578"/>
                    <a:pt x="3932" y="1578"/>
                  </a:cubicBezTo>
                  <a:cubicBezTo>
                    <a:pt x="5456" y="1578"/>
                    <a:pt x="6838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8" name="Google Shape;30908;p32"/>
            <p:cNvSpPr/>
            <p:nvPr/>
          </p:nvSpPr>
          <p:spPr>
            <a:xfrm>
              <a:off x="4481250" y="2336425"/>
              <a:ext cx="199425" cy="40650"/>
            </a:xfrm>
            <a:custGeom>
              <a:rect b="b" l="l" r="r" t="t"/>
              <a:pathLst>
                <a:path extrusionOk="0" h="1626" w="7977">
                  <a:moveTo>
                    <a:pt x="0" y="0"/>
                  </a:moveTo>
                  <a:cubicBezTo>
                    <a:pt x="1032" y="1005"/>
                    <a:pt x="2441" y="1625"/>
                    <a:pt x="3992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92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9" name="Google Shape;30909;p32"/>
            <p:cNvSpPr/>
            <p:nvPr/>
          </p:nvSpPr>
          <p:spPr>
            <a:xfrm>
              <a:off x="4524725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8" y="364"/>
                    <a:pt x="1437" y="573"/>
                    <a:pt x="2253" y="573"/>
                  </a:cubicBezTo>
                  <a:cubicBezTo>
                    <a:pt x="3069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0" name="Google Shape;30910;p32"/>
            <p:cNvSpPr/>
            <p:nvPr/>
          </p:nvSpPr>
          <p:spPr>
            <a:xfrm>
              <a:off x="4522700" y="2336425"/>
              <a:ext cx="116525" cy="15350"/>
            </a:xfrm>
            <a:custGeom>
              <a:rect b="b" l="l" r="r" t="t"/>
              <a:pathLst>
                <a:path extrusionOk="0" h="614" w="4661">
                  <a:moveTo>
                    <a:pt x="1" y="0"/>
                  </a:moveTo>
                  <a:cubicBezTo>
                    <a:pt x="689" y="391"/>
                    <a:pt x="1484" y="614"/>
                    <a:pt x="2334" y="614"/>
                  </a:cubicBezTo>
                  <a:cubicBezTo>
                    <a:pt x="3177" y="614"/>
                    <a:pt x="3972" y="391"/>
                    <a:pt x="4660" y="0"/>
                  </a:cubicBezTo>
                  <a:lnTo>
                    <a:pt x="4485" y="0"/>
                  </a:lnTo>
                  <a:cubicBezTo>
                    <a:pt x="3844" y="337"/>
                    <a:pt x="3109" y="533"/>
                    <a:pt x="2334" y="533"/>
                  </a:cubicBezTo>
                  <a:cubicBezTo>
                    <a:pt x="1552" y="533"/>
                    <a:pt x="824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1" name="Google Shape;30911;p32"/>
            <p:cNvSpPr/>
            <p:nvPr/>
          </p:nvSpPr>
          <p:spPr>
            <a:xfrm>
              <a:off x="4786350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2" name="Google Shape;30912;p32"/>
            <p:cNvSpPr/>
            <p:nvPr/>
          </p:nvSpPr>
          <p:spPr>
            <a:xfrm>
              <a:off x="4785175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6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9" y="1504"/>
                    <a:pt x="10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3" name="Google Shape;30913;p32"/>
            <p:cNvSpPr/>
            <p:nvPr/>
          </p:nvSpPr>
          <p:spPr>
            <a:xfrm>
              <a:off x="4817050" y="2336425"/>
              <a:ext cx="196400" cy="39475"/>
            </a:xfrm>
            <a:custGeom>
              <a:rect b="b" l="l" r="r" t="t"/>
              <a:pathLst>
                <a:path extrusionOk="0" h="1579" w="7856">
                  <a:moveTo>
                    <a:pt x="0" y="0"/>
                  </a:moveTo>
                  <a:cubicBezTo>
                    <a:pt x="1018" y="978"/>
                    <a:pt x="2400" y="1578"/>
                    <a:pt x="3924" y="1578"/>
                  </a:cubicBezTo>
                  <a:cubicBezTo>
                    <a:pt x="5455" y="1578"/>
                    <a:pt x="6837" y="978"/>
                    <a:pt x="785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4" name="Google Shape;30914;p32"/>
            <p:cNvSpPr/>
            <p:nvPr/>
          </p:nvSpPr>
          <p:spPr>
            <a:xfrm>
              <a:off x="4815525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41" y="1625"/>
                    <a:pt x="3985" y="1625"/>
                  </a:cubicBezTo>
                  <a:cubicBezTo>
                    <a:pt x="5536" y="1625"/>
                    <a:pt x="6945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5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5" name="Google Shape;30915;p32"/>
            <p:cNvSpPr/>
            <p:nvPr/>
          </p:nvSpPr>
          <p:spPr>
            <a:xfrm>
              <a:off x="4859000" y="2336425"/>
              <a:ext cx="112475" cy="14350"/>
            </a:xfrm>
            <a:custGeom>
              <a:rect b="b" l="l" r="r" t="t"/>
              <a:pathLst>
                <a:path extrusionOk="0" h="574" w="4499">
                  <a:moveTo>
                    <a:pt x="1" y="0"/>
                  </a:moveTo>
                  <a:cubicBezTo>
                    <a:pt x="669" y="364"/>
                    <a:pt x="1437" y="573"/>
                    <a:pt x="2246" y="573"/>
                  </a:cubicBezTo>
                  <a:cubicBezTo>
                    <a:pt x="3062" y="573"/>
                    <a:pt x="3831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6" name="Google Shape;30916;p32"/>
            <p:cNvSpPr/>
            <p:nvPr/>
          </p:nvSpPr>
          <p:spPr>
            <a:xfrm>
              <a:off x="4857000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6" y="614"/>
                  </a:cubicBezTo>
                  <a:cubicBezTo>
                    <a:pt x="3176" y="614"/>
                    <a:pt x="3972" y="391"/>
                    <a:pt x="4659" y="0"/>
                  </a:cubicBezTo>
                  <a:lnTo>
                    <a:pt x="4484" y="0"/>
                  </a:lnTo>
                  <a:cubicBezTo>
                    <a:pt x="3844" y="337"/>
                    <a:pt x="3109" y="533"/>
                    <a:pt x="2326" y="533"/>
                  </a:cubicBezTo>
                  <a:cubicBezTo>
                    <a:pt x="1551" y="533"/>
                    <a:pt x="816" y="337"/>
                    <a:pt x="17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7" name="Google Shape;30917;p32"/>
            <p:cNvSpPr/>
            <p:nvPr/>
          </p:nvSpPr>
          <p:spPr>
            <a:xfrm>
              <a:off x="5120625" y="2336425"/>
              <a:ext cx="261325" cy="62900"/>
            </a:xfrm>
            <a:custGeom>
              <a:rect b="b" l="l" r="r" t="t"/>
              <a:pathLst>
                <a:path extrusionOk="0" h="2516" w="10453">
                  <a:moveTo>
                    <a:pt x="1" y="0"/>
                  </a:moveTo>
                  <a:cubicBezTo>
                    <a:pt x="1228" y="1531"/>
                    <a:pt x="3109" y="2515"/>
                    <a:pt x="5227" y="2515"/>
                  </a:cubicBezTo>
                  <a:cubicBezTo>
                    <a:pt x="7344" y="2515"/>
                    <a:pt x="9225" y="1531"/>
                    <a:pt x="104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8" name="Google Shape;30918;p32"/>
            <p:cNvSpPr/>
            <p:nvPr/>
          </p:nvSpPr>
          <p:spPr>
            <a:xfrm>
              <a:off x="5119450" y="2336425"/>
              <a:ext cx="263675" cy="63900"/>
            </a:xfrm>
            <a:custGeom>
              <a:rect b="b" l="l" r="r" t="t"/>
              <a:pathLst>
                <a:path extrusionOk="0" h="2556" w="10547">
                  <a:moveTo>
                    <a:pt x="1" y="0"/>
                  </a:moveTo>
                  <a:cubicBezTo>
                    <a:pt x="1235" y="1558"/>
                    <a:pt x="3136" y="2556"/>
                    <a:pt x="5274" y="2556"/>
                  </a:cubicBezTo>
                  <a:cubicBezTo>
                    <a:pt x="7411" y="2556"/>
                    <a:pt x="9313" y="1558"/>
                    <a:pt x="10547" y="0"/>
                  </a:cubicBezTo>
                  <a:lnTo>
                    <a:pt x="10439" y="0"/>
                  </a:lnTo>
                  <a:cubicBezTo>
                    <a:pt x="9225" y="1504"/>
                    <a:pt x="7357" y="2475"/>
                    <a:pt x="5274" y="2475"/>
                  </a:cubicBezTo>
                  <a:cubicBezTo>
                    <a:pt x="3190" y="2475"/>
                    <a:pt x="1322" y="1504"/>
                    <a:pt x="10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9" name="Google Shape;30919;p32"/>
            <p:cNvSpPr/>
            <p:nvPr/>
          </p:nvSpPr>
          <p:spPr>
            <a:xfrm>
              <a:off x="5151150" y="2336425"/>
              <a:ext cx="196575" cy="39475"/>
            </a:xfrm>
            <a:custGeom>
              <a:rect b="b" l="l" r="r" t="t"/>
              <a:pathLst>
                <a:path extrusionOk="0" h="1579" w="7863">
                  <a:moveTo>
                    <a:pt x="0" y="0"/>
                  </a:moveTo>
                  <a:cubicBezTo>
                    <a:pt x="1025" y="978"/>
                    <a:pt x="2408" y="1578"/>
                    <a:pt x="3932" y="1578"/>
                  </a:cubicBezTo>
                  <a:cubicBezTo>
                    <a:pt x="5462" y="1578"/>
                    <a:pt x="6844" y="978"/>
                    <a:pt x="78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0" name="Google Shape;30920;p32"/>
            <p:cNvSpPr/>
            <p:nvPr/>
          </p:nvSpPr>
          <p:spPr>
            <a:xfrm>
              <a:off x="5149800" y="2336425"/>
              <a:ext cx="199450" cy="40650"/>
            </a:xfrm>
            <a:custGeom>
              <a:rect b="b" l="l" r="r" t="t"/>
              <a:pathLst>
                <a:path extrusionOk="0" h="1626" w="7978">
                  <a:moveTo>
                    <a:pt x="0" y="0"/>
                  </a:moveTo>
                  <a:cubicBezTo>
                    <a:pt x="1032" y="1005"/>
                    <a:pt x="2435" y="1625"/>
                    <a:pt x="3986" y="1625"/>
                  </a:cubicBezTo>
                  <a:cubicBezTo>
                    <a:pt x="5536" y="1625"/>
                    <a:pt x="6946" y="1005"/>
                    <a:pt x="7977" y="0"/>
                  </a:cubicBezTo>
                  <a:lnTo>
                    <a:pt x="7856" y="0"/>
                  </a:lnTo>
                  <a:cubicBezTo>
                    <a:pt x="6844" y="951"/>
                    <a:pt x="5482" y="1538"/>
                    <a:pt x="3986" y="1538"/>
                  </a:cubicBezTo>
                  <a:cubicBezTo>
                    <a:pt x="2495" y="1538"/>
                    <a:pt x="1133" y="951"/>
                    <a:pt x="12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1" name="Google Shape;30921;p32"/>
            <p:cNvSpPr/>
            <p:nvPr/>
          </p:nvSpPr>
          <p:spPr>
            <a:xfrm>
              <a:off x="5193300" y="2336425"/>
              <a:ext cx="112450" cy="14350"/>
            </a:xfrm>
            <a:custGeom>
              <a:rect b="b" l="l" r="r" t="t"/>
              <a:pathLst>
                <a:path extrusionOk="0" h="574" w="4498">
                  <a:moveTo>
                    <a:pt x="0" y="0"/>
                  </a:moveTo>
                  <a:cubicBezTo>
                    <a:pt x="668" y="364"/>
                    <a:pt x="1430" y="573"/>
                    <a:pt x="2246" y="573"/>
                  </a:cubicBezTo>
                  <a:cubicBezTo>
                    <a:pt x="3061" y="573"/>
                    <a:pt x="3830" y="364"/>
                    <a:pt x="449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2" name="Google Shape;30922;p32"/>
            <p:cNvSpPr/>
            <p:nvPr/>
          </p:nvSpPr>
          <p:spPr>
            <a:xfrm>
              <a:off x="5191275" y="2336425"/>
              <a:ext cx="116500" cy="15350"/>
            </a:xfrm>
            <a:custGeom>
              <a:rect b="b" l="l" r="r" t="t"/>
              <a:pathLst>
                <a:path extrusionOk="0" h="614" w="4660">
                  <a:moveTo>
                    <a:pt x="0" y="0"/>
                  </a:moveTo>
                  <a:cubicBezTo>
                    <a:pt x="688" y="391"/>
                    <a:pt x="1484" y="614"/>
                    <a:pt x="2327" y="614"/>
                  </a:cubicBezTo>
                  <a:cubicBezTo>
                    <a:pt x="3176" y="614"/>
                    <a:pt x="3972" y="391"/>
                    <a:pt x="4660" y="0"/>
                  </a:cubicBezTo>
                  <a:lnTo>
                    <a:pt x="4484" y="0"/>
                  </a:lnTo>
                  <a:cubicBezTo>
                    <a:pt x="3837" y="337"/>
                    <a:pt x="3109" y="533"/>
                    <a:pt x="2327" y="533"/>
                  </a:cubicBezTo>
                  <a:cubicBezTo>
                    <a:pt x="1551" y="533"/>
                    <a:pt x="816" y="337"/>
                    <a:pt x="17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3" name="Google Shape;30923;p32"/>
            <p:cNvSpPr/>
            <p:nvPr/>
          </p:nvSpPr>
          <p:spPr>
            <a:xfrm>
              <a:off x="35817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96" y="3520"/>
                    <a:pt x="3109" y="6318"/>
                    <a:pt x="6676" y="6318"/>
                  </a:cubicBezTo>
                  <a:cubicBezTo>
                    <a:pt x="10249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4" name="Google Shape;30924;p32"/>
            <p:cNvSpPr/>
            <p:nvPr/>
          </p:nvSpPr>
          <p:spPr>
            <a:xfrm>
              <a:off x="358072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89" y="3540"/>
                    <a:pt x="3129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63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5" name="Google Shape;30925;p32"/>
            <p:cNvSpPr/>
            <p:nvPr/>
          </p:nvSpPr>
          <p:spPr>
            <a:xfrm>
              <a:off x="360517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6" name="Google Shape;30926;p32"/>
            <p:cNvSpPr/>
            <p:nvPr/>
          </p:nvSpPr>
          <p:spPr>
            <a:xfrm>
              <a:off x="360400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8" y="5428"/>
                  </a:cubicBezTo>
                  <a:cubicBezTo>
                    <a:pt x="8773" y="5428"/>
                    <a:pt x="11274" y="3014"/>
                    <a:pt x="11429" y="0"/>
                  </a:cubicBezTo>
                  <a:lnTo>
                    <a:pt x="11342" y="0"/>
                  </a:lnTo>
                  <a:cubicBezTo>
                    <a:pt x="11193" y="2967"/>
                    <a:pt x="8725" y="5341"/>
                    <a:pt x="5718" y="5341"/>
                  </a:cubicBezTo>
                  <a:cubicBezTo>
                    <a:pt x="2704" y="5341"/>
                    <a:pt x="243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7" name="Google Shape;30927;p32"/>
            <p:cNvSpPr/>
            <p:nvPr/>
          </p:nvSpPr>
          <p:spPr>
            <a:xfrm>
              <a:off x="363030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7148" y="4376"/>
                    <a:pt x="9177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8" name="Google Shape;30928;p32"/>
            <p:cNvSpPr/>
            <p:nvPr/>
          </p:nvSpPr>
          <p:spPr>
            <a:xfrm>
              <a:off x="3629275" y="2336425"/>
              <a:ext cx="235175" cy="110425"/>
            </a:xfrm>
            <a:custGeom>
              <a:rect b="b" l="l" r="r" t="t"/>
              <a:pathLst>
                <a:path extrusionOk="0" h="4417" w="9407">
                  <a:moveTo>
                    <a:pt x="1" y="0"/>
                  </a:moveTo>
                  <a:cubicBezTo>
                    <a:pt x="149" y="2461"/>
                    <a:pt x="2206" y="4417"/>
                    <a:pt x="4707" y="4417"/>
                  </a:cubicBezTo>
                  <a:cubicBezTo>
                    <a:pt x="7209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62" y="4336"/>
                    <a:pt x="4707" y="4336"/>
                  </a:cubicBezTo>
                  <a:cubicBezTo>
                    <a:pt x="2253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9" name="Google Shape;30929;p32"/>
            <p:cNvSpPr/>
            <p:nvPr/>
          </p:nvSpPr>
          <p:spPr>
            <a:xfrm>
              <a:off x="365912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8" y="1807"/>
                    <a:pt x="1666" y="3223"/>
                    <a:pt x="3513" y="3223"/>
                  </a:cubicBezTo>
                  <a:cubicBezTo>
                    <a:pt x="5354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0" name="Google Shape;30930;p32"/>
            <p:cNvSpPr/>
            <p:nvPr/>
          </p:nvSpPr>
          <p:spPr>
            <a:xfrm>
              <a:off x="3658100" y="2336425"/>
              <a:ext cx="177525" cy="81775"/>
            </a:xfrm>
            <a:custGeom>
              <a:rect b="b" l="l" r="r" t="t"/>
              <a:pathLst>
                <a:path extrusionOk="0" h="3271" w="7101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1" name="Google Shape;30931;p32"/>
            <p:cNvSpPr/>
            <p:nvPr/>
          </p:nvSpPr>
          <p:spPr>
            <a:xfrm>
              <a:off x="368440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2" name="Google Shape;30932;p32"/>
            <p:cNvSpPr/>
            <p:nvPr/>
          </p:nvSpPr>
          <p:spPr>
            <a:xfrm>
              <a:off x="3683400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77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5" y="2178"/>
                    <a:pt x="229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3" name="Google Shape;30933;p32"/>
            <p:cNvSpPr/>
            <p:nvPr/>
          </p:nvSpPr>
          <p:spPr>
            <a:xfrm>
              <a:off x="371357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4" name="Google Shape;30934;p32"/>
            <p:cNvSpPr/>
            <p:nvPr/>
          </p:nvSpPr>
          <p:spPr>
            <a:xfrm>
              <a:off x="3712375" y="2336425"/>
              <a:ext cx="68975" cy="27825"/>
            </a:xfrm>
            <a:custGeom>
              <a:rect b="b" l="l" r="r" t="t"/>
              <a:pathLst>
                <a:path extrusionOk="0" h="1113" w="2759">
                  <a:moveTo>
                    <a:pt x="1" y="0"/>
                  </a:moveTo>
                  <a:cubicBezTo>
                    <a:pt x="142" y="634"/>
                    <a:pt x="702" y="1113"/>
                    <a:pt x="1383" y="1113"/>
                  </a:cubicBezTo>
                  <a:cubicBezTo>
                    <a:pt x="2057" y="1113"/>
                    <a:pt x="2624" y="634"/>
                    <a:pt x="2759" y="0"/>
                  </a:cubicBezTo>
                  <a:lnTo>
                    <a:pt x="2671" y="0"/>
                  </a:lnTo>
                  <a:cubicBezTo>
                    <a:pt x="2536" y="587"/>
                    <a:pt x="2010" y="1025"/>
                    <a:pt x="1383" y="1025"/>
                  </a:cubicBezTo>
                  <a:cubicBezTo>
                    <a:pt x="749" y="1025"/>
                    <a:pt x="223" y="58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5" name="Google Shape;30935;p32"/>
            <p:cNvSpPr/>
            <p:nvPr/>
          </p:nvSpPr>
          <p:spPr>
            <a:xfrm>
              <a:off x="391602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2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6" name="Google Shape;30936;p32"/>
            <p:cNvSpPr/>
            <p:nvPr/>
          </p:nvSpPr>
          <p:spPr>
            <a:xfrm>
              <a:off x="3915000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7" name="Google Shape;30937;p32"/>
            <p:cNvSpPr/>
            <p:nvPr/>
          </p:nvSpPr>
          <p:spPr>
            <a:xfrm>
              <a:off x="3939275" y="2336425"/>
              <a:ext cx="283750" cy="134550"/>
            </a:xfrm>
            <a:custGeom>
              <a:rect b="b" l="l" r="r" t="t"/>
              <a:pathLst>
                <a:path extrusionOk="0" h="5382" w="11350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8" name="Google Shape;30938;p32"/>
            <p:cNvSpPr/>
            <p:nvPr/>
          </p:nvSpPr>
          <p:spPr>
            <a:xfrm>
              <a:off x="3938275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5" y="3014"/>
                    <a:pt x="2657" y="5428"/>
                    <a:pt x="5712" y="5428"/>
                  </a:cubicBezTo>
                  <a:cubicBezTo>
                    <a:pt x="8773" y="5428"/>
                    <a:pt x="11274" y="3014"/>
                    <a:pt x="11430" y="0"/>
                  </a:cubicBezTo>
                  <a:lnTo>
                    <a:pt x="11342" y="0"/>
                  </a:lnTo>
                  <a:cubicBezTo>
                    <a:pt x="11194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9" name="Google Shape;30939;p32"/>
            <p:cNvSpPr/>
            <p:nvPr/>
          </p:nvSpPr>
          <p:spPr>
            <a:xfrm>
              <a:off x="396457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55" y="2441"/>
                    <a:pt x="2178" y="4376"/>
                    <a:pt x="4660" y="4376"/>
                  </a:cubicBezTo>
                  <a:cubicBezTo>
                    <a:pt x="7148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0" name="Google Shape;30940;p32"/>
            <p:cNvSpPr/>
            <p:nvPr/>
          </p:nvSpPr>
          <p:spPr>
            <a:xfrm>
              <a:off x="3963550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206" y="4417"/>
                    <a:pt x="4701" y="4417"/>
                  </a:cubicBezTo>
                  <a:cubicBezTo>
                    <a:pt x="7202" y="4417"/>
                    <a:pt x="9259" y="2461"/>
                    <a:pt x="9407" y="0"/>
                  </a:cubicBezTo>
                  <a:lnTo>
                    <a:pt x="9326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1" name="Google Shape;30941;p32"/>
            <p:cNvSpPr/>
            <p:nvPr/>
          </p:nvSpPr>
          <p:spPr>
            <a:xfrm>
              <a:off x="399340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66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2" name="Google Shape;30942;p32"/>
            <p:cNvSpPr/>
            <p:nvPr/>
          </p:nvSpPr>
          <p:spPr>
            <a:xfrm>
              <a:off x="3992375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7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20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34" y="3183"/>
                    <a:pt x="237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3" name="Google Shape;30943;p32"/>
            <p:cNvSpPr/>
            <p:nvPr/>
          </p:nvSpPr>
          <p:spPr>
            <a:xfrm>
              <a:off x="401867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9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4" name="Google Shape;30944;p32"/>
            <p:cNvSpPr/>
            <p:nvPr/>
          </p:nvSpPr>
          <p:spPr>
            <a:xfrm>
              <a:off x="4017675" y="2336425"/>
              <a:ext cx="126950" cy="56500"/>
            </a:xfrm>
            <a:custGeom>
              <a:rect b="b" l="l" r="r" t="t"/>
              <a:pathLst>
                <a:path extrusionOk="0" h="2260" w="5078">
                  <a:moveTo>
                    <a:pt x="0" y="0"/>
                  </a:moveTo>
                  <a:cubicBezTo>
                    <a:pt x="142" y="1268"/>
                    <a:pt x="1227" y="2259"/>
                    <a:pt x="2536" y="2259"/>
                  </a:cubicBezTo>
                  <a:cubicBezTo>
                    <a:pt x="3850" y="2259"/>
                    <a:pt x="4936" y="1268"/>
                    <a:pt x="5078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36" y="2178"/>
                  </a:cubicBezTo>
                  <a:cubicBezTo>
                    <a:pt x="1275" y="2178"/>
                    <a:pt x="230" y="122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5" name="Google Shape;30945;p32"/>
            <p:cNvSpPr/>
            <p:nvPr/>
          </p:nvSpPr>
          <p:spPr>
            <a:xfrm>
              <a:off x="4047850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35" y="614"/>
                    <a:pt x="681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6" name="Google Shape;30946;p32"/>
            <p:cNvSpPr/>
            <p:nvPr/>
          </p:nvSpPr>
          <p:spPr>
            <a:xfrm>
              <a:off x="4046675" y="2336425"/>
              <a:ext cx="68950" cy="27825"/>
            </a:xfrm>
            <a:custGeom>
              <a:rect b="b" l="l" r="r" t="t"/>
              <a:pathLst>
                <a:path extrusionOk="0" h="1113" w="2758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7" y="1113"/>
                    <a:pt x="2623" y="634"/>
                    <a:pt x="2758" y="0"/>
                  </a:cubicBezTo>
                  <a:lnTo>
                    <a:pt x="2670" y="0"/>
                  </a:lnTo>
                  <a:cubicBezTo>
                    <a:pt x="2535" y="587"/>
                    <a:pt x="2009" y="1025"/>
                    <a:pt x="1376" y="1025"/>
                  </a:cubicBezTo>
                  <a:cubicBezTo>
                    <a:pt x="748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7" name="Google Shape;30947;p32"/>
            <p:cNvSpPr/>
            <p:nvPr/>
          </p:nvSpPr>
          <p:spPr>
            <a:xfrm>
              <a:off x="425030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0" y="0"/>
                  </a:moveTo>
                  <a:cubicBezTo>
                    <a:pt x="189" y="3520"/>
                    <a:pt x="3109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8" name="Google Shape;30948;p32"/>
            <p:cNvSpPr/>
            <p:nvPr/>
          </p:nvSpPr>
          <p:spPr>
            <a:xfrm>
              <a:off x="4249275" y="2336425"/>
              <a:ext cx="335825" cy="158975"/>
            </a:xfrm>
            <a:custGeom>
              <a:rect b="b" l="l" r="r" t="t"/>
              <a:pathLst>
                <a:path extrusionOk="0" h="6359" w="13433">
                  <a:moveTo>
                    <a:pt x="1" y="0"/>
                  </a:moveTo>
                  <a:cubicBezTo>
                    <a:pt x="190" y="3540"/>
                    <a:pt x="3130" y="6359"/>
                    <a:pt x="6717" y="6359"/>
                  </a:cubicBezTo>
                  <a:cubicBezTo>
                    <a:pt x="10304" y="6359"/>
                    <a:pt x="13244" y="3540"/>
                    <a:pt x="13433" y="0"/>
                  </a:cubicBezTo>
                  <a:lnTo>
                    <a:pt x="13352" y="0"/>
                  </a:lnTo>
                  <a:cubicBezTo>
                    <a:pt x="13156" y="3493"/>
                    <a:pt x="10257" y="6278"/>
                    <a:pt x="6717" y="6278"/>
                  </a:cubicBezTo>
                  <a:cubicBezTo>
                    <a:pt x="3177" y="6278"/>
                    <a:pt x="277" y="3493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9" name="Google Shape;30949;p32"/>
            <p:cNvSpPr/>
            <p:nvPr/>
          </p:nvSpPr>
          <p:spPr>
            <a:xfrm>
              <a:off x="4273550" y="2336425"/>
              <a:ext cx="283575" cy="134550"/>
            </a:xfrm>
            <a:custGeom>
              <a:rect b="b" l="l" r="r" t="t"/>
              <a:pathLst>
                <a:path extrusionOk="0" h="5382" w="11343">
                  <a:moveTo>
                    <a:pt x="1" y="0"/>
                  </a:moveTo>
                  <a:cubicBezTo>
                    <a:pt x="156" y="3001"/>
                    <a:pt x="2637" y="5381"/>
                    <a:pt x="5672" y="5381"/>
                  </a:cubicBezTo>
                  <a:cubicBezTo>
                    <a:pt x="8713" y="5381"/>
                    <a:pt x="11194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0" name="Google Shape;30950;p32"/>
            <p:cNvSpPr/>
            <p:nvPr/>
          </p:nvSpPr>
          <p:spPr>
            <a:xfrm>
              <a:off x="4272550" y="2336425"/>
              <a:ext cx="285750" cy="135725"/>
            </a:xfrm>
            <a:custGeom>
              <a:rect b="b" l="l" r="r" t="t"/>
              <a:pathLst>
                <a:path extrusionOk="0" h="5429" w="11430">
                  <a:moveTo>
                    <a:pt x="0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73" y="5428"/>
                    <a:pt x="11275" y="3014"/>
                    <a:pt x="11430" y="0"/>
                  </a:cubicBezTo>
                  <a:lnTo>
                    <a:pt x="11342" y="0"/>
                  </a:lnTo>
                  <a:cubicBezTo>
                    <a:pt x="11187" y="2967"/>
                    <a:pt x="8726" y="5341"/>
                    <a:pt x="5712" y="5341"/>
                  </a:cubicBezTo>
                  <a:cubicBezTo>
                    <a:pt x="2704" y="5341"/>
                    <a:pt x="236" y="2967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1" name="Google Shape;30951;p32"/>
            <p:cNvSpPr/>
            <p:nvPr/>
          </p:nvSpPr>
          <p:spPr>
            <a:xfrm>
              <a:off x="4298850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0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2" name="Google Shape;30952;p32"/>
            <p:cNvSpPr/>
            <p:nvPr/>
          </p:nvSpPr>
          <p:spPr>
            <a:xfrm>
              <a:off x="4297825" y="2336425"/>
              <a:ext cx="235200" cy="110425"/>
            </a:xfrm>
            <a:custGeom>
              <a:rect b="b" l="l" r="r" t="t"/>
              <a:pathLst>
                <a:path extrusionOk="0" h="4417" w="9408">
                  <a:moveTo>
                    <a:pt x="1" y="0"/>
                  </a:moveTo>
                  <a:cubicBezTo>
                    <a:pt x="149" y="2461"/>
                    <a:pt x="2199" y="4417"/>
                    <a:pt x="4701" y="4417"/>
                  </a:cubicBezTo>
                  <a:cubicBezTo>
                    <a:pt x="7202" y="4417"/>
                    <a:pt x="9252" y="2461"/>
                    <a:pt x="9407" y="0"/>
                  </a:cubicBezTo>
                  <a:lnTo>
                    <a:pt x="9320" y="0"/>
                  </a:lnTo>
                  <a:cubicBezTo>
                    <a:pt x="9171" y="2414"/>
                    <a:pt x="7155" y="4336"/>
                    <a:pt x="4701" y="4336"/>
                  </a:cubicBezTo>
                  <a:cubicBezTo>
                    <a:pt x="2246" y="4336"/>
                    <a:pt x="237" y="2414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3" name="Google Shape;30953;p32"/>
            <p:cNvSpPr/>
            <p:nvPr/>
          </p:nvSpPr>
          <p:spPr>
            <a:xfrm>
              <a:off x="4327675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71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4" name="Google Shape;30954;p32"/>
            <p:cNvSpPr/>
            <p:nvPr/>
          </p:nvSpPr>
          <p:spPr>
            <a:xfrm>
              <a:off x="4326650" y="2336425"/>
              <a:ext cx="177550" cy="81775"/>
            </a:xfrm>
            <a:custGeom>
              <a:rect b="b" l="l" r="r" t="t"/>
              <a:pathLst>
                <a:path extrusionOk="0" h="3271" w="7102">
                  <a:moveTo>
                    <a:pt x="1" y="0"/>
                  </a:moveTo>
                  <a:cubicBezTo>
                    <a:pt x="149" y="1828"/>
                    <a:pt x="1680" y="3271"/>
                    <a:pt x="3548" y="3271"/>
                  </a:cubicBezTo>
                  <a:cubicBezTo>
                    <a:pt x="5415" y="3271"/>
                    <a:pt x="6953" y="1828"/>
                    <a:pt x="7101" y="0"/>
                  </a:cubicBezTo>
                  <a:lnTo>
                    <a:pt x="7014" y="0"/>
                  </a:lnTo>
                  <a:cubicBezTo>
                    <a:pt x="6865" y="1780"/>
                    <a:pt x="5368" y="3183"/>
                    <a:pt x="3548" y="3183"/>
                  </a:cubicBezTo>
                  <a:cubicBezTo>
                    <a:pt x="1727" y="3183"/>
                    <a:pt x="230" y="1780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5" name="Google Shape;30955;p32"/>
            <p:cNvSpPr/>
            <p:nvPr/>
          </p:nvSpPr>
          <p:spPr>
            <a:xfrm>
              <a:off x="4352950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2" y="1248"/>
                    <a:pt x="1208" y="2219"/>
                    <a:pt x="2496" y="2219"/>
                  </a:cubicBezTo>
                  <a:cubicBezTo>
                    <a:pt x="3790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6" name="Google Shape;30956;p32"/>
            <p:cNvSpPr/>
            <p:nvPr/>
          </p:nvSpPr>
          <p:spPr>
            <a:xfrm>
              <a:off x="435177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6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0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7" name="Google Shape;30957;p32"/>
            <p:cNvSpPr/>
            <p:nvPr/>
          </p:nvSpPr>
          <p:spPr>
            <a:xfrm>
              <a:off x="4382125" y="2336425"/>
              <a:ext cx="66600" cy="26825"/>
            </a:xfrm>
            <a:custGeom>
              <a:rect b="b" l="l" r="r" t="t"/>
              <a:pathLst>
                <a:path extrusionOk="0" h="1073" w="2664">
                  <a:moveTo>
                    <a:pt x="0" y="0"/>
                  </a:moveTo>
                  <a:cubicBezTo>
                    <a:pt x="128" y="614"/>
                    <a:pt x="675" y="1072"/>
                    <a:pt x="1329" y="1072"/>
                  </a:cubicBezTo>
                  <a:cubicBezTo>
                    <a:pt x="1983" y="1072"/>
                    <a:pt x="2529" y="614"/>
                    <a:pt x="266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8" name="Google Shape;30958;p32"/>
            <p:cNvSpPr/>
            <p:nvPr/>
          </p:nvSpPr>
          <p:spPr>
            <a:xfrm>
              <a:off x="438095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1" y="1113"/>
                    <a:pt x="1376" y="1113"/>
                  </a:cubicBezTo>
                  <a:cubicBezTo>
                    <a:pt x="2050" y="1113"/>
                    <a:pt x="2616" y="634"/>
                    <a:pt x="2751" y="0"/>
                  </a:cubicBezTo>
                  <a:lnTo>
                    <a:pt x="2670" y="0"/>
                  </a:lnTo>
                  <a:cubicBezTo>
                    <a:pt x="2535" y="587"/>
                    <a:pt x="2010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9" name="Google Shape;30959;p32"/>
            <p:cNvSpPr/>
            <p:nvPr/>
          </p:nvSpPr>
          <p:spPr>
            <a:xfrm>
              <a:off x="4584575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89" y="3520"/>
                    <a:pt x="3102" y="6318"/>
                    <a:pt x="6676" y="6318"/>
                  </a:cubicBezTo>
                  <a:cubicBezTo>
                    <a:pt x="10243" y="6318"/>
                    <a:pt x="13163" y="3520"/>
                    <a:pt x="1335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0" name="Google Shape;30960;p32"/>
            <p:cNvSpPr/>
            <p:nvPr/>
          </p:nvSpPr>
          <p:spPr>
            <a:xfrm>
              <a:off x="4583575" y="2336425"/>
              <a:ext cx="335800" cy="158975"/>
            </a:xfrm>
            <a:custGeom>
              <a:rect b="b" l="l" r="r" t="t"/>
              <a:pathLst>
                <a:path extrusionOk="0" h="6359" w="13432">
                  <a:moveTo>
                    <a:pt x="0" y="0"/>
                  </a:moveTo>
                  <a:cubicBezTo>
                    <a:pt x="189" y="3540"/>
                    <a:pt x="3129" y="6359"/>
                    <a:pt x="6716" y="6359"/>
                  </a:cubicBezTo>
                  <a:cubicBezTo>
                    <a:pt x="10303" y="6359"/>
                    <a:pt x="13243" y="3540"/>
                    <a:pt x="13432" y="0"/>
                  </a:cubicBezTo>
                  <a:lnTo>
                    <a:pt x="13344" y="0"/>
                  </a:lnTo>
                  <a:cubicBezTo>
                    <a:pt x="13155" y="3493"/>
                    <a:pt x="10256" y="6278"/>
                    <a:pt x="6716" y="6278"/>
                  </a:cubicBezTo>
                  <a:cubicBezTo>
                    <a:pt x="3176" y="6278"/>
                    <a:pt x="270" y="3493"/>
                    <a:pt x="8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1" name="Google Shape;30961;p32"/>
            <p:cNvSpPr/>
            <p:nvPr/>
          </p:nvSpPr>
          <p:spPr>
            <a:xfrm>
              <a:off x="4607850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7" y="5381"/>
                    <a:pt x="5671" y="5381"/>
                  </a:cubicBezTo>
                  <a:cubicBezTo>
                    <a:pt x="8712" y="5381"/>
                    <a:pt x="11193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2" name="Google Shape;30962;p32"/>
            <p:cNvSpPr/>
            <p:nvPr/>
          </p:nvSpPr>
          <p:spPr>
            <a:xfrm>
              <a:off x="4606825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56" y="3014"/>
                    <a:pt x="2657" y="5428"/>
                    <a:pt x="5712" y="5428"/>
                  </a:cubicBezTo>
                  <a:cubicBezTo>
                    <a:pt x="8766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3" name="Google Shape;30963;p32"/>
            <p:cNvSpPr/>
            <p:nvPr/>
          </p:nvSpPr>
          <p:spPr>
            <a:xfrm>
              <a:off x="4633125" y="2336425"/>
              <a:ext cx="233150" cy="109425"/>
            </a:xfrm>
            <a:custGeom>
              <a:rect b="b" l="l" r="r" t="t"/>
              <a:pathLst>
                <a:path extrusionOk="0" h="4377" w="9326">
                  <a:moveTo>
                    <a:pt x="1" y="0"/>
                  </a:moveTo>
                  <a:cubicBezTo>
                    <a:pt x="149" y="2441"/>
                    <a:pt x="2178" y="4376"/>
                    <a:pt x="4660" y="4376"/>
                  </a:cubicBezTo>
                  <a:cubicBezTo>
                    <a:pt x="7141" y="4376"/>
                    <a:pt x="9171" y="2441"/>
                    <a:pt x="932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4" name="Google Shape;30964;p32"/>
            <p:cNvSpPr/>
            <p:nvPr/>
          </p:nvSpPr>
          <p:spPr>
            <a:xfrm>
              <a:off x="4631950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5" y="2461"/>
                    <a:pt x="2205" y="4417"/>
                    <a:pt x="4707" y="4417"/>
                  </a:cubicBezTo>
                  <a:cubicBezTo>
                    <a:pt x="7208" y="4417"/>
                    <a:pt x="9258" y="2461"/>
                    <a:pt x="9413" y="0"/>
                  </a:cubicBezTo>
                  <a:lnTo>
                    <a:pt x="9326" y="0"/>
                  </a:lnTo>
                  <a:cubicBezTo>
                    <a:pt x="9177" y="2414"/>
                    <a:pt x="7161" y="4336"/>
                    <a:pt x="4707" y="4336"/>
                  </a:cubicBezTo>
                  <a:cubicBezTo>
                    <a:pt x="2252" y="4336"/>
                    <a:pt x="243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5" name="Google Shape;30965;p32"/>
            <p:cNvSpPr/>
            <p:nvPr/>
          </p:nvSpPr>
          <p:spPr>
            <a:xfrm>
              <a:off x="46619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4" y="3223"/>
                    <a:pt x="6865" y="1807"/>
                    <a:pt x="70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6" name="Google Shape;30966;p32"/>
            <p:cNvSpPr/>
            <p:nvPr/>
          </p:nvSpPr>
          <p:spPr>
            <a:xfrm>
              <a:off x="466077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5" y="1828"/>
                    <a:pt x="1686" y="3271"/>
                    <a:pt x="3554" y="3271"/>
                  </a:cubicBezTo>
                  <a:cubicBezTo>
                    <a:pt x="5422" y="3271"/>
                    <a:pt x="6959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4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7" name="Google Shape;30967;p32"/>
            <p:cNvSpPr/>
            <p:nvPr/>
          </p:nvSpPr>
          <p:spPr>
            <a:xfrm>
              <a:off x="4687225" y="2336425"/>
              <a:ext cx="124950" cy="55475"/>
            </a:xfrm>
            <a:custGeom>
              <a:rect b="b" l="l" r="r" t="t"/>
              <a:pathLst>
                <a:path extrusionOk="0" h="2219" w="4998">
                  <a:moveTo>
                    <a:pt x="1" y="0"/>
                  </a:moveTo>
                  <a:cubicBezTo>
                    <a:pt x="143" y="1248"/>
                    <a:pt x="1208" y="2219"/>
                    <a:pt x="2496" y="2219"/>
                  </a:cubicBezTo>
                  <a:cubicBezTo>
                    <a:pt x="3784" y="2219"/>
                    <a:pt x="4849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8" name="Google Shape;30968;p32"/>
            <p:cNvSpPr/>
            <p:nvPr/>
          </p:nvSpPr>
          <p:spPr>
            <a:xfrm>
              <a:off x="4686050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8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82" y="2178"/>
                    <a:pt x="237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9" name="Google Shape;30969;p32"/>
            <p:cNvSpPr/>
            <p:nvPr/>
          </p:nvSpPr>
          <p:spPr>
            <a:xfrm>
              <a:off x="4716225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0" name="Google Shape;30970;p32"/>
            <p:cNvSpPr/>
            <p:nvPr/>
          </p:nvSpPr>
          <p:spPr>
            <a:xfrm>
              <a:off x="471522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1" y="0"/>
                  </a:cubicBezTo>
                  <a:lnTo>
                    <a:pt x="2664" y="0"/>
                  </a:lnTo>
                  <a:cubicBezTo>
                    <a:pt x="2536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1" name="Google Shape;30971;p32"/>
            <p:cNvSpPr/>
            <p:nvPr/>
          </p:nvSpPr>
          <p:spPr>
            <a:xfrm>
              <a:off x="4918850" y="2336425"/>
              <a:ext cx="333800" cy="157975"/>
            </a:xfrm>
            <a:custGeom>
              <a:rect b="b" l="l" r="r" t="t"/>
              <a:pathLst>
                <a:path extrusionOk="0" h="6319" w="13352">
                  <a:moveTo>
                    <a:pt x="1" y="0"/>
                  </a:moveTo>
                  <a:cubicBezTo>
                    <a:pt x="190" y="3520"/>
                    <a:pt x="3102" y="6318"/>
                    <a:pt x="6676" y="6318"/>
                  </a:cubicBezTo>
                  <a:cubicBezTo>
                    <a:pt x="10243" y="6318"/>
                    <a:pt x="13156" y="3520"/>
                    <a:pt x="1335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2" name="Google Shape;30972;p32"/>
            <p:cNvSpPr/>
            <p:nvPr/>
          </p:nvSpPr>
          <p:spPr>
            <a:xfrm>
              <a:off x="4917675" y="2336425"/>
              <a:ext cx="336000" cy="158975"/>
            </a:xfrm>
            <a:custGeom>
              <a:rect b="b" l="l" r="r" t="t"/>
              <a:pathLst>
                <a:path extrusionOk="0" h="6359" w="13440">
                  <a:moveTo>
                    <a:pt x="1" y="0"/>
                  </a:moveTo>
                  <a:cubicBezTo>
                    <a:pt x="196" y="3540"/>
                    <a:pt x="3136" y="6359"/>
                    <a:pt x="6723" y="6359"/>
                  </a:cubicBezTo>
                  <a:cubicBezTo>
                    <a:pt x="10310" y="6359"/>
                    <a:pt x="13250" y="3540"/>
                    <a:pt x="13439" y="0"/>
                  </a:cubicBezTo>
                  <a:lnTo>
                    <a:pt x="13351" y="0"/>
                  </a:lnTo>
                  <a:cubicBezTo>
                    <a:pt x="13163" y="3493"/>
                    <a:pt x="10263" y="6278"/>
                    <a:pt x="6723" y="6278"/>
                  </a:cubicBezTo>
                  <a:cubicBezTo>
                    <a:pt x="3183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3" name="Google Shape;30973;p32"/>
            <p:cNvSpPr/>
            <p:nvPr/>
          </p:nvSpPr>
          <p:spPr>
            <a:xfrm>
              <a:off x="4942125" y="2336425"/>
              <a:ext cx="283550" cy="134550"/>
            </a:xfrm>
            <a:custGeom>
              <a:rect b="b" l="l" r="r" t="t"/>
              <a:pathLst>
                <a:path extrusionOk="0" h="5382" w="11342">
                  <a:moveTo>
                    <a:pt x="0" y="0"/>
                  </a:moveTo>
                  <a:cubicBezTo>
                    <a:pt x="155" y="3001"/>
                    <a:pt x="2630" y="5381"/>
                    <a:pt x="5671" y="5381"/>
                  </a:cubicBezTo>
                  <a:cubicBezTo>
                    <a:pt x="8705" y="5381"/>
                    <a:pt x="11187" y="3001"/>
                    <a:pt x="1134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4" name="Google Shape;30974;p32"/>
            <p:cNvSpPr/>
            <p:nvPr/>
          </p:nvSpPr>
          <p:spPr>
            <a:xfrm>
              <a:off x="4941100" y="2336425"/>
              <a:ext cx="285600" cy="135725"/>
            </a:xfrm>
            <a:custGeom>
              <a:rect b="b" l="l" r="r" t="t"/>
              <a:pathLst>
                <a:path extrusionOk="0" h="5429" w="11424">
                  <a:moveTo>
                    <a:pt x="1" y="0"/>
                  </a:moveTo>
                  <a:cubicBezTo>
                    <a:pt x="149" y="3014"/>
                    <a:pt x="2657" y="5428"/>
                    <a:pt x="5712" y="5428"/>
                  </a:cubicBezTo>
                  <a:cubicBezTo>
                    <a:pt x="8767" y="5428"/>
                    <a:pt x="11275" y="3014"/>
                    <a:pt x="11423" y="0"/>
                  </a:cubicBezTo>
                  <a:lnTo>
                    <a:pt x="11342" y="0"/>
                  </a:lnTo>
                  <a:cubicBezTo>
                    <a:pt x="11187" y="2967"/>
                    <a:pt x="8719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5" name="Google Shape;30975;p32"/>
            <p:cNvSpPr/>
            <p:nvPr/>
          </p:nvSpPr>
          <p:spPr>
            <a:xfrm>
              <a:off x="4967400" y="2336425"/>
              <a:ext cx="233000" cy="109425"/>
            </a:xfrm>
            <a:custGeom>
              <a:rect b="b" l="l" r="r" t="t"/>
              <a:pathLst>
                <a:path extrusionOk="0" h="4377" w="9320">
                  <a:moveTo>
                    <a:pt x="1" y="0"/>
                  </a:moveTo>
                  <a:cubicBezTo>
                    <a:pt x="149" y="2441"/>
                    <a:pt x="2179" y="4376"/>
                    <a:pt x="4660" y="4376"/>
                  </a:cubicBezTo>
                  <a:cubicBezTo>
                    <a:pt x="7141" y="4376"/>
                    <a:pt x="9171" y="2441"/>
                    <a:pt x="93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6" name="Google Shape;30976;p32"/>
            <p:cNvSpPr/>
            <p:nvPr/>
          </p:nvSpPr>
          <p:spPr>
            <a:xfrm>
              <a:off x="4966225" y="2336425"/>
              <a:ext cx="235350" cy="110425"/>
            </a:xfrm>
            <a:custGeom>
              <a:rect b="b" l="l" r="r" t="t"/>
              <a:pathLst>
                <a:path extrusionOk="0" h="4417" w="9414">
                  <a:moveTo>
                    <a:pt x="0" y="0"/>
                  </a:moveTo>
                  <a:cubicBezTo>
                    <a:pt x="156" y="2461"/>
                    <a:pt x="2205" y="4417"/>
                    <a:pt x="4707" y="4417"/>
                  </a:cubicBezTo>
                  <a:cubicBezTo>
                    <a:pt x="7209" y="4417"/>
                    <a:pt x="9258" y="2461"/>
                    <a:pt x="9414" y="0"/>
                  </a:cubicBezTo>
                  <a:lnTo>
                    <a:pt x="9326" y="0"/>
                  </a:lnTo>
                  <a:cubicBezTo>
                    <a:pt x="9178" y="2414"/>
                    <a:pt x="7161" y="4336"/>
                    <a:pt x="4707" y="4336"/>
                  </a:cubicBezTo>
                  <a:cubicBezTo>
                    <a:pt x="2253" y="4336"/>
                    <a:pt x="236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7" name="Google Shape;30977;p32"/>
            <p:cNvSpPr/>
            <p:nvPr/>
          </p:nvSpPr>
          <p:spPr>
            <a:xfrm>
              <a:off x="4996225" y="2336425"/>
              <a:ext cx="175350" cy="80600"/>
            </a:xfrm>
            <a:custGeom>
              <a:rect b="b" l="l" r="r" t="t"/>
              <a:pathLst>
                <a:path extrusionOk="0" h="3224" w="7014">
                  <a:moveTo>
                    <a:pt x="1" y="0"/>
                  </a:moveTo>
                  <a:cubicBezTo>
                    <a:pt x="149" y="1807"/>
                    <a:pt x="1659" y="3223"/>
                    <a:pt x="3507" y="3223"/>
                  </a:cubicBezTo>
                  <a:cubicBezTo>
                    <a:pt x="5355" y="3223"/>
                    <a:pt x="6865" y="1807"/>
                    <a:pt x="70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8" name="Google Shape;30978;p32"/>
            <p:cNvSpPr/>
            <p:nvPr/>
          </p:nvSpPr>
          <p:spPr>
            <a:xfrm>
              <a:off x="4995050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0" y="0"/>
                  </a:moveTo>
                  <a:cubicBezTo>
                    <a:pt x="156" y="1828"/>
                    <a:pt x="1686" y="3271"/>
                    <a:pt x="3554" y="3271"/>
                  </a:cubicBezTo>
                  <a:cubicBezTo>
                    <a:pt x="5422" y="3271"/>
                    <a:pt x="6952" y="1828"/>
                    <a:pt x="7107" y="0"/>
                  </a:cubicBezTo>
                  <a:lnTo>
                    <a:pt x="7020" y="0"/>
                  </a:lnTo>
                  <a:cubicBezTo>
                    <a:pt x="6871" y="1780"/>
                    <a:pt x="5375" y="3183"/>
                    <a:pt x="3554" y="3183"/>
                  </a:cubicBezTo>
                  <a:cubicBezTo>
                    <a:pt x="1733" y="3183"/>
                    <a:pt x="236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9" name="Google Shape;30979;p32"/>
            <p:cNvSpPr/>
            <p:nvPr/>
          </p:nvSpPr>
          <p:spPr>
            <a:xfrm>
              <a:off x="5021350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0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0" name="Google Shape;30980;p32"/>
            <p:cNvSpPr/>
            <p:nvPr/>
          </p:nvSpPr>
          <p:spPr>
            <a:xfrm>
              <a:off x="5020325" y="2336425"/>
              <a:ext cx="127150" cy="56500"/>
            </a:xfrm>
            <a:custGeom>
              <a:rect b="b" l="l" r="r" t="t"/>
              <a:pathLst>
                <a:path extrusionOk="0" h="2260" w="5086">
                  <a:moveTo>
                    <a:pt x="1" y="0"/>
                  </a:moveTo>
                  <a:cubicBezTo>
                    <a:pt x="149" y="1268"/>
                    <a:pt x="1235" y="2259"/>
                    <a:pt x="2543" y="2259"/>
                  </a:cubicBezTo>
                  <a:cubicBezTo>
                    <a:pt x="3851" y="2259"/>
                    <a:pt x="4937" y="1268"/>
                    <a:pt x="5085" y="0"/>
                  </a:cubicBezTo>
                  <a:lnTo>
                    <a:pt x="4997" y="0"/>
                  </a:lnTo>
                  <a:cubicBezTo>
                    <a:pt x="4856" y="1227"/>
                    <a:pt x="3811" y="2178"/>
                    <a:pt x="2543" y="2178"/>
                  </a:cubicBezTo>
                  <a:cubicBezTo>
                    <a:pt x="1275" y="2178"/>
                    <a:pt x="230" y="1227"/>
                    <a:pt x="8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1" name="Google Shape;30981;p32"/>
            <p:cNvSpPr/>
            <p:nvPr/>
          </p:nvSpPr>
          <p:spPr>
            <a:xfrm>
              <a:off x="5050500" y="2336425"/>
              <a:ext cx="66800" cy="26825"/>
            </a:xfrm>
            <a:custGeom>
              <a:rect b="b" l="l" r="r" t="t"/>
              <a:pathLst>
                <a:path extrusionOk="0" h="1073" w="2672">
                  <a:moveTo>
                    <a:pt x="1" y="0"/>
                  </a:moveTo>
                  <a:cubicBezTo>
                    <a:pt x="136" y="614"/>
                    <a:pt x="682" y="1072"/>
                    <a:pt x="1336" y="1072"/>
                  </a:cubicBezTo>
                  <a:cubicBezTo>
                    <a:pt x="1990" y="1072"/>
                    <a:pt x="2536" y="614"/>
                    <a:pt x="267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2" name="Google Shape;30982;p32"/>
            <p:cNvSpPr/>
            <p:nvPr/>
          </p:nvSpPr>
          <p:spPr>
            <a:xfrm>
              <a:off x="5049500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0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23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3" name="Google Shape;30983;p32"/>
            <p:cNvSpPr/>
            <p:nvPr/>
          </p:nvSpPr>
          <p:spPr>
            <a:xfrm>
              <a:off x="5253125" y="2336425"/>
              <a:ext cx="273975" cy="157975"/>
            </a:xfrm>
            <a:custGeom>
              <a:rect b="b" l="l" r="r" t="t"/>
              <a:pathLst>
                <a:path extrusionOk="0" h="6319" w="10959">
                  <a:moveTo>
                    <a:pt x="1" y="0"/>
                  </a:moveTo>
                  <a:cubicBezTo>
                    <a:pt x="190" y="3520"/>
                    <a:pt x="3103" y="6318"/>
                    <a:pt x="6670" y="6318"/>
                  </a:cubicBezTo>
                  <a:cubicBezTo>
                    <a:pt x="8301" y="6318"/>
                    <a:pt x="9798" y="5732"/>
                    <a:pt x="10958" y="4761"/>
                  </a:cubicBezTo>
                  <a:lnTo>
                    <a:pt x="10958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4" name="Google Shape;30984;p32"/>
            <p:cNvSpPr/>
            <p:nvPr/>
          </p:nvSpPr>
          <p:spPr>
            <a:xfrm>
              <a:off x="5251950" y="2336425"/>
              <a:ext cx="275150" cy="158975"/>
            </a:xfrm>
            <a:custGeom>
              <a:rect b="b" l="l" r="r" t="t"/>
              <a:pathLst>
                <a:path extrusionOk="0" h="6359" w="11006">
                  <a:moveTo>
                    <a:pt x="1" y="0"/>
                  </a:moveTo>
                  <a:cubicBezTo>
                    <a:pt x="196" y="3540"/>
                    <a:pt x="3136" y="6359"/>
                    <a:pt x="6717" y="6359"/>
                  </a:cubicBezTo>
                  <a:cubicBezTo>
                    <a:pt x="8348" y="6359"/>
                    <a:pt x="9839" y="5779"/>
                    <a:pt x="11005" y="4815"/>
                  </a:cubicBezTo>
                  <a:lnTo>
                    <a:pt x="11005" y="4700"/>
                  </a:lnTo>
                  <a:cubicBezTo>
                    <a:pt x="9845" y="5685"/>
                    <a:pt x="8355" y="6278"/>
                    <a:pt x="6717" y="6278"/>
                  </a:cubicBezTo>
                  <a:cubicBezTo>
                    <a:pt x="3177" y="6278"/>
                    <a:pt x="277" y="3493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5" name="Google Shape;30985;p32"/>
            <p:cNvSpPr/>
            <p:nvPr/>
          </p:nvSpPr>
          <p:spPr>
            <a:xfrm>
              <a:off x="5276400" y="2336425"/>
              <a:ext cx="250700" cy="134550"/>
            </a:xfrm>
            <a:custGeom>
              <a:rect b="b" l="l" r="r" t="t"/>
              <a:pathLst>
                <a:path extrusionOk="0" h="5382" w="10028">
                  <a:moveTo>
                    <a:pt x="0" y="0"/>
                  </a:moveTo>
                  <a:cubicBezTo>
                    <a:pt x="149" y="3001"/>
                    <a:pt x="2630" y="5381"/>
                    <a:pt x="5671" y="5381"/>
                  </a:cubicBezTo>
                  <a:cubicBezTo>
                    <a:pt x="7418" y="5381"/>
                    <a:pt x="8989" y="4592"/>
                    <a:pt x="10027" y="3345"/>
                  </a:cubicBezTo>
                  <a:lnTo>
                    <a:pt x="10027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6" name="Google Shape;30986;p32"/>
            <p:cNvSpPr/>
            <p:nvPr/>
          </p:nvSpPr>
          <p:spPr>
            <a:xfrm>
              <a:off x="5275375" y="2336425"/>
              <a:ext cx="251725" cy="135725"/>
            </a:xfrm>
            <a:custGeom>
              <a:rect b="b" l="l" r="r" t="t"/>
              <a:pathLst>
                <a:path extrusionOk="0" h="5429" w="10069">
                  <a:moveTo>
                    <a:pt x="1" y="0"/>
                  </a:moveTo>
                  <a:cubicBezTo>
                    <a:pt x="149" y="3014"/>
                    <a:pt x="2658" y="5428"/>
                    <a:pt x="5712" y="5428"/>
                  </a:cubicBezTo>
                  <a:cubicBezTo>
                    <a:pt x="7452" y="5428"/>
                    <a:pt x="9016" y="4639"/>
                    <a:pt x="10068" y="3405"/>
                  </a:cubicBezTo>
                  <a:lnTo>
                    <a:pt x="10068" y="3277"/>
                  </a:lnTo>
                  <a:cubicBezTo>
                    <a:pt x="9036" y="4538"/>
                    <a:pt x="7465" y="5341"/>
                    <a:pt x="5712" y="5341"/>
                  </a:cubicBezTo>
                  <a:cubicBezTo>
                    <a:pt x="2705" y="5341"/>
                    <a:pt x="237" y="2967"/>
                    <a:pt x="82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7" name="Google Shape;30987;p32"/>
            <p:cNvSpPr/>
            <p:nvPr/>
          </p:nvSpPr>
          <p:spPr>
            <a:xfrm>
              <a:off x="5301525" y="2336425"/>
              <a:ext cx="225575" cy="109425"/>
            </a:xfrm>
            <a:custGeom>
              <a:rect b="b" l="l" r="r" t="t"/>
              <a:pathLst>
                <a:path extrusionOk="0" h="4377" w="9023">
                  <a:moveTo>
                    <a:pt x="0" y="0"/>
                  </a:moveTo>
                  <a:cubicBezTo>
                    <a:pt x="155" y="2441"/>
                    <a:pt x="2185" y="4376"/>
                    <a:pt x="4666" y="4376"/>
                  </a:cubicBezTo>
                  <a:cubicBezTo>
                    <a:pt x="6649" y="4376"/>
                    <a:pt x="8348" y="3136"/>
                    <a:pt x="9022" y="1389"/>
                  </a:cubicBezTo>
                  <a:lnTo>
                    <a:pt x="9022" y="0"/>
                  </a:ln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8" name="Google Shape;30988;p32"/>
            <p:cNvSpPr/>
            <p:nvPr/>
          </p:nvSpPr>
          <p:spPr>
            <a:xfrm>
              <a:off x="5300500" y="2336425"/>
              <a:ext cx="226600" cy="110425"/>
            </a:xfrm>
            <a:custGeom>
              <a:rect b="b" l="l" r="r" t="t"/>
              <a:pathLst>
                <a:path extrusionOk="0" h="4417" w="9064">
                  <a:moveTo>
                    <a:pt x="1" y="0"/>
                  </a:moveTo>
                  <a:cubicBezTo>
                    <a:pt x="156" y="2461"/>
                    <a:pt x="2206" y="4417"/>
                    <a:pt x="4707" y="4417"/>
                  </a:cubicBezTo>
                  <a:cubicBezTo>
                    <a:pt x="6669" y="4417"/>
                    <a:pt x="8355" y="3210"/>
                    <a:pt x="9063" y="1504"/>
                  </a:cubicBezTo>
                  <a:lnTo>
                    <a:pt x="9063" y="1268"/>
                  </a:lnTo>
                  <a:cubicBezTo>
                    <a:pt x="8422" y="3055"/>
                    <a:pt x="6710" y="4336"/>
                    <a:pt x="4707" y="4336"/>
                  </a:cubicBezTo>
                  <a:cubicBezTo>
                    <a:pt x="2253" y="4336"/>
                    <a:pt x="237" y="2414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9" name="Google Shape;30989;p32"/>
            <p:cNvSpPr/>
            <p:nvPr/>
          </p:nvSpPr>
          <p:spPr>
            <a:xfrm>
              <a:off x="5330350" y="2336425"/>
              <a:ext cx="175500" cy="80600"/>
            </a:xfrm>
            <a:custGeom>
              <a:rect b="b" l="l" r="r" t="t"/>
              <a:pathLst>
                <a:path extrusionOk="0" h="3224" w="7020">
                  <a:moveTo>
                    <a:pt x="0" y="0"/>
                  </a:moveTo>
                  <a:cubicBezTo>
                    <a:pt x="155" y="1807"/>
                    <a:pt x="1666" y="3223"/>
                    <a:pt x="3513" y="3223"/>
                  </a:cubicBezTo>
                  <a:cubicBezTo>
                    <a:pt x="5361" y="3223"/>
                    <a:pt x="6871" y="1807"/>
                    <a:pt x="701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0" name="Google Shape;30990;p32"/>
            <p:cNvSpPr/>
            <p:nvPr/>
          </p:nvSpPr>
          <p:spPr>
            <a:xfrm>
              <a:off x="5329325" y="2336425"/>
              <a:ext cx="177700" cy="81775"/>
            </a:xfrm>
            <a:custGeom>
              <a:rect b="b" l="l" r="r" t="t"/>
              <a:pathLst>
                <a:path extrusionOk="0" h="3271" w="7108">
                  <a:moveTo>
                    <a:pt x="1" y="0"/>
                  </a:moveTo>
                  <a:cubicBezTo>
                    <a:pt x="149" y="1828"/>
                    <a:pt x="1686" y="3271"/>
                    <a:pt x="3554" y="3271"/>
                  </a:cubicBezTo>
                  <a:cubicBezTo>
                    <a:pt x="5422" y="3271"/>
                    <a:pt x="6953" y="1828"/>
                    <a:pt x="7108" y="0"/>
                  </a:cubicBezTo>
                  <a:lnTo>
                    <a:pt x="7020" y="0"/>
                  </a:lnTo>
                  <a:cubicBezTo>
                    <a:pt x="6872" y="1780"/>
                    <a:pt x="5375" y="3183"/>
                    <a:pt x="3554" y="3183"/>
                  </a:cubicBezTo>
                  <a:cubicBezTo>
                    <a:pt x="1734" y="3183"/>
                    <a:pt x="237" y="1780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1" name="Google Shape;30991;p32"/>
            <p:cNvSpPr/>
            <p:nvPr/>
          </p:nvSpPr>
          <p:spPr>
            <a:xfrm>
              <a:off x="5355625" y="2336425"/>
              <a:ext cx="124925" cy="55475"/>
            </a:xfrm>
            <a:custGeom>
              <a:rect b="b" l="l" r="r" t="t"/>
              <a:pathLst>
                <a:path extrusionOk="0" h="2219" w="4997">
                  <a:moveTo>
                    <a:pt x="1" y="0"/>
                  </a:moveTo>
                  <a:cubicBezTo>
                    <a:pt x="149" y="1248"/>
                    <a:pt x="1214" y="2219"/>
                    <a:pt x="2502" y="2219"/>
                  </a:cubicBezTo>
                  <a:cubicBezTo>
                    <a:pt x="3790" y="2219"/>
                    <a:pt x="4855" y="1248"/>
                    <a:pt x="499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2" name="Google Shape;30992;p32"/>
            <p:cNvSpPr/>
            <p:nvPr/>
          </p:nvSpPr>
          <p:spPr>
            <a:xfrm>
              <a:off x="5354625" y="2336425"/>
              <a:ext cx="127125" cy="56500"/>
            </a:xfrm>
            <a:custGeom>
              <a:rect b="b" l="l" r="r" t="t"/>
              <a:pathLst>
                <a:path extrusionOk="0" h="2260" w="5085">
                  <a:moveTo>
                    <a:pt x="0" y="0"/>
                  </a:moveTo>
                  <a:cubicBezTo>
                    <a:pt x="148" y="1268"/>
                    <a:pt x="1227" y="2259"/>
                    <a:pt x="2542" y="2259"/>
                  </a:cubicBezTo>
                  <a:cubicBezTo>
                    <a:pt x="3850" y="2259"/>
                    <a:pt x="4936" y="1268"/>
                    <a:pt x="5084" y="0"/>
                  </a:cubicBezTo>
                  <a:lnTo>
                    <a:pt x="4997" y="0"/>
                  </a:lnTo>
                  <a:cubicBezTo>
                    <a:pt x="4848" y="1227"/>
                    <a:pt x="3803" y="2178"/>
                    <a:pt x="2542" y="2178"/>
                  </a:cubicBezTo>
                  <a:cubicBezTo>
                    <a:pt x="1274" y="2178"/>
                    <a:pt x="229" y="122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3" name="Google Shape;30993;p32"/>
            <p:cNvSpPr/>
            <p:nvPr/>
          </p:nvSpPr>
          <p:spPr>
            <a:xfrm>
              <a:off x="5384800" y="2336425"/>
              <a:ext cx="66775" cy="26825"/>
            </a:xfrm>
            <a:custGeom>
              <a:rect b="b" l="l" r="r" t="t"/>
              <a:pathLst>
                <a:path extrusionOk="0" h="1073" w="2671">
                  <a:moveTo>
                    <a:pt x="0" y="0"/>
                  </a:moveTo>
                  <a:cubicBezTo>
                    <a:pt x="135" y="614"/>
                    <a:pt x="681" y="1072"/>
                    <a:pt x="1335" y="1072"/>
                  </a:cubicBezTo>
                  <a:cubicBezTo>
                    <a:pt x="1989" y="1072"/>
                    <a:pt x="2535" y="614"/>
                    <a:pt x="26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4" name="Google Shape;30994;p32"/>
            <p:cNvSpPr/>
            <p:nvPr/>
          </p:nvSpPr>
          <p:spPr>
            <a:xfrm>
              <a:off x="5383775" y="2336425"/>
              <a:ext cx="68800" cy="27825"/>
            </a:xfrm>
            <a:custGeom>
              <a:rect b="b" l="l" r="r" t="t"/>
              <a:pathLst>
                <a:path extrusionOk="0" h="1113" w="2752">
                  <a:moveTo>
                    <a:pt x="1" y="0"/>
                  </a:moveTo>
                  <a:cubicBezTo>
                    <a:pt x="135" y="634"/>
                    <a:pt x="702" y="1113"/>
                    <a:pt x="1376" y="1113"/>
                  </a:cubicBezTo>
                  <a:cubicBezTo>
                    <a:pt x="2050" y="1113"/>
                    <a:pt x="2617" y="634"/>
                    <a:pt x="2752" y="0"/>
                  </a:cubicBezTo>
                  <a:lnTo>
                    <a:pt x="2664" y="0"/>
                  </a:lnTo>
                  <a:cubicBezTo>
                    <a:pt x="2529" y="587"/>
                    <a:pt x="2003" y="1025"/>
                    <a:pt x="1376" y="1025"/>
                  </a:cubicBezTo>
                  <a:cubicBezTo>
                    <a:pt x="749" y="1025"/>
                    <a:pt x="216" y="587"/>
                    <a:pt x="8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5" name="Google Shape;30995;p32"/>
            <p:cNvSpPr/>
            <p:nvPr/>
          </p:nvSpPr>
          <p:spPr>
            <a:xfrm>
              <a:off x="3450750" y="2336425"/>
              <a:ext cx="296375" cy="256075"/>
            </a:xfrm>
            <a:custGeom>
              <a:rect b="b" l="l" r="r" t="t"/>
              <a:pathLst>
                <a:path extrusionOk="0" h="10243" w="11855">
                  <a:moveTo>
                    <a:pt x="1" y="0"/>
                  </a:moveTo>
                  <a:lnTo>
                    <a:pt x="1" y="7795"/>
                  </a:lnTo>
                  <a:cubicBezTo>
                    <a:pt x="1228" y="9292"/>
                    <a:pt x="3089" y="10243"/>
                    <a:pt x="5173" y="10243"/>
                  </a:cubicBezTo>
                  <a:cubicBezTo>
                    <a:pt x="8861" y="10243"/>
                    <a:pt x="11855" y="7249"/>
                    <a:pt x="11855" y="3560"/>
                  </a:cubicBezTo>
                  <a:cubicBezTo>
                    <a:pt x="11855" y="2246"/>
                    <a:pt x="11477" y="1032"/>
                    <a:pt x="1083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6" name="Google Shape;30996;p32"/>
            <p:cNvSpPr/>
            <p:nvPr/>
          </p:nvSpPr>
          <p:spPr>
            <a:xfrm>
              <a:off x="3450750" y="2336425"/>
              <a:ext cx="297400" cy="257100"/>
            </a:xfrm>
            <a:custGeom>
              <a:rect b="b" l="l" r="r" t="t"/>
              <a:pathLst>
                <a:path extrusionOk="0" h="10284" w="11896">
                  <a:moveTo>
                    <a:pt x="10776" y="0"/>
                  </a:moveTo>
                  <a:cubicBezTo>
                    <a:pt x="11430" y="1025"/>
                    <a:pt x="11814" y="2246"/>
                    <a:pt x="11814" y="3560"/>
                  </a:cubicBezTo>
                  <a:cubicBezTo>
                    <a:pt x="11814" y="7222"/>
                    <a:pt x="8834" y="10202"/>
                    <a:pt x="5173" y="10202"/>
                  </a:cubicBezTo>
                  <a:cubicBezTo>
                    <a:pt x="3082" y="10202"/>
                    <a:pt x="1221" y="9231"/>
                    <a:pt x="1" y="7728"/>
                  </a:cubicBezTo>
                  <a:lnTo>
                    <a:pt x="1" y="7856"/>
                  </a:lnTo>
                  <a:cubicBezTo>
                    <a:pt x="1235" y="9339"/>
                    <a:pt x="3096" y="10283"/>
                    <a:pt x="5173" y="10283"/>
                  </a:cubicBezTo>
                  <a:cubicBezTo>
                    <a:pt x="8881" y="10283"/>
                    <a:pt x="11895" y="7269"/>
                    <a:pt x="11895" y="3560"/>
                  </a:cubicBezTo>
                  <a:cubicBezTo>
                    <a:pt x="11895" y="2252"/>
                    <a:pt x="11525" y="1032"/>
                    <a:pt x="1087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7" name="Google Shape;30997;p32"/>
            <p:cNvSpPr/>
            <p:nvPr/>
          </p:nvSpPr>
          <p:spPr>
            <a:xfrm>
              <a:off x="3450750" y="2336425"/>
              <a:ext cx="269425" cy="232650"/>
            </a:xfrm>
            <a:custGeom>
              <a:rect b="b" l="l" r="r" t="t"/>
              <a:pathLst>
                <a:path extrusionOk="0" h="9306" w="10777">
                  <a:moveTo>
                    <a:pt x="736" y="0"/>
                  </a:moveTo>
                  <a:cubicBezTo>
                    <a:pt x="446" y="344"/>
                    <a:pt x="203" y="722"/>
                    <a:pt x="1" y="1126"/>
                  </a:cubicBezTo>
                  <a:lnTo>
                    <a:pt x="1" y="6136"/>
                  </a:lnTo>
                  <a:cubicBezTo>
                    <a:pt x="931" y="8018"/>
                    <a:pt x="2860" y="9305"/>
                    <a:pt x="5099" y="9305"/>
                  </a:cubicBezTo>
                  <a:cubicBezTo>
                    <a:pt x="8234" y="9305"/>
                    <a:pt x="10776" y="6763"/>
                    <a:pt x="10776" y="3628"/>
                  </a:cubicBezTo>
                  <a:cubicBezTo>
                    <a:pt x="10776" y="2246"/>
                    <a:pt x="10284" y="985"/>
                    <a:pt x="946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8" name="Google Shape;30998;p32"/>
            <p:cNvSpPr/>
            <p:nvPr/>
          </p:nvSpPr>
          <p:spPr>
            <a:xfrm>
              <a:off x="3450750" y="2336425"/>
              <a:ext cx="270600" cy="233825"/>
            </a:xfrm>
            <a:custGeom>
              <a:rect b="b" l="l" r="r" t="t"/>
              <a:pathLst>
                <a:path extrusionOk="0" h="9353" w="10824">
                  <a:moveTo>
                    <a:pt x="9407" y="0"/>
                  </a:moveTo>
                  <a:cubicBezTo>
                    <a:pt x="10237" y="978"/>
                    <a:pt x="10736" y="2246"/>
                    <a:pt x="10736" y="3628"/>
                  </a:cubicBezTo>
                  <a:cubicBezTo>
                    <a:pt x="10736" y="6736"/>
                    <a:pt x="8207" y="9265"/>
                    <a:pt x="5099" y="9265"/>
                  </a:cubicBezTo>
                  <a:cubicBezTo>
                    <a:pt x="2853" y="9265"/>
                    <a:pt x="904" y="7943"/>
                    <a:pt x="1" y="6035"/>
                  </a:cubicBezTo>
                  <a:lnTo>
                    <a:pt x="1" y="6224"/>
                  </a:lnTo>
                  <a:cubicBezTo>
                    <a:pt x="952" y="8078"/>
                    <a:pt x="2880" y="9353"/>
                    <a:pt x="5099" y="9353"/>
                  </a:cubicBezTo>
                  <a:cubicBezTo>
                    <a:pt x="8254" y="9353"/>
                    <a:pt x="10823" y="6784"/>
                    <a:pt x="10823" y="3628"/>
                  </a:cubicBezTo>
                  <a:cubicBezTo>
                    <a:pt x="10823" y="2252"/>
                    <a:pt x="10331" y="985"/>
                    <a:pt x="951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9" name="Google Shape;30999;p32"/>
            <p:cNvSpPr/>
            <p:nvPr/>
          </p:nvSpPr>
          <p:spPr>
            <a:xfrm>
              <a:off x="3450750" y="2336425"/>
              <a:ext cx="19750" cy="30525"/>
            </a:xfrm>
            <a:custGeom>
              <a:rect b="b" l="l" r="r" t="t"/>
              <a:pathLst>
                <a:path extrusionOk="0" h="1221" w="790">
                  <a:moveTo>
                    <a:pt x="682" y="0"/>
                  </a:moveTo>
                  <a:cubicBezTo>
                    <a:pt x="419" y="317"/>
                    <a:pt x="190" y="668"/>
                    <a:pt x="1" y="1032"/>
                  </a:cubicBezTo>
                  <a:lnTo>
                    <a:pt x="1" y="1221"/>
                  </a:lnTo>
                  <a:cubicBezTo>
                    <a:pt x="210" y="782"/>
                    <a:pt x="480" y="371"/>
                    <a:pt x="79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0" name="Google Shape;31000;p32"/>
            <p:cNvSpPr/>
            <p:nvPr/>
          </p:nvSpPr>
          <p:spPr>
            <a:xfrm>
              <a:off x="3461375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1" name="Google Shape;31001;p32"/>
            <p:cNvSpPr/>
            <p:nvPr/>
          </p:nvSpPr>
          <p:spPr>
            <a:xfrm>
              <a:off x="3460375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8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1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2" name="Google Shape;31002;p32"/>
            <p:cNvSpPr/>
            <p:nvPr/>
          </p:nvSpPr>
          <p:spPr>
            <a:xfrm>
              <a:off x="3490200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3" name="Google Shape;31003;p32"/>
            <p:cNvSpPr/>
            <p:nvPr/>
          </p:nvSpPr>
          <p:spPr>
            <a:xfrm>
              <a:off x="3489025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53" y="7040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4" name="Google Shape;31004;p32"/>
            <p:cNvSpPr/>
            <p:nvPr/>
          </p:nvSpPr>
          <p:spPr>
            <a:xfrm>
              <a:off x="351532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5" name="Google Shape;31005;p32"/>
            <p:cNvSpPr/>
            <p:nvPr/>
          </p:nvSpPr>
          <p:spPr>
            <a:xfrm>
              <a:off x="3514300" y="236322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2" y="3965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6" name="Google Shape;31006;p32"/>
            <p:cNvSpPr/>
            <p:nvPr/>
          </p:nvSpPr>
          <p:spPr>
            <a:xfrm>
              <a:off x="35441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7" name="Google Shape;31007;p32"/>
            <p:cNvSpPr/>
            <p:nvPr/>
          </p:nvSpPr>
          <p:spPr>
            <a:xfrm>
              <a:off x="3542975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8" name="Google Shape;31008;p32"/>
            <p:cNvSpPr/>
            <p:nvPr/>
          </p:nvSpPr>
          <p:spPr>
            <a:xfrm>
              <a:off x="3747100" y="2336425"/>
              <a:ext cx="334325" cy="256075"/>
            </a:xfrm>
            <a:custGeom>
              <a:rect b="b" l="l" r="r" t="t"/>
              <a:pathLst>
                <a:path extrusionOk="0" h="10243" w="13373">
                  <a:moveTo>
                    <a:pt x="1033" y="0"/>
                  </a:moveTo>
                  <a:cubicBezTo>
                    <a:pt x="379" y="1032"/>
                    <a:pt x="1" y="2246"/>
                    <a:pt x="1" y="3560"/>
                  </a:cubicBezTo>
                  <a:cubicBezTo>
                    <a:pt x="1" y="7249"/>
                    <a:pt x="2995" y="10243"/>
                    <a:pt x="6690" y="10243"/>
                  </a:cubicBezTo>
                  <a:cubicBezTo>
                    <a:pt x="10378" y="10243"/>
                    <a:pt x="13372" y="7249"/>
                    <a:pt x="13372" y="3560"/>
                  </a:cubicBezTo>
                  <a:cubicBezTo>
                    <a:pt x="13372" y="2246"/>
                    <a:pt x="12994" y="1032"/>
                    <a:pt x="1234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9" name="Google Shape;31009;p32"/>
            <p:cNvSpPr/>
            <p:nvPr/>
          </p:nvSpPr>
          <p:spPr>
            <a:xfrm>
              <a:off x="374610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15" y="10283"/>
                    <a:pt x="6730" y="10283"/>
                  </a:cubicBezTo>
                  <a:cubicBezTo>
                    <a:pt x="10438" y="10283"/>
                    <a:pt x="13453" y="7269"/>
                    <a:pt x="13453" y="3560"/>
                  </a:cubicBezTo>
                  <a:cubicBezTo>
                    <a:pt x="13453" y="2252"/>
                    <a:pt x="13082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30" y="10202"/>
                  </a:cubicBezTo>
                  <a:cubicBezTo>
                    <a:pt x="3062" y="10202"/>
                    <a:pt x="81" y="7222"/>
                    <a:pt x="81" y="3560"/>
                  </a:cubicBezTo>
                  <a:cubicBezTo>
                    <a:pt x="81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0" name="Google Shape;31010;p32"/>
            <p:cNvSpPr/>
            <p:nvPr/>
          </p:nvSpPr>
          <p:spPr>
            <a:xfrm>
              <a:off x="3770550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15" y="0"/>
                  </a:moveTo>
                  <a:cubicBezTo>
                    <a:pt x="492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1" name="Google Shape;31011;p32"/>
            <p:cNvSpPr/>
            <p:nvPr/>
          </p:nvSpPr>
          <p:spPr>
            <a:xfrm>
              <a:off x="3769525" y="2336425"/>
              <a:ext cx="285925" cy="233825"/>
            </a:xfrm>
            <a:custGeom>
              <a:rect b="b" l="l" r="r" t="t"/>
              <a:pathLst>
                <a:path extrusionOk="0" h="9353" w="11437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37" y="6784"/>
                    <a:pt x="11437" y="3628"/>
                  </a:cubicBezTo>
                  <a:cubicBezTo>
                    <a:pt x="11437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2" y="6736"/>
                    <a:pt x="82" y="3628"/>
                  </a:cubicBezTo>
                  <a:cubicBezTo>
                    <a:pt x="82" y="2246"/>
                    <a:pt x="581" y="978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2" name="Google Shape;31012;p32"/>
            <p:cNvSpPr/>
            <p:nvPr/>
          </p:nvSpPr>
          <p:spPr>
            <a:xfrm>
              <a:off x="379565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75" y="857"/>
                    <a:pt x="1" y="2165"/>
                    <a:pt x="1" y="3628"/>
                  </a:cubicBezTo>
                  <a:cubicBezTo>
                    <a:pt x="1" y="6210"/>
                    <a:pt x="2091" y="8301"/>
                    <a:pt x="4674" y="8301"/>
                  </a:cubicBezTo>
                  <a:cubicBezTo>
                    <a:pt x="7256" y="8301"/>
                    <a:pt x="9347" y="6210"/>
                    <a:pt x="9347" y="3628"/>
                  </a:cubicBezTo>
                  <a:cubicBezTo>
                    <a:pt x="9347" y="2165"/>
                    <a:pt x="8672" y="857"/>
                    <a:pt x="761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3" name="Google Shape;31013;p32"/>
            <p:cNvSpPr/>
            <p:nvPr/>
          </p:nvSpPr>
          <p:spPr>
            <a:xfrm>
              <a:off x="379465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59" y="863"/>
                    <a:pt x="7714" y="0"/>
                  </a:cubicBezTo>
                  <a:lnTo>
                    <a:pt x="7579" y="0"/>
                  </a:lnTo>
                  <a:cubicBezTo>
                    <a:pt x="8652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4" name="Google Shape;31014;p32"/>
            <p:cNvSpPr/>
            <p:nvPr/>
          </p:nvSpPr>
          <p:spPr>
            <a:xfrm>
              <a:off x="3824475" y="233912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5" name="Google Shape;31015;p32"/>
            <p:cNvSpPr/>
            <p:nvPr/>
          </p:nvSpPr>
          <p:spPr>
            <a:xfrm>
              <a:off x="3823300" y="23381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6" name="Google Shape;31016;p32"/>
            <p:cNvSpPr/>
            <p:nvPr/>
          </p:nvSpPr>
          <p:spPr>
            <a:xfrm>
              <a:off x="384960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7" name="Google Shape;31017;p32"/>
            <p:cNvSpPr/>
            <p:nvPr/>
          </p:nvSpPr>
          <p:spPr>
            <a:xfrm>
              <a:off x="3848600" y="23632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1" y="3965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8" name="Google Shape;31018;p32"/>
            <p:cNvSpPr/>
            <p:nvPr/>
          </p:nvSpPr>
          <p:spPr>
            <a:xfrm>
              <a:off x="387825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08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9" name="Google Shape;31019;p32"/>
            <p:cNvSpPr/>
            <p:nvPr/>
          </p:nvSpPr>
          <p:spPr>
            <a:xfrm>
              <a:off x="3877250" y="239187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1" y="2738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0" name="Google Shape;31020;p32"/>
            <p:cNvSpPr/>
            <p:nvPr/>
          </p:nvSpPr>
          <p:spPr>
            <a:xfrm>
              <a:off x="408140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1" name="Google Shape;31021;p32"/>
            <p:cNvSpPr/>
            <p:nvPr/>
          </p:nvSpPr>
          <p:spPr>
            <a:xfrm>
              <a:off x="4080375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1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9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33" y="0"/>
                  </a:lnTo>
                  <a:cubicBezTo>
                    <a:pt x="12987" y="1025"/>
                    <a:pt x="13372" y="2246"/>
                    <a:pt x="13372" y="3560"/>
                  </a:cubicBezTo>
                  <a:cubicBezTo>
                    <a:pt x="13372" y="7222"/>
                    <a:pt x="10391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2" name="Google Shape;31022;p32"/>
            <p:cNvSpPr/>
            <p:nvPr/>
          </p:nvSpPr>
          <p:spPr>
            <a:xfrm>
              <a:off x="4104825" y="2336425"/>
              <a:ext cx="283900" cy="232650"/>
            </a:xfrm>
            <a:custGeom>
              <a:rect b="b" l="l" r="r" t="t"/>
              <a:pathLst>
                <a:path extrusionOk="0" h="9306" w="11356">
                  <a:moveTo>
                    <a:pt x="1308" y="0"/>
                  </a:moveTo>
                  <a:cubicBezTo>
                    <a:pt x="493" y="985"/>
                    <a:pt x="0" y="2246"/>
                    <a:pt x="0" y="3628"/>
                  </a:cubicBezTo>
                  <a:cubicBezTo>
                    <a:pt x="0" y="6763"/>
                    <a:pt x="2542" y="9305"/>
                    <a:pt x="5678" y="9305"/>
                  </a:cubicBezTo>
                  <a:cubicBezTo>
                    <a:pt x="8813" y="9305"/>
                    <a:pt x="11355" y="6763"/>
                    <a:pt x="11355" y="3628"/>
                  </a:cubicBezTo>
                  <a:cubicBezTo>
                    <a:pt x="11355" y="2246"/>
                    <a:pt x="10863" y="985"/>
                    <a:pt x="100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3" name="Google Shape;31023;p32"/>
            <p:cNvSpPr/>
            <p:nvPr/>
          </p:nvSpPr>
          <p:spPr>
            <a:xfrm>
              <a:off x="4103650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80" y="9353"/>
                    <a:pt x="11443" y="6784"/>
                    <a:pt x="11443" y="3628"/>
                  </a:cubicBezTo>
                  <a:cubicBezTo>
                    <a:pt x="11443" y="2252"/>
                    <a:pt x="10957" y="985"/>
                    <a:pt x="10141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4" name="Google Shape;31024;p32"/>
            <p:cNvSpPr/>
            <p:nvPr/>
          </p:nvSpPr>
          <p:spPr>
            <a:xfrm>
              <a:off x="4129950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5" name="Google Shape;31025;p32"/>
            <p:cNvSpPr/>
            <p:nvPr/>
          </p:nvSpPr>
          <p:spPr>
            <a:xfrm>
              <a:off x="4128925" y="2336425"/>
              <a:ext cx="235700" cy="208550"/>
            </a:xfrm>
            <a:custGeom>
              <a:rect b="b" l="l" r="r" t="t"/>
              <a:pathLst>
                <a:path extrusionOk="0" h="8342" w="9428">
                  <a:moveTo>
                    <a:pt x="1706" y="0"/>
                  </a:moveTo>
                  <a:cubicBezTo>
                    <a:pt x="661" y="863"/>
                    <a:pt x="1" y="2171"/>
                    <a:pt x="1" y="3628"/>
                  </a:cubicBezTo>
                  <a:cubicBezTo>
                    <a:pt x="1" y="6231"/>
                    <a:pt x="2111" y="8341"/>
                    <a:pt x="4714" y="8341"/>
                  </a:cubicBezTo>
                  <a:cubicBezTo>
                    <a:pt x="7310" y="8341"/>
                    <a:pt x="9427" y="6231"/>
                    <a:pt x="9427" y="3628"/>
                  </a:cubicBezTo>
                  <a:cubicBezTo>
                    <a:pt x="9427" y="2171"/>
                    <a:pt x="8760" y="863"/>
                    <a:pt x="7714" y="0"/>
                  </a:cubicBezTo>
                  <a:lnTo>
                    <a:pt x="7580" y="0"/>
                  </a:lnTo>
                  <a:cubicBezTo>
                    <a:pt x="8652" y="850"/>
                    <a:pt x="9339" y="2158"/>
                    <a:pt x="9339" y="3628"/>
                  </a:cubicBezTo>
                  <a:cubicBezTo>
                    <a:pt x="9339" y="6183"/>
                    <a:pt x="7263" y="8260"/>
                    <a:pt x="4714" y="8260"/>
                  </a:cubicBezTo>
                  <a:cubicBezTo>
                    <a:pt x="2158" y="8260"/>
                    <a:pt x="81" y="6183"/>
                    <a:pt x="81" y="3628"/>
                  </a:cubicBezTo>
                  <a:cubicBezTo>
                    <a:pt x="81" y="2158"/>
                    <a:pt x="769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6" name="Google Shape;31026;p32"/>
            <p:cNvSpPr/>
            <p:nvPr/>
          </p:nvSpPr>
          <p:spPr>
            <a:xfrm>
              <a:off x="415860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7" name="Google Shape;31027;p32"/>
            <p:cNvSpPr/>
            <p:nvPr/>
          </p:nvSpPr>
          <p:spPr>
            <a:xfrm>
              <a:off x="4157575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8" name="Google Shape;31028;p32"/>
            <p:cNvSpPr/>
            <p:nvPr/>
          </p:nvSpPr>
          <p:spPr>
            <a:xfrm>
              <a:off x="4183875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9" name="Google Shape;31029;p32"/>
            <p:cNvSpPr/>
            <p:nvPr/>
          </p:nvSpPr>
          <p:spPr>
            <a:xfrm>
              <a:off x="418270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0" name="Google Shape;31030;p32"/>
            <p:cNvSpPr/>
            <p:nvPr/>
          </p:nvSpPr>
          <p:spPr>
            <a:xfrm>
              <a:off x="4212550" y="23930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1" name="Google Shape;31031;p32"/>
            <p:cNvSpPr/>
            <p:nvPr/>
          </p:nvSpPr>
          <p:spPr>
            <a:xfrm>
              <a:off x="4211525" y="239187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8"/>
                    <a:pt x="1410" y="2738"/>
                  </a:cubicBezTo>
                  <a:cubicBezTo>
                    <a:pt x="682" y="2738"/>
                    <a:pt x="81" y="2138"/>
                    <a:pt x="81" y="1410"/>
                  </a:cubicBezTo>
                  <a:cubicBezTo>
                    <a:pt x="81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2" name="Google Shape;31032;p32"/>
            <p:cNvSpPr/>
            <p:nvPr/>
          </p:nvSpPr>
          <p:spPr>
            <a:xfrm>
              <a:off x="4415675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2" y="10243"/>
                  </a:cubicBezTo>
                  <a:cubicBezTo>
                    <a:pt x="10377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3" name="Google Shape;31033;p32"/>
            <p:cNvSpPr/>
            <p:nvPr/>
          </p:nvSpPr>
          <p:spPr>
            <a:xfrm>
              <a:off x="4414650" y="2336425"/>
              <a:ext cx="336325" cy="257100"/>
            </a:xfrm>
            <a:custGeom>
              <a:rect b="b" l="l" r="r" t="t"/>
              <a:pathLst>
                <a:path extrusionOk="0" h="10284" w="13453">
                  <a:moveTo>
                    <a:pt x="1019" y="0"/>
                  </a:moveTo>
                  <a:cubicBezTo>
                    <a:pt x="372" y="1032"/>
                    <a:pt x="1" y="2252"/>
                    <a:pt x="1" y="3560"/>
                  </a:cubicBezTo>
                  <a:cubicBezTo>
                    <a:pt x="1" y="7269"/>
                    <a:pt x="3015" y="10283"/>
                    <a:pt x="6723" y="10283"/>
                  </a:cubicBezTo>
                  <a:cubicBezTo>
                    <a:pt x="10432" y="10283"/>
                    <a:pt x="13453" y="7269"/>
                    <a:pt x="13453" y="3560"/>
                  </a:cubicBezTo>
                  <a:cubicBezTo>
                    <a:pt x="13453" y="2252"/>
                    <a:pt x="13075" y="1032"/>
                    <a:pt x="12428" y="0"/>
                  </a:cubicBezTo>
                  <a:lnTo>
                    <a:pt x="12327" y="0"/>
                  </a:lnTo>
                  <a:cubicBezTo>
                    <a:pt x="12988" y="1025"/>
                    <a:pt x="13365" y="2246"/>
                    <a:pt x="13365" y="3560"/>
                  </a:cubicBezTo>
                  <a:cubicBezTo>
                    <a:pt x="13365" y="7222"/>
                    <a:pt x="10385" y="10202"/>
                    <a:pt x="6723" y="10202"/>
                  </a:cubicBezTo>
                  <a:cubicBezTo>
                    <a:pt x="3062" y="10202"/>
                    <a:pt x="82" y="7222"/>
                    <a:pt x="82" y="3560"/>
                  </a:cubicBezTo>
                  <a:cubicBezTo>
                    <a:pt x="82" y="2246"/>
                    <a:pt x="466" y="1025"/>
                    <a:pt x="11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4" name="Google Shape;31034;p32"/>
            <p:cNvSpPr/>
            <p:nvPr/>
          </p:nvSpPr>
          <p:spPr>
            <a:xfrm>
              <a:off x="4438925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500" y="985"/>
                    <a:pt x="1" y="2246"/>
                    <a:pt x="1" y="3628"/>
                  </a:cubicBezTo>
                  <a:cubicBezTo>
                    <a:pt x="1" y="6763"/>
                    <a:pt x="2550" y="9305"/>
                    <a:pt x="5685" y="9305"/>
                  </a:cubicBezTo>
                  <a:cubicBezTo>
                    <a:pt x="8820" y="9305"/>
                    <a:pt x="11362" y="6763"/>
                    <a:pt x="11362" y="3628"/>
                  </a:cubicBezTo>
                  <a:cubicBezTo>
                    <a:pt x="11362" y="2246"/>
                    <a:pt x="10870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5" name="Google Shape;31035;p32"/>
            <p:cNvSpPr/>
            <p:nvPr/>
          </p:nvSpPr>
          <p:spPr>
            <a:xfrm>
              <a:off x="4437925" y="2336425"/>
              <a:ext cx="286075" cy="233825"/>
            </a:xfrm>
            <a:custGeom>
              <a:rect b="b" l="l" r="r" t="t"/>
              <a:pathLst>
                <a:path extrusionOk="0" h="9353" w="11443">
                  <a:moveTo>
                    <a:pt x="1308" y="0"/>
                  </a:moveTo>
                  <a:cubicBezTo>
                    <a:pt x="492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25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62" y="2246"/>
                    <a:pt x="11362" y="3628"/>
                  </a:cubicBezTo>
                  <a:cubicBezTo>
                    <a:pt x="11362" y="6736"/>
                    <a:pt x="8833" y="9265"/>
                    <a:pt x="5725" y="9265"/>
                  </a:cubicBezTo>
                  <a:cubicBezTo>
                    <a:pt x="2616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6" name="Google Shape;31036;p32"/>
            <p:cNvSpPr/>
            <p:nvPr/>
          </p:nvSpPr>
          <p:spPr>
            <a:xfrm>
              <a:off x="4464225" y="2336425"/>
              <a:ext cx="233650" cy="207525"/>
            </a:xfrm>
            <a:custGeom>
              <a:rect b="b" l="l" r="r" t="t"/>
              <a:pathLst>
                <a:path extrusionOk="0" h="8301" w="9346">
                  <a:moveTo>
                    <a:pt x="1733" y="0"/>
                  </a:moveTo>
                  <a:cubicBezTo>
                    <a:pt x="674" y="857"/>
                    <a:pt x="0" y="2165"/>
                    <a:pt x="0" y="3628"/>
                  </a:cubicBezTo>
                  <a:cubicBezTo>
                    <a:pt x="0" y="6210"/>
                    <a:pt x="2090" y="8301"/>
                    <a:pt x="4673" y="8301"/>
                  </a:cubicBezTo>
                  <a:cubicBezTo>
                    <a:pt x="7249" y="8301"/>
                    <a:pt x="9346" y="6210"/>
                    <a:pt x="9346" y="3628"/>
                  </a:cubicBezTo>
                  <a:cubicBezTo>
                    <a:pt x="9346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7" name="Google Shape;31037;p32"/>
            <p:cNvSpPr/>
            <p:nvPr/>
          </p:nvSpPr>
          <p:spPr>
            <a:xfrm>
              <a:off x="4463025" y="2336425"/>
              <a:ext cx="235875" cy="208550"/>
            </a:xfrm>
            <a:custGeom>
              <a:rect b="b" l="l" r="r" t="t"/>
              <a:pathLst>
                <a:path extrusionOk="0" h="8342" w="9435">
                  <a:moveTo>
                    <a:pt x="1714" y="0"/>
                  </a:moveTo>
                  <a:cubicBezTo>
                    <a:pt x="668" y="863"/>
                    <a:pt x="1" y="2171"/>
                    <a:pt x="1" y="3628"/>
                  </a:cubicBezTo>
                  <a:cubicBezTo>
                    <a:pt x="1" y="6231"/>
                    <a:pt x="2118" y="8341"/>
                    <a:pt x="4721" y="8341"/>
                  </a:cubicBezTo>
                  <a:cubicBezTo>
                    <a:pt x="7317" y="8341"/>
                    <a:pt x="9434" y="6231"/>
                    <a:pt x="9434" y="3628"/>
                  </a:cubicBezTo>
                  <a:cubicBezTo>
                    <a:pt x="9434" y="2171"/>
                    <a:pt x="8767" y="863"/>
                    <a:pt x="7722" y="0"/>
                  </a:cubicBezTo>
                  <a:lnTo>
                    <a:pt x="7587" y="0"/>
                  </a:lnTo>
                  <a:cubicBezTo>
                    <a:pt x="8659" y="850"/>
                    <a:pt x="9347" y="2158"/>
                    <a:pt x="9347" y="3628"/>
                  </a:cubicBezTo>
                  <a:cubicBezTo>
                    <a:pt x="9347" y="6183"/>
                    <a:pt x="7270" y="8260"/>
                    <a:pt x="4721" y="8260"/>
                  </a:cubicBezTo>
                  <a:cubicBezTo>
                    <a:pt x="2165" y="8260"/>
                    <a:pt x="89" y="6183"/>
                    <a:pt x="89" y="3628"/>
                  </a:cubicBezTo>
                  <a:cubicBezTo>
                    <a:pt x="89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8" name="Google Shape;31038;p32"/>
            <p:cNvSpPr/>
            <p:nvPr/>
          </p:nvSpPr>
          <p:spPr>
            <a:xfrm>
              <a:off x="4492875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9" name="Google Shape;31039;p32"/>
            <p:cNvSpPr/>
            <p:nvPr/>
          </p:nvSpPr>
          <p:spPr>
            <a:xfrm>
              <a:off x="4491850" y="23381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0"/>
                    <a:pt x="3568" y="7040"/>
                  </a:cubicBezTo>
                  <a:cubicBezTo>
                    <a:pt x="1646" y="7040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0" name="Google Shape;31040;p32"/>
            <p:cNvSpPr/>
            <p:nvPr/>
          </p:nvSpPr>
          <p:spPr>
            <a:xfrm>
              <a:off x="4518150" y="236422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1" name="Google Shape;31041;p32"/>
            <p:cNvSpPr/>
            <p:nvPr/>
          </p:nvSpPr>
          <p:spPr>
            <a:xfrm>
              <a:off x="451697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2" name="Google Shape;31042;p32"/>
            <p:cNvSpPr/>
            <p:nvPr/>
          </p:nvSpPr>
          <p:spPr>
            <a:xfrm>
              <a:off x="454682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08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3" name="Google Shape;31043;p32"/>
            <p:cNvSpPr/>
            <p:nvPr/>
          </p:nvSpPr>
          <p:spPr>
            <a:xfrm>
              <a:off x="454580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10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4" name="Google Shape;31044;p32"/>
            <p:cNvSpPr/>
            <p:nvPr/>
          </p:nvSpPr>
          <p:spPr>
            <a:xfrm>
              <a:off x="4749950" y="2336425"/>
              <a:ext cx="334300" cy="256075"/>
            </a:xfrm>
            <a:custGeom>
              <a:rect b="b" l="l" r="r" t="t"/>
              <a:pathLst>
                <a:path extrusionOk="0" h="10243" w="13372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94" y="10243"/>
                    <a:pt x="6683" y="10243"/>
                  </a:cubicBezTo>
                  <a:cubicBezTo>
                    <a:pt x="10378" y="10243"/>
                    <a:pt x="13371" y="7249"/>
                    <a:pt x="13371" y="3560"/>
                  </a:cubicBezTo>
                  <a:cubicBezTo>
                    <a:pt x="13371" y="2246"/>
                    <a:pt x="12994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5" name="Google Shape;31045;p32"/>
            <p:cNvSpPr/>
            <p:nvPr/>
          </p:nvSpPr>
          <p:spPr>
            <a:xfrm>
              <a:off x="4748775" y="2336425"/>
              <a:ext cx="336475" cy="257100"/>
            </a:xfrm>
            <a:custGeom>
              <a:rect b="b" l="l" r="r" t="t"/>
              <a:pathLst>
                <a:path extrusionOk="0" h="10284" w="13459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94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72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6" name="Google Shape;31046;p32"/>
            <p:cNvSpPr/>
            <p:nvPr/>
          </p:nvSpPr>
          <p:spPr>
            <a:xfrm>
              <a:off x="4773200" y="2336425"/>
              <a:ext cx="284075" cy="232650"/>
            </a:xfrm>
            <a:custGeom>
              <a:rect b="b" l="l" r="r" t="t"/>
              <a:pathLst>
                <a:path extrusionOk="0" h="9306" w="11363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8" y="9305"/>
                  </a:cubicBezTo>
                  <a:cubicBezTo>
                    <a:pt x="8821" y="9305"/>
                    <a:pt x="11363" y="6763"/>
                    <a:pt x="11363" y="3628"/>
                  </a:cubicBezTo>
                  <a:cubicBezTo>
                    <a:pt x="11363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7" name="Google Shape;31047;p32"/>
            <p:cNvSpPr/>
            <p:nvPr/>
          </p:nvSpPr>
          <p:spPr>
            <a:xfrm>
              <a:off x="4772200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93" y="985"/>
                    <a:pt x="0" y="2252"/>
                    <a:pt x="0" y="3628"/>
                  </a:cubicBezTo>
                  <a:cubicBezTo>
                    <a:pt x="0" y="6784"/>
                    <a:pt x="2569" y="9353"/>
                    <a:pt x="5718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42" y="0"/>
                  </a:cubicBezTo>
                  <a:lnTo>
                    <a:pt x="10027" y="0"/>
                  </a:lnTo>
                  <a:cubicBezTo>
                    <a:pt x="10856" y="978"/>
                    <a:pt x="11355" y="2246"/>
                    <a:pt x="11355" y="3628"/>
                  </a:cubicBezTo>
                  <a:cubicBezTo>
                    <a:pt x="11355" y="6736"/>
                    <a:pt x="8827" y="9265"/>
                    <a:pt x="5718" y="9265"/>
                  </a:cubicBezTo>
                  <a:cubicBezTo>
                    <a:pt x="2617" y="9265"/>
                    <a:pt x="88" y="6736"/>
                    <a:pt x="88" y="3628"/>
                  </a:cubicBezTo>
                  <a:cubicBezTo>
                    <a:pt x="88" y="2246"/>
                    <a:pt x="587" y="978"/>
                    <a:pt x="141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8" name="Google Shape;31048;p32"/>
            <p:cNvSpPr/>
            <p:nvPr/>
          </p:nvSpPr>
          <p:spPr>
            <a:xfrm>
              <a:off x="4798500" y="2336425"/>
              <a:ext cx="233500" cy="207525"/>
            </a:xfrm>
            <a:custGeom>
              <a:rect b="b" l="l" r="r" t="t"/>
              <a:pathLst>
                <a:path extrusionOk="0" h="8301" w="9340">
                  <a:moveTo>
                    <a:pt x="1733" y="0"/>
                  </a:moveTo>
                  <a:cubicBezTo>
                    <a:pt x="675" y="857"/>
                    <a:pt x="0" y="2165"/>
                    <a:pt x="0" y="3628"/>
                  </a:cubicBezTo>
                  <a:cubicBezTo>
                    <a:pt x="0" y="6210"/>
                    <a:pt x="2091" y="8301"/>
                    <a:pt x="4666" y="8301"/>
                  </a:cubicBezTo>
                  <a:cubicBezTo>
                    <a:pt x="7249" y="8301"/>
                    <a:pt x="9339" y="6210"/>
                    <a:pt x="9339" y="3628"/>
                  </a:cubicBezTo>
                  <a:cubicBezTo>
                    <a:pt x="9339" y="2165"/>
                    <a:pt x="8665" y="857"/>
                    <a:pt x="760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9" name="Google Shape;31049;p32"/>
            <p:cNvSpPr/>
            <p:nvPr/>
          </p:nvSpPr>
          <p:spPr>
            <a:xfrm>
              <a:off x="4797325" y="2336425"/>
              <a:ext cx="235850" cy="208550"/>
            </a:xfrm>
            <a:custGeom>
              <a:rect b="b" l="l" r="r" t="t"/>
              <a:pathLst>
                <a:path extrusionOk="0" h="8342" w="9434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3" y="8341"/>
                  </a:cubicBezTo>
                  <a:cubicBezTo>
                    <a:pt x="7316" y="8341"/>
                    <a:pt x="9433" y="6231"/>
                    <a:pt x="9433" y="3628"/>
                  </a:cubicBezTo>
                  <a:cubicBezTo>
                    <a:pt x="9433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3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0" name="Google Shape;31050;p32"/>
            <p:cNvSpPr/>
            <p:nvPr/>
          </p:nvSpPr>
          <p:spPr>
            <a:xfrm>
              <a:off x="4827150" y="23391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1" name="Google Shape;31051;p32"/>
            <p:cNvSpPr/>
            <p:nvPr/>
          </p:nvSpPr>
          <p:spPr>
            <a:xfrm>
              <a:off x="4826150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0" y="7040"/>
                  </a:cubicBezTo>
                  <a:cubicBezTo>
                    <a:pt x="1645" y="7040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2" name="Google Shape;31052;p32"/>
            <p:cNvSpPr/>
            <p:nvPr/>
          </p:nvSpPr>
          <p:spPr>
            <a:xfrm>
              <a:off x="4852275" y="236422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3" name="Google Shape;31053;p32"/>
            <p:cNvSpPr/>
            <p:nvPr/>
          </p:nvSpPr>
          <p:spPr>
            <a:xfrm>
              <a:off x="4851250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6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4" name="Google Shape;31054;p32"/>
            <p:cNvSpPr/>
            <p:nvPr/>
          </p:nvSpPr>
          <p:spPr>
            <a:xfrm>
              <a:off x="4881100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5" name="Google Shape;31055;p32"/>
            <p:cNvSpPr/>
            <p:nvPr/>
          </p:nvSpPr>
          <p:spPr>
            <a:xfrm>
              <a:off x="4880075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3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3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6" name="Google Shape;31056;p32"/>
            <p:cNvSpPr/>
            <p:nvPr/>
          </p:nvSpPr>
          <p:spPr>
            <a:xfrm>
              <a:off x="5084225" y="2336425"/>
              <a:ext cx="334125" cy="256075"/>
            </a:xfrm>
            <a:custGeom>
              <a:rect b="b" l="l" r="r" t="t"/>
              <a:pathLst>
                <a:path extrusionOk="0" h="10243" w="13365">
                  <a:moveTo>
                    <a:pt x="1025" y="0"/>
                  </a:moveTo>
                  <a:cubicBezTo>
                    <a:pt x="378" y="1032"/>
                    <a:pt x="0" y="2246"/>
                    <a:pt x="0" y="3560"/>
                  </a:cubicBezTo>
                  <a:cubicBezTo>
                    <a:pt x="0" y="7249"/>
                    <a:pt x="2988" y="10243"/>
                    <a:pt x="6683" y="10243"/>
                  </a:cubicBezTo>
                  <a:cubicBezTo>
                    <a:pt x="10378" y="10243"/>
                    <a:pt x="13365" y="7249"/>
                    <a:pt x="13365" y="3560"/>
                  </a:cubicBezTo>
                  <a:cubicBezTo>
                    <a:pt x="13365" y="2246"/>
                    <a:pt x="12987" y="1032"/>
                    <a:pt x="1234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7" name="Google Shape;31057;p32"/>
            <p:cNvSpPr/>
            <p:nvPr/>
          </p:nvSpPr>
          <p:spPr>
            <a:xfrm>
              <a:off x="5083050" y="2336425"/>
              <a:ext cx="336500" cy="257100"/>
            </a:xfrm>
            <a:custGeom>
              <a:rect b="b" l="l" r="r" t="t"/>
              <a:pathLst>
                <a:path extrusionOk="0" h="10284" w="13460">
                  <a:moveTo>
                    <a:pt x="1025" y="0"/>
                  </a:moveTo>
                  <a:cubicBezTo>
                    <a:pt x="378" y="1032"/>
                    <a:pt x="0" y="2252"/>
                    <a:pt x="0" y="3560"/>
                  </a:cubicBezTo>
                  <a:cubicBezTo>
                    <a:pt x="0" y="7269"/>
                    <a:pt x="3021" y="10283"/>
                    <a:pt x="6730" y="10283"/>
                  </a:cubicBezTo>
                  <a:cubicBezTo>
                    <a:pt x="10438" y="10283"/>
                    <a:pt x="13459" y="7269"/>
                    <a:pt x="13459" y="3560"/>
                  </a:cubicBezTo>
                  <a:cubicBezTo>
                    <a:pt x="13459" y="2252"/>
                    <a:pt x="13081" y="1032"/>
                    <a:pt x="12434" y="0"/>
                  </a:cubicBezTo>
                  <a:lnTo>
                    <a:pt x="12333" y="0"/>
                  </a:lnTo>
                  <a:cubicBezTo>
                    <a:pt x="12987" y="1025"/>
                    <a:pt x="13371" y="2246"/>
                    <a:pt x="13371" y="3560"/>
                  </a:cubicBezTo>
                  <a:cubicBezTo>
                    <a:pt x="13371" y="7222"/>
                    <a:pt x="10391" y="10202"/>
                    <a:pt x="6730" y="10202"/>
                  </a:cubicBezTo>
                  <a:cubicBezTo>
                    <a:pt x="3068" y="10202"/>
                    <a:pt x="88" y="7222"/>
                    <a:pt x="88" y="3560"/>
                  </a:cubicBezTo>
                  <a:cubicBezTo>
                    <a:pt x="88" y="2246"/>
                    <a:pt x="466" y="1025"/>
                    <a:pt x="11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8" name="Google Shape;31058;p32"/>
            <p:cNvSpPr/>
            <p:nvPr/>
          </p:nvSpPr>
          <p:spPr>
            <a:xfrm>
              <a:off x="5107475" y="2336425"/>
              <a:ext cx="283925" cy="232650"/>
            </a:xfrm>
            <a:custGeom>
              <a:rect b="b" l="l" r="r" t="t"/>
              <a:pathLst>
                <a:path extrusionOk="0" h="9306" w="11357">
                  <a:moveTo>
                    <a:pt x="1316" y="0"/>
                  </a:moveTo>
                  <a:cubicBezTo>
                    <a:pt x="493" y="985"/>
                    <a:pt x="1" y="2246"/>
                    <a:pt x="1" y="3628"/>
                  </a:cubicBezTo>
                  <a:cubicBezTo>
                    <a:pt x="1" y="6763"/>
                    <a:pt x="2543" y="9305"/>
                    <a:pt x="5679" y="9305"/>
                  </a:cubicBezTo>
                  <a:cubicBezTo>
                    <a:pt x="8814" y="9305"/>
                    <a:pt x="11356" y="6763"/>
                    <a:pt x="11356" y="3628"/>
                  </a:cubicBezTo>
                  <a:cubicBezTo>
                    <a:pt x="11356" y="2246"/>
                    <a:pt x="10864" y="985"/>
                    <a:pt x="1004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9" name="Google Shape;31059;p32"/>
            <p:cNvSpPr/>
            <p:nvPr/>
          </p:nvSpPr>
          <p:spPr>
            <a:xfrm>
              <a:off x="5106475" y="2336425"/>
              <a:ext cx="286100" cy="233825"/>
            </a:xfrm>
            <a:custGeom>
              <a:rect b="b" l="l" r="r" t="t"/>
              <a:pathLst>
                <a:path extrusionOk="0" h="9353" w="11444">
                  <a:moveTo>
                    <a:pt x="1302" y="0"/>
                  </a:moveTo>
                  <a:cubicBezTo>
                    <a:pt x="486" y="985"/>
                    <a:pt x="1" y="2252"/>
                    <a:pt x="1" y="3628"/>
                  </a:cubicBezTo>
                  <a:cubicBezTo>
                    <a:pt x="1" y="6784"/>
                    <a:pt x="2563" y="9353"/>
                    <a:pt x="5719" y="9353"/>
                  </a:cubicBezTo>
                  <a:cubicBezTo>
                    <a:pt x="8874" y="9353"/>
                    <a:pt x="11443" y="6784"/>
                    <a:pt x="11443" y="3628"/>
                  </a:cubicBezTo>
                  <a:cubicBezTo>
                    <a:pt x="11443" y="2252"/>
                    <a:pt x="10951" y="985"/>
                    <a:pt x="10135" y="0"/>
                  </a:cubicBezTo>
                  <a:lnTo>
                    <a:pt x="10027" y="0"/>
                  </a:lnTo>
                  <a:cubicBezTo>
                    <a:pt x="10857" y="978"/>
                    <a:pt x="11356" y="2246"/>
                    <a:pt x="11356" y="3628"/>
                  </a:cubicBezTo>
                  <a:cubicBezTo>
                    <a:pt x="11356" y="6736"/>
                    <a:pt x="8827" y="9265"/>
                    <a:pt x="5719" y="9265"/>
                  </a:cubicBezTo>
                  <a:cubicBezTo>
                    <a:pt x="2610" y="9265"/>
                    <a:pt x="81" y="6736"/>
                    <a:pt x="81" y="3628"/>
                  </a:cubicBezTo>
                  <a:cubicBezTo>
                    <a:pt x="81" y="2246"/>
                    <a:pt x="587" y="978"/>
                    <a:pt x="141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0" name="Google Shape;31060;p32"/>
            <p:cNvSpPr/>
            <p:nvPr/>
          </p:nvSpPr>
          <p:spPr>
            <a:xfrm>
              <a:off x="5132600" y="2336425"/>
              <a:ext cx="233675" cy="207525"/>
            </a:xfrm>
            <a:custGeom>
              <a:rect b="b" l="l" r="r" t="t"/>
              <a:pathLst>
                <a:path extrusionOk="0" h="8301" w="9347">
                  <a:moveTo>
                    <a:pt x="1734" y="0"/>
                  </a:moveTo>
                  <a:cubicBezTo>
                    <a:pt x="682" y="857"/>
                    <a:pt x="1" y="2165"/>
                    <a:pt x="1" y="3628"/>
                  </a:cubicBezTo>
                  <a:cubicBezTo>
                    <a:pt x="1" y="6210"/>
                    <a:pt x="2098" y="8301"/>
                    <a:pt x="4674" y="8301"/>
                  </a:cubicBezTo>
                  <a:cubicBezTo>
                    <a:pt x="7256" y="8301"/>
                    <a:pt x="9346" y="6210"/>
                    <a:pt x="9346" y="3628"/>
                  </a:cubicBezTo>
                  <a:cubicBezTo>
                    <a:pt x="9346" y="2165"/>
                    <a:pt x="8672" y="857"/>
                    <a:pt x="761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1" name="Google Shape;31061;p32"/>
            <p:cNvSpPr/>
            <p:nvPr/>
          </p:nvSpPr>
          <p:spPr>
            <a:xfrm>
              <a:off x="5131600" y="2336425"/>
              <a:ext cx="235675" cy="208550"/>
            </a:xfrm>
            <a:custGeom>
              <a:rect b="b" l="l" r="r" t="t"/>
              <a:pathLst>
                <a:path extrusionOk="0" h="8342" w="9427">
                  <a:moveTo>
                    <a:pt x="1713" y="0"/>
                  </a:moveTo>
                  <a:cubicBezTo>
                    <a:pt x="668" y="863"/>
                    <a:pt x="0" y="2171"/>
                    <a:pt x="0" y="3628"/>
                  </a:cubicBezTo>
                  <a:cubicBezTo>
                    <a:pt x="0" y="6231"/>
                    <a:pt x="2117" y="8341"/>
                    <a:pt x="4714" y="8341"/>
                  </a:cubicBezTo>
                  <a:cubicBezTo>
                    <a:pt x="7316" y="8341"/>
                    <a:pt x="9427" y="6231"/>
                    <a:pt x="9427" y="3628"/>
                  </a:cubicBezTo>
                  <a:cubicBezTo>
                    <a:pt x="9427" y="2171"/>
                    <a:pt x="8766" y="863"/>
                    <a:pt x="7721" y="0"/>
                  </a:cubicBezTo>
                  <a:lnTo>
                    <a:pt x="7586" y="0"/>
                  </a:lnTo>
                  <a:cubicBezTo>
                    <a:pt x="8658" y="850"/>
                    <a:pt x="9346" y="2158"/>
                    <a:pt x="9346" y="3628"/>
                  </a:cubicBezTo>
                  <a:cubicBezTo>
                    <a:pt x="9346" y="6183"/>
                    <a:pt x="7269" y="8260"/>
                    <a:pt x="4714" y="8260"/>
                  </a:cubicBezTo>
                  <a:cubicBezTo>
                    <a:pt x="2165" y="8260"/>
                    <a:pt x="88" y="6183"/>
                    <a:pt x="88" y="3628"/>
                  </a:cubicBezTo>
                  <a:cubicBezTo>
                    <a:pt x="88" y="2158"/>
                    <a:pt x="776" y="850"/>
                    <a:pt x="184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2" name="Google Shape;31062;p32"/>
            <p:cNvSpPr/>
            <p:nvPr/>
          </p:nvSpPr>
          <p:spPr>
            <a:xfrm>
              <a:off x="5161425" y="23391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3" name="Google Shape;31063;p32"/>
            <p:cNvSpPr/>
            <p:nvPr/>
          </p:nvSpPr>
          <p:spPr>
            <a:xfrm>
              <a:off x="5160425" y="23381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4" name="Google Shape;31064;p32"/>
            <p:cNvSpPr/>
            <p:nvPr/>
          </p:nvSpPr>
          <p:spPr>
            <a:xfrm>
              <a:off x="5186550" y="236422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5" name="Google Shape;31065;p32"/>
            <p:cNvSpPr/>
            <p:nvPr/>
          </p:nvSpPr>
          <p:spPr>
            <a:xfrm>
              <a:off x="5185525" y="23632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57" y="5118"/>
                  </a:cubicBezTo>
                  <a:cubicBezTo>
                    <a:pt x="3966" y="5118"/>
                    <a:pt x="5119" y="3965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6" name="Google Shape;31066;p32"/>
            <p:cNvSpPr/>
            <p:nvPr/>
          </p:nvSpPr>
          <p:spPr>
            <a:xfrm>
              <a:off x="5215375" y="23930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8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7" name="Google Shape;31067;p32"/>
            <p:cNvSpPr/>
            <p:nvPr/>
          </p:nvSpPr>
          <p:spPr>
            <a:xfrm>
              <a:off x="5214350" y="239187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04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8"/>
                    <a:pt x="1404" y="2738"/>
                  </a:cubicBezTo>
                  <a:cubicBezTo>
                    <a:pt x="675" y="2738"/>
                    <a:pt x="82" y="2138"/>
                    <a:pt x="82" y="1410"/>
                  </a:cubicBezTo>
                  <a:cubicBezTo>
                    <a:pt x="82" y="682"/>
                    <a:pt x="675" y="88"/>
                    <a:pt x="1404" y="88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10"/>
                  </a:cubicBezTo>
                  <a:cubicBezTo>
                    <a:pt x="2813" y="634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8" name="Google Shape;31068;p32"/>
            <p:cNvSpPr/>
            <p:nvPr/>
          </p:nvSpPr>
          <p:spPr>
            <a:xfrm>
              <a:off x="358157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9" name="Google Shape;31069;p32"/>
            <p:cNvSpPr/>
            <p:nvPr/>
          </p:nvSpPr>
          <p:spPr>
            <a:xfrm>
              <a:off x="358055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29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29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0" name="Google Shape;31070;p32"/>
            <p:cNvSpPr/>
            <p:nvPr/>
          </p:nvSpPr>
          <p:spPr>
            <a:xfrm>
              <a:off x="3604825" y="23802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1" name="Google Shape;31071;p32"/>
            <p:cNvSpPr/>
            <p:nvPr/>
          </p:nvSpPr>
          <p:spPr>
            <a:xfrm>
              <a:off x="360382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2" name="Google Shape;31072;p32"/>
            <p:cNvSpPr/>
            <p:nvPr/>
          </p:nvSpPr>
          <p:spPr>
            <a:xfrm>
              <a:off x="363012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0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3" name="Google Shape;31073;p32"/>
            <p:cNvSpPr/>
            <p:nvPr/>
          </p:nvSpPr>
          <p:spPr>
            <a:xfrm>
              <a:off x="3628950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4" name="Google Shape;31074;p32"/>
            <p:cNvSpPr/>
            <p:nvPr/>
          </p:nvSpPr>
          <p:spPr>
            <a:xfrm>
              <a:off x="365877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5" name="Google Shape;31075;p32"/>
            <p:cNvSpPr/>
            <p:nvPr/>
          </p:nvSpPr>
          <p:spPr>
            <a:xfrm>
              <a:off x="365777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6" name="Google Shape;31076;p32"/>
            <p:cNvSpPr/>
            <p:nvPr/>
          </p:nvSpPr>
          <p:spPr>
            <a:xfrm>
              <a:off x="3683900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7" name="Google Shape;31077;p32"/>
            <p:cNvSpPr/>
            <p:nvPr/>
          </p:nvSpPr>
          <p:spPr>
            <a:xfrm>
              <a:off x="368287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18"/>
                    <a:pt x="3925" y="5031"/>
                    <a:pt x="2563" y="5031"/>
                  </a:cubicBezTo>
                  <a:cubicBezTo>
                    <a:pt x="1194" y="5031"/>
                    <a:pt x="89" y="3918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8" name="Google Shape;31078;p32"/>
            <p:cNvSpPr/>
            <p:nvPr/>
          </p:nvSpPr>
          <p:spPr>
            <a:xfrm>
              <a:off x="371272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9" name="Google Shape;31079;p32"/>
            <p:cNvSpPr/>
            <p:nvPr/>
          </p:nvSpPr>
          <p:spPr>
            <a:xfrm>
              <a:off x="3711700" y="2486950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10"/>
                  </a:cubicBezTo>
                  <a:cubicBezTo>
                    <a:pt x="82" y="682"/>
                    <a:pt x="675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0" name="Google Shape;31080;p32"/>
            <p:cNvSpPr/>
            <p:nvPr/>
          </p:nvSpPr>
          <p:spPr>
            <a:xfrm>
              <a:off x="39158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89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89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1" name="Google Shape;31081;p32"/>
            <p:cNvSpPr/>
            <p:nvPr/>
          </p:nvSpPr>
          <p:spPr>
            <a:xfrm>
              <a:off x="3914675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29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2" name="Google Shape;31082;p32"/>
            <p:cNvSpPr/>
            <p:nvPr/>
          </p:nvSpPr>
          <p:spPr>
            <a:xfrm>
              <a:off x="3939125" y="238025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3" name="Google Shape;31083;p32"/>
            <p:cNvSpPr/>
            <p:nvPr/>
          </p:nvSpPr>
          <p:spPr>
            <a:xfrm>
              <a:off x="393810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4" name="Google Shape;31084;p32"/>
            <p:cNvSpPr/>
            <p:nvPr/>
          </p:nvSpPr>
          <p:spPr>
            <a:xfrm>
              <a:off x="3964400" y="240537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0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5" name="Google Shape;31085;p32"/>
            <p:cNvSpPr/>
            <p:nvPr/>
          </p:nvSpPr>
          <p:spPr>
            <a:xfrm>
              <a:off x="3963225" y="24043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6" name="Google Shape;31086;p32"/>
            <p:cNvSpPr/>
            <p:nvPr/>
          </p:nvSpPr>
          <p:spPr>
            <a:xfrm>
              <a:off x="3993050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7" name="Google Shape;31087;p32"/>
            <p:cNvSpPr/>
            <p:nvPr/>
          </p:nvSpPr>
          <p:spPr>
            <a:xfrm>
              <a:off x="399205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8" name="Google Shape;31088;p32"/>
            <p:cNvSpPr/>
            <p:nvPr/>
          </p:nvSpPr>
          <p:spPr>
            <a:xfrm>
              <a:off x="4018175" y="24593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9" name="Google Shape;31089;p32"/>
            <p:cNvSpPr/>
            <p:nvPr/>
          </p:nvSpPr>
          <p:spPr>
            <a:xfrm>
              <a:off x="4017175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18"/>
                    <a:pt x="3924" y="5031"/>
                    <a:pt x="2556" y="5031"/>
                  </a:cubicBezTo>
                  <a:cubicBezTo>
                    <a:pt x="1194" y="5031"/>
                    <a:pt x="88" y="3918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0" name="Google Shape;31090;p32"/>
            <p:cNvSpPr/>
            <p:nvPr/>
          </p:nvSpPr>
          <p:spPr>
            <a:xfrm>
              <a:off x="404700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1" name="Google Shape;31091;p32"/>
            <p:cNvSpPr/>
            <p:nvPr/>
          </p:nvSpPr>
          <p:spPr>
            <a:xfrm>
              <a:off x="4046000" y="2486950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10"/>
                  </a:cubicBezTo>
                  <a:cubicBezTo>
                    <a:pt x="81" y="682"/>
                    <a:pt x="674" y="88"/>
                    <a:pt x="1403" y="88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2" name="Google Shape;31092;p32"/>
            <p:cNvSpPr/>
            <p:nvPr/>
          </p:nvSpPr>
          <p:spPr>
            <a:xfrm>
              <a:off x="4250125" y="235327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89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89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3" name="Google Shape;31093;p32"/>
            <p:cNvSpPr/>
            <p:nvPr/>
          </p:nvSpPr>
          <p:spPr>
            <a:xfrm>
              <a:off x="4248950" y="23522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29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29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29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4" name="Google Shape;31094;p32"/>
            <p:cNvSpPr/>
            <p:nvPr/>
          </p:nvSpPr>
          <p:spPr>
            <a:xfrm>
              <a:off x="427340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5" name="Google Shape;31095;p32"/>
            <p:cNvSpPr/>
            <p:nvPr/>
          </p:nvSpPr>
          <p:spPr>
            <a:xfrm>
              <a:off x="4272375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6" name="Google Shape;31096;p32"/>
            <p:cNvSpPr/>
            <p:nvPr/>
          </p:nvSpPr>
          <p:spPr>
            <a:xfrm>
              <a:off x="4298500" y="240537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0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0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7" name="Google Shape;31097;p32"/>
            <p:cNvSpPr/>
            <p:nvPr/>
          </p:nvSpPr>
          <p:spPr>
            <a:xfrm>
              <a:off x="4297500" y="24043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8" name="Google Shape;31098;p32"/>
            <p:cNvSpPr/>
            <p:nvPr/>
          </p:nvSpPr>
          <p:spPr>
            <a:xfrm>
              <a:off x="4327325" y="24342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9" name="Google Shape;31099;p32"/>
            <p:cNvSpPr/>
            <p:nvPr/>
          </p:nvSpPr>
          <p:spPr>
            <a:xfrm>
              <a:off x="4326325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0" name="Google Shape;31100;p32"/>
            <p:cNvSpPr/>
            <p:nvPr/>
          </p:nvSpPr>
          <p:spPr>
            <a:xfrm>
              <a:off x="435245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1" name="Google Shape;31101;p32"/>
            <p:cNvSpPr/>
            <p:nvPr/>
          </p:nvSpPr>
          <p:spPr>
            <a:xfrm>
              <a:off x="4351450" y="245830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18"/>
                    <a:pt x="3925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2" name="Google Shape;31102;p32"/>
            <p:cNvSpPr/>
            <p:nvPr/>
          </p:nvSpPr>
          <p:spPr>
            <a:xfrm>
              <a:off x="4381275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3" name="Google Shape;31103;p32"/>
            <p:cNvSpPr/>
            <p:nvPr/>
          </p:nvSpPr>
          <p:spPr>
            <a:xfrm>
              <a:off x="4380100" y="2486950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8"/>
                  </a:moveTo>
                  <a:cubicBezTo>
                    <a:pt x="2145" y="88"/>
                    <a:pt x="2738" y="682"/>
                    <a:pt x="2738" y="1410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10"/>
                  </a:cubicBezTo>
                  <a:cubicBezTo>
                    <a:pt x="88" y="682"/>
                    <a:pt x="681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4" name="Google Shape;31104;p32"/>
            <p:cNvSpPr/>
            <p:nvPr/>
          </p:nvSpPr>
          <p:spPr>
            <a:xfrm>
              <a:off x="4584250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89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5" name="Google Shape;31105;p32"/>
            <p:cNvSpPr/>
            <p:nvPr/>
          </p:nvSpPr>
          <p:spPr>
            <a:xfrm>
              <a:off x="4583225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29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29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29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6" name="Google Shape;31106;p32"/>
            <p:cNvSpPr/>
            <p:nvPr/>
          </p:nvSpPr>
          <p:spPr>
            <a:xfrm>
              <a:off x="4607675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7" name="Google Shape;31107;p32"/>
            <p:cNvSpPr/>
            <p:nvPr/>
          </p:nvSpPr>
          <p:spPr>
            <a:xfrm>
              <a:off x="4606650" y="23792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8" name="Google Shape;31108;p32"/>
            <p:cNvSpPr/>
            <p:nvPr/>
          </p:nvSpPr>
          <p:spPr>
            <a:xfrm>
              <a:off x="4632800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0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9" name="Google Shape;31109;p32"/>
            <p:cNvSpPr/>
            <p:nvPr/>
          </p:nvSpPr>
          <p:spPr>
            <a:xfrm>
              <a:off x="4631775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0" name="Google Shape;31110;p32"/>
            <p:cNvSpPr/>
            <p:nvPr/>
          </p:nvSpPr>
          <p:spPr>
            <a:xfrm>
              <a:off x="4661625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1" name="Google Shape;31111;p32"/>
            <p:cNvSpPr/>
            <p:nvPr/>
          </p:nvSpPr>
          <p:spPr>
            <a:xfrm>
              <a:off x="46606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2" name="Google Shape;31112;p32"/>
            <p:cNvSpPr/>
            <p:nvPr/>
          </p:nvSpPr>
          <p:spPr>
            <a:xfrm>
              <a:off x="4686725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3" name="Google Shape;31113;p32"/>
            <p:cNvSpPr/>
            <p:nvPr/>
          </p:nvSpPr>
          <p:spPr>
            <a:xfrm>
              <a:off x="4685725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4" name="Google Shape;31114;p32"/>
            <p:cNvSpPr/>
            <p:nvPr/>
          </p:nvSpPr>
          <p:spPr>
            <a:xfrm>
              <a:off x="47155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5" name="Google Shape;31115;p32"/>
            <p:cNvSpPr/>
            <p:nvPr/>
          </p:nvSpPr>
          <p:spPr>
            <a:xfrm>
              <a:off x="471437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1" y="682"/>
                    <a:pt x="2731" y="1410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6" name="Google Shape;31116;p32"/>
            <p:cNvSpPr/>
            <p:nvPr/>
          </p:nvSpPr>
          <p:spPr>
            <a:xfrm>
              <a:off x="4918525" y="23532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89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7" name="Google Shape;31117;p32"/>
            <p:cNvSpPr/>
            <p:nvPr/>
          </p:nvSpPr>
          <p:spPr>
            <a:xfrm>
              <a:off x="4917500" y="23522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29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29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29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8" name="Google Shape;31118;p32"/>
            <p:cNvSpPr/>
            <p:nvPr/>
          </p:nvSpPr>
          <p:spPr>
            <a:xfrm>
              <a:off x="4941950" y="23802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9" name="Google Shape;31119;p32"/>
            <p:cNvSpPr/>
            <p:nvPr/>
          </p:nvSpPr>
          <p:spPr>
            <a:xfrm>
              <a:off x="4940950" y="237922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0" name="Google Shape;31120;p32"/>
            <p:cNvSpPr/>
            <p:nvPr/>
          </p:nvSpPr>
          <p:spPr>
            <a:xfrm>
              <a:off x="4967075" y="240537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0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0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1" name="Google Shape;31121;p32"/>
            <p:cNvSpPr/>
            <p:nvPr/>
          </p:nvSpPr>
          <p:spPr>
            <a:xfrm>
              <a:off x="4966050" y="24043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2" name="Google Shape;31122;p32"/>
            <p:cNvSpPr/>
            <p:nvPr/>
          </p:nvSpPr>
          <p:spPr>
            <a:xfrm>
              <a:off x="4995900" y="243420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3" name="Google Shape;31123;p32"/>
            <p:cNvSpPr/>
            <p:nvPr/>
          </p:nvSpPr>
          <p:spPr>
            <a:xfrm>
              <a:off x="4994725" y="24331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4" name="Google Shape;31124;p32"/>
            <p:cNvSpPr/>
            <p:nvPr/>
          </p:nvSpPr>
          <p:spPr>
            <a:xfrm>
              <a:off x="5021000" y="24593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5" name="Google Shape;31125;p32"/>
            <p:cNvSpPr/>
            <p:nvPr/>
          </p:nvSpPr>
          <p:spPr>
            <a:xfrm>
              <a:off x="5020000" y="24583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18"/>
                    <a:pt x="3918" y="5031"/>
                    <a:pt x="2556" y="5031"/>
                  </a:cubicBezTo>
                  <a:cubicBezTo>
                    <a:pt x="1194" y="5031"/>
                    <a:pt x="81" y="3918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6" name="Google Shape;31126;p32"/>
            <p:cNvSpPr/>
            <p:nvPr/>
          </p:nvSpPr>
          <p:spPr>
            <a:xfrm>
              <a:off x="5049675" y="24881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7" name="Google Shape;31127;p32"/>
            <p:cNvSpPr/>
            <p:nvPr/>
          </p:nvSpPr>
          <p:spPr>
            <a:xfrm>
              <a:off x="5048650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10"/>
                  </a:cubicBezTo>
                  <a:cubicBezTo>
                    <a:pt x="88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8" name="Google Shape;31128;p32"/>
            <p:cNvSpPr/>
            <p:nvPr/>
          </p:nvSpPr>
          <p:spPr>
            <a:xfrm>
              <a:off x="5252800" y="235327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89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9" name="Google Shape;31129;p32"/>
            <p:cNvSpPr/>
            <p:nvPr/>
          </p:nvSpPr>
          <p:spPr>
            <a:xfrm>
              <a:off x="5251775" y="235227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29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793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29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0" name="Google Shape;31130;p32"/>
            <p:cNvSpPr/>
            <p:nvPr/>
          </p:nvSpPr>
          <p:spPr>
            <a:xfrm>
              <a:off x="5276225" y="238025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1" name="Google Shape;31131;p32"/>
            <p:cNvSpPr/>
            <p:nvPr/>
          </p:nvSpPr>
          <p:spPr>
            <a:xfrm>
              <a:off x="5275050" y="237922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2" name="Google Shape;31132;p32"/>
            <p:cNvSpPr/>
            <p:nvPr/>
          </p:nvSpPr>
          <p:spPr>
            <a:xfrm>
              <a:off x="5301350" y="240537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0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3" name="Google Shape;31133;p32"/>
            <p:cNvSpPr/>
            <p:nvPr/>
          </p:nvSpPr>
          <p:spPr>
            <a:xfrm>
              <a:off x="5300325" y="240435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0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4" name="Google Shape;31134;p32"/>
            <p:cNvSpPr/>
            <p:nvPr/>
          </p:nvSpPr>
          <p:spPr>
            <a:xfrm>
              <a:off x="5330000" y="24342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5" name="Google Shape;31135;p32"/>
            <p:cNvSpPr/>
            <p:nvPr/>
          </p:nvSpPr>
          <p:spPr>
            <a:xfrm>
              <a:off x="5329000" y="24331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6" name="Google Shape;31136;p32"/>
            <p:cNvSpPr/>
            <p:nvPr/>
          </p:nvSpPr>
          <p:spPr>
            <a:xfrm>
              <a:off x="5355300" y="24593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7" name="Google Shape;31137;p32"/>
            <p:cNvSpPr/>
            <p:nvPr/>
          </p:nvSpPr>
          <p:spPr>
            <a:xfrm>
              <a:off x="5354100" y="24583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18"/>
                    <a:pt x="3925" y="5031"/>
                    <a:pt x="2563" y="5031"/>
                  </a:cubicBezTo>
                  <a:cubicBezTo>
                    <a:pt x="1201" y="5031"/>
                    <a:pt x="88" y="3918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8" name="Google Shape;31138;p32"/>
            <p:cNvSpPr/>
            <p:nvPr/>
          </p:nvSpPr>
          <p:spPr>
            <a:xfrm>
              <a:off x="5383950" y="24881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9" name="Google Shape;31139;p32"/>
            <p:cNvSpPr/>
            <p:nvPr/>
          </p:nvSpPr>
          <p:spPr>
            <a:xfrm>
              <a:off x="5382925" y="2486950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8"/>
                  </a:moveTo>
                  <a:cubicBezTo>
                    <a:pt x="2138" y="88"/>
                    <a:pt x="2732" y="682"/>
                    <a:pt x="2732" y="1410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10"/>
                  </a:cubicBezTo>
                  <a:cubicBezTo>
                    <a:pt x="89" y="682"/>
                    <a:pt x="682" y="88"/>
                    <a:pt x="1410" y="88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0" name="Google Shape;31140;p32"/>
            <p:cNvSpPr/>
            <p:nvPr/>
          </p:nvSpPr>
          <p:spPr>
            <a:xfrm>
              <a:off x="3450750" y="245137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2"/>
                    <a:pt x="1" y="2449"/>
                  </a:cubicBezTo>
                  <a:lnTo>
                    <a:pt x="1" y="10924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1" name="Google Shape;31141;p32"/>
            <p:cNvSpPr/>
            <p:nvPr/>
          </p:nvSpPr>
          <p:spPr>
            <a:xfrm>
              <a:off x="3450750" y="245037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1"/>
                    <a:pt x="5173" y="81"/>
                  </a:cubicBezTo>
                  <a:cubicBezTo>
                    <a:pt x="8834" y="81"/>
                    <a:pt x="11814" y="3062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25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2" name="Google Shape;31142;p32"/>
            <p:cNvSpPr/>
            <p:nvPr/>
          </p:nvSpPr>
          <p:spPr>
            <a:xfrm>
              <a:off x="3450750" y="2478350"/>
              <a:ext cx="269425" cy="283900"/>
            </a:xfrm>
            <a:custGeom>
              <a:rect b="b" l="l" r="r" t="t"/>
              <a:pathLst>
                <a:path extrusionOk="0" h="11356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56"/>
                    <a:pt x="5099" y="11356"/>
                  </a:cubicBezTo>
                  <a:cubicBezTo>
                    <a:pt x="8234" y="11356"/>
                    <a:pt x="10776" y="8814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3" name="Google Shape;31143;p32"/>
            <p:cNvSpPr/>
            <p:nvPr/>
          </p:nvSpPr>
          <p:spPr>
            <a:xfrm>
              <a:off x="3450750" y="247735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2"/>
                  </a:cubicBezTo>
                  <a:lnTo>
                    <a:pt x="1" y="3311"/>
                  </a:lnTo>
                  <a:cubicBezTo>
                    <a:pt x="904" y="1410"/>
                    <a:pt x="2853" y="81"/>
                    <a:pt x="5099" y="81"/>
                  </a:cubicBezTo>
                  <a:cubicBezTo>
                    <a:pt x="8207" y="81"/>
                    <a:pt x="10736" y="2610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5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3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4" name="Google Shape;31144;p32"/>
            <p:cNvSpPr/>
            <p:nvPr/>
          </p:nvSpPr>
          <p:spPr>
            <a:xfrm>
              <a:off x="3461375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5" name="Google Shape;31145;p32"/>
            <p:cNvSpPr/>
            <p:nvPr/>
          </p:nvSpPr>
          <p:spPr>
            <a:xfrm>
              <a:off x="3460375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6" name="Google Shape;31146;p32"/>
            <p:cNvSpPr/>
            <p:nvPr/>
          </p:nvSpPr>
          <p:spPr>
            <a:xfrm>
              <a:off x="3490200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7" name="Google Shape;31147;p32"/>
            <p:cNvSpPr/>
            <p:nvPr/>
          </p:nvSpPr>
          <p:spPr>
            <a:xfrm>
              <a:off x="3489025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8" name="Google Shape;31148;p32"/>
            <p:cNvSpPr/>
            <p:nvPr/>
          </p:nvSpPr>
          <p:spPr>
            <a:xfrm>
              <a:off x="351532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9" name="Google Shape;31149;p32"/>
            <p:cNvSpPr/>
            <p:nvPr/>
          </p:nvSpPr>
          <p:spPr>
            <a:xfrm>
              <a:off x="3514300" y="255640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2"/>
                  </a:moveTo>
                  <a:cubicBezTo>
                    <a:pt x="3919" y="82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2" y="3966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0" name="Google Shape;31150;p32"/>
            <p:cNvSpPr/>
            <p:nvPr/>
          </p:nvSpPr>
          <p:spPr>
            <a:xfrm>
              <a:off x="35441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1" name="Google Shape;31151;p32"/>
            <p:cNvSpPr/>
            <p:nvPr/>
          </p:nvSpPr>
          <p:spPr>
            <a:xfrm>
              <a:off x="3542975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2" name="Google Shape;31152;p32"/>
            <p:cNvSpPr/>
            <p:nvPr/>
          </p:nvSpPr>
          <p:spPr>
            <a:xfrm>
              <a:off x="3747100" y="245137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3" name="Google Shape;31153;p32"/>
            <p:cNvSpPr/>
            <p:nvPr/>
          </p:nvSpPr>
          <p:spPr>
            <a:xfrm>
              <a:off x="374610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4" name="Google Shape;31154;p32"/>
            <p:cNvSpPr/>
            <p:nvPr/>
          </p:nvSpPr>
          <p:spPr>
            <a:xfrm>
              <a:off x="3770550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5" name="Google Shape;31155;p32"/>
            <p:cNvSpPr/>
            <p:nvPr/>
          </p:nvSpPr>
          <p:spPr>
            <a:xfrm>
              <a:off x="3769525" y="247735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6" name="Google Shape;31156;p32"/>
            <p:cNvSpPr/>
            <p:nvPr/>
          </p:nvSpPr>
          <p:spPr>
            <a:xfrm>
              <a:off x="379565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7" name="Google Shape;31157;p32"/>
            <p:cNvSpPr/>
            <p:nvPr/>
          </p:nvSpPr>
          <p:spPr>
            <a:xfrm>
              <a:off x="379465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8" name="Google Shape;31158;p32"/>
            <p:cNvSpPr/>
            <p:nvPr/>
          </p:nvSpPr>
          <p:spPr>
            <a:xfrm>
              <a:off x="3824475" y="253230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9" name="Google Shape;31159;p32"/>
            <p:cNvSpPr/>
            <p:nvPr/>
          </p:nvSpPr>
          <p:spPr>
            <a:xfrm>
              <a:off x="3823300" y="253130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0" name="Google Shape;31160;p32"/>
            <p:cNvSpPr/>
            <p:nvPr/>
          </p:nvSpPr>
          <p:spPr>
            <a:xfrm>
              <a:off x="384960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1" name="Google Shape;31161;p32"/>
            <p:cNvSpPr/>
            <p:nvPr/>
          </p:nvSpPr>
          <p:spPr>
            <a:xfrm>
              <a:off x="3848600" y="255640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1" y="3966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2" name="Google Shape;31162;p32"/>
            <p:cNvSpPr/>
            <p:nvPr/>
          </p:nvSpPr>
          <p:spPr>
            <a:xfrm>
              <a:off x="387825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70" y="2731"/>
                  </a:cubicBezTo>
                  <a:cubicBezTo>
                    <a:pt x="2125" y="2731"/>
                    <a:pt x="2732" y="2117"/>
                    <a:pt x="2732" y="1362"/>
                  </a:cubicBezTo>
                  <a:cubicBezTo>
                    <a:pt x="2732" y="607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3" name="Google Shape;31163;p32"/>
            <p:cNvSpPr/>
            <p:nvPr/>
          </p:nvSpPr>
          <p:spPr>
            <a:xfrm>
              <a:off x="3877250" y="258507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1" y="2738"/>
                    <a:pt x="88" y="2144"/>
                    <a:pt x="88" y="1409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09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4" name="Google Shape;31164;p32"/>
            <p:cNvSpPr/>
            <p:nvPr/>
          </p:nvSpPr>
          <p:spPr>
            <a:xfrm>
              <a:off x="408140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5" name="Google Shape;31165;p32"/>
            <p:cNvSpPr/>
            <p:nvPr/>
          </p:nvSpPr>
          <p:spPr>
            <a:xfrm>
              <a:off x="4080375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6" name="Google Shape;31166;p32"/>
            <p:cNvSpPr/>
            <p:nvPr/>
          </p:nvSpPr>
          <p:spPr>
            <a:xfrm>
              <a:off x="4104825" y="247835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7" name="Google Shape;31167;p32"/>
            <p:cNvSpPr/>
            <p:nvPr/>
          </p:nvSpPr>
          <p:spPr>
            <a:xfrm>
              <a:off x="4103650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3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8" name="Google Shape;31168;p32"/>
            <p:cNvSpPr/>
            <p:nvPr/>
          </p:nvSpPr>
          <p:spPr>
            <a:xfrm>
              <a:off x="4129950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9" name="Google Shape;31169;p32"/>
            <p:cNvSpPr/>
            <p:nvPr/>
          </p:nvSpPr>
          <p:spPr>
            <a:xfrm>
              <a:off x="4128925" y="25024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3" y="89"/>
                    <a:pt x="9339" y="2165"/>
                    <a:pt x="9339" y="4714"/>
                  </a:cubicBezTo>
                  <a:cubicBezTo>
                    <a:pt x="9339" y="7270"/>
                    <a:pt x="7263" y="9347"/>
                    <a:pt x="4714" y="9347"/>
                  </a:cubicBezTo>
                  <a:cubicBezTo>
                    <a:pt x="2158" y="9347"/>
                    <a:pt x="81" y="7270"/>
                    <a:pt x="81" y="4714"/>
                  </a:cubicBezTo>
                  <a:cubicBezTo>
                    <a:pt x="81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0" y="9428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0" name="Google Shape;31170;p32"/>
            <p:cNvSpPr/>
            <p:nvPr/>
          </p:nvSpPr>
          <p:spPr>
            <a:xfrm>
              <a:off x="415860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1" name="Google Shape;31171;p32"/>
            <p:cNvSpPr/>
            <p:nvPr/>
          </p:nvSpPr>
          <p:spPr>
            <a:xfrm>
              <a:off x="4157575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2" name="Google Shape;31172;p32"/>
            <p:cNvSpPr/>
            <p:nvPr/>
          </p:nvSpPr>
          <p:spPr>
            <a:xfrm>
              <a:off x="4183875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3" name="Google Shape;31173;p32"/>
            <p:cNvSpPr/>
            <p:nvPr/>
          </p:nvSpPr>
          <p:spPr>
            <a:xfrm>
              <a:off x="418270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4" name="Google Shape;31174;p32"/>
            <p:cNvSpPr/>
            <p:nvPr/>
          </p:nvSpPr>
          <p:spPr>
            <a:xfrm>
              <a:off x="4212550" y="258625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5" name="Google Shape;31175;p32"/>
            <p:cNvSpPr/>
            <p:nvPr/>
          </p:nvSpPr>
          <p:spPr>
            <a:xfrm>
              <a:off x="4211525" y="258507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09"/>
                  </a:cubicBezTo>
                  <a:cubicBezTo>
                    <a:pt x="2731" y="2144"/>
                    <a:pt x="2138" y="2738"/>
                    <a:pt x="1410" y="2738"/>
                  </a:cubicBezTo>
                  <a:cubicBezTo>
                    <a:pt x="682" y="2738"/>
                    <a:pt x="81" y="2144"/>
                    <a:pt x="81" y="1409"/>
                  </a:cubicBezTo>
                  <a:cubicBezTo>
                    <a:pt x="81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09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09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6" name="Google Shape;31176;p32"/>
            <p:cNvSpPr/>
            <p:nvPr/>
          </p:nvSpPr>
          <p:spPr>
            <a:xfrm>
              <a:off x="4415675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7" name="Google Shape;31177;p32"/>
            <p:cNvSpPr/>
            <p:nvPr/>
          </p:nvSpPr>
          <p:spPr>
            <a:xfrm>
              <a:off x="4414650" y="245037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1"/>
                  </a:moveTo>
                  <a:cubicBezTo>
                    <a:pt x="10385" y="81"/>
                    <a:pt x="13365" y="3062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3" y="81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8" name="Google Shape;31178;p32"/>
            <p:cNvSpPr/>
            <p:nvPr/>
          </p:nvSpPr>
          <p:spPr>
            <a:xfrm>
              <a:off x="4438925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14"/>
                    <a:pt x="2550" y="11356"/>
                    <a:pt x="5685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9" name="Google Shape;31179;p32"/>
            <p:cNvSpPr/>
            <p:nvPr/>
          </p:nvSpPr>
          <p:spPr>
            <a:xfrm>
              <a:off x="4437925" y="247735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1"/>
                  </a:moveTo>
                  <a:cubicBezTo>
                    <a:pt x="8833" y="81"/>
                    <a:pt x="11362" y="2610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0"/>
                    <a:pt x="2616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0" name="Google Shape;31180;p32"/>
            <p:cNvSpPr/>
            <p:nvPr/>
          </p:nvSpPr>
          <p:spPr>
            <a:xfrm>
              <a:off x="4464225" y="250347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1" name="Google Shape;31181;p32"/>
            <p:cNvSpPr/>
            <p:nvPr/>
          </p:nvSpPr>
          <p:spPr>
            <a:xfrm>
              <a:off x="4463025" y="2502450"/>
              <a:ext cx="235875" cy="235700"/>
            </a:xfrm>
            <a:custGeom>
              <a:rect b="b" l="l" r="r" t="t"/>
              <a:pathLst>
                <a:path extrusionOk="0" h="9428" w="9435">
                  <a:moveTo>
                    <a:pt x="4721" y="89"/>
                  </a:moveTo>
                  <a:cubicBezTo>
                    <a:pt x="7270" y="89"/>
                    <a:pt x="9347" y="2165"/>
                    <a:pt x="9347" y="4714"/>
                  </a:cubicBezTo>
                  <a:cubicBezTo>
                    <a:pt x="9347" y="7270"/>
                    <a:pt x="7270" y="9347"/>
                    <a:pt x="4721" y="9347"/>
                  </a:cubicBezTo>
                  <a:cubicBezTo>
                    <a:pt x="2165" y="9347"/>
                    <a:pt x="89" y="7270"/>
                    <a:pt x="89" y="4714"/>
                  </a:cubicBezTo>
                  <a:cubicBezTo>
                    <a:pt x="89" y="2165"/>
                    <a:pt x="2165" y="89"/>
                    <a:pt x="4721" y="89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21" y="9428"/>
                  </a:cubicBezTo>
                  <a:cubicBezTo>
                    <a:pt x="7317" y="9428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2" name="Google Shape;31182;p32"/>
            <p:cNvSpPr/>
            <p:nvPr/>
          </p:nvSpPr>
          <p:spPr>
            <a:xfrm>
              <a:off x="4492875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3" name="Google Shape;31183;p32"/>
            <p:cNvSpPr/>
            <p:nvPr/>
          </p:nvSpPr>
          <p:spPr>
            <a:xfrm>
              <a:off x="4491850" y="253130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4" name="Google Shape;31184;p32"/>
            <p:cNvSpPr/>
            <p:nvPr/>
          </p:nvSpPr>
          <p:spPr>
            <a:xfrm>
              <a:off x="4518150" y="255742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5" name="Google Shape;31185;p32"/>
            <p:cNvSpPr/>
            <p:nvPr/>
          </p:nvSpPr>
          <p:spPr>
            <a:xfrm>
              <a:off x="451697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6" name="Google Shape;31186;p32"/>
            <p:cNvSpPr/>
            <p:nvPr/>
          </p:nvSpPr>
          <p:spPr>
            <a:xfrm>
              <a:off x="454682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7" y="2731"/>
                    <a:pt x="2731" y="2117"/>
                    <a:pt x="2731" y="1362"/>
                  </a:cubicBezTo>
                  <a:cubicBezTo>
                    <a:pt x="2731" y="607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7" name="Google Shape;31187;p32"/>
            <p:cNvSpPr/>
            <p:nvPr/>
          </p:nvSpPr>
          <p:spPr>
            <a:xfrm>
              <a:off x="454580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10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5" y="2819"/>
                    <a:pt x="2812" y="2185"/>
                    <a:pt x="2812" y="1409"/>
                  </a:cubicBezTo>
                  <a:cubicBezTo>
                    <a:pt x="2812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8" name="Google Shape;31188;p32"/>
            <p:cNvSpPr/>
            <p:nvPr/>
          </p:nvSpPr>
          <p:spPr>
            <a:xfrm>
              <a:off x="4749950" y="245137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9" name="Google Shape;31189;p32"/>
            <p:cNvSpPr/>
            <p:nvPr/>
          </p:nvSpPr>
          <p:spPr>
            <a:xfrm>
              <a:off x="4748775" y="245037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0" name="Google Shape;31190;p32"/>
            <p:cNvSpPr/>
            <p:nvPr/>
          </p:nvSpPr>
          <p:spPr>
            <a:xfrm>
              <a:off x="4773200" y="247835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1" name="Google Shape;31191;p32"/>
            <p:cNvSpPr/>
            <p:nvPr/>
          </p:nvSpPr>
          <p:spPr>
            <a:xfrm>
              <a:off x="4772200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1"/>
                  </a:moveTo>
                  <a:cubicBezTo>
                    <a:pt x="8827" y="81"/>
                    <a:pt x="11355" y="2610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2" name="Google Shape;31192;p32"/>
            <p:cNvSpPr/>
            <p:nvPr/>
          </p:nvSpPr>
          <p:spPr>
            <a:xfrm>
              <a:off x="4798500" y="250347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3" name="Google Shape;31193;p32"/>
            <p:cNvSpPr/>
            <p:nvPr/>
          </p:nvSpPr>
          <p:spPr>
            <a:xfrm>
              <a:off x="4797325" y="250245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3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3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3" y="89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3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4" name="Google Shape;31194;p32"/>
            <p:cNvSpPr/>
            <p:nvPr/>
          </p:nvSpPr>
          <p:spPr>
            <a:xfrm>
              <a:off x="4827150" y="253230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5" name="Google Shape;31195;p32"/>
            <p:cNvSpPr/>
            <p:nvPr/>
          </p:nvSpPr>
          <p:spPr>
            <a:xfrm>
              <a:off x="4826150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6" name="Google Shape;31196;p32"/>
            <p:cNvSpPr/>
            <p:nvPr/>
          </p:nvSpPr>
          <p:spPr>
            <a:xfrm>
              <a:off x="4852275" y="255742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7" name="Google Shape;31197;p32"/>
            <p:cNvSpPr/>
            <p:nvPr/>
          </p:nvSpPr>
          <p:spPr>
            <a:xfrm>
              <a:off x="4851250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6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8" name="Google Shape;31198;p32"/>
            <p:cNvSpPr/>
            <p:nvPr/>
          </p:nvSpPr>
          <p:spPr>
            <a:xfrm>
              <a:off x="4881100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2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9" name="Google Shape;31199;p32"/>
            <p:cNvSpPr/>
            <p:nvPr/>
          </p:nvSpPr>
          <p:spPr>
            <a:xfrm>
              <a:off x="4880075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3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3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3" y="2819"/>
                  </a:cubicBezTo>
                  <a:cubicBezTo>
                    <a:pt x="2186" y="2819"/>
                    <a:pt x="2813" y="2185"/>
                    <a:pt x="2813" y="1409"/>
                  </a:cubicBezTo>
                  <a:cubicBezTo>
                    <a:pt x="2813" y="634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0" name="Google Shape;31200;p32"/>
            <p:cNvSpPr/>
            <p:nvPr/>
          </p:nvSpPr>
          <p:spPr>
            <a:xfrm>
              <a:off x="5084225" y="245137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1" name="Google Shape;31201;p32"/>
            <p:cNvSpPr/>
            <p:nvPr/>
          </p:nvSpPr>
          <p:spPr>
            <a:xfrm>
              <a:off x="5083050" y="245037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2" name="Google Shape;31202;p32"/>
            <p:cNvSpPr/>
            <p:nvPr/>
          </p:nvSpPr>
          <p:spPr>
            <a:xfrm>
              <a:off x="5107475" y="2478350"/>
              <a:ext cx="283925" cy="283900"/>
            </a:xfrm>
            <a:custGeom>
              <a:rect b="b" l="l" r="r" t="t"/>
              <a:pathLst>
                <a:path extrusionOk="0" h="11356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9" y="11356"/>
                  </a:cubicBezTo>
                  <a:cubicBezTo>
                    <a:pt x="8814" y="11356"/>
                    <a:pt x="11356" y="8814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3" name="Google Shape;31203;p32"/>
            <p:cNvSpPr/>
            <p:nvPr/>
          </p:nvSpPr>
          <p:spPr>
            <a:xfrm>
              <a:off x="5106475" y="247735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4" name="Google Shape;31204;p32"/>
            <p:cNvSpPr/>
            <p:nvPr/>
          </p:nvSpPr>
          <p:spPr>
            <a:xfrm>
              <a:off x="5132600" y="250347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5" name="Google Shape;31205;p32"/>
            <p:cNvSpPr/>
            <p:nvPr/>
          </p:nvSpPr>
          <p:spPr>
            <a:xfrm>
              <a:off x="5131600" y="250245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6" name="Google Shape;31206;p32"/>
            <p:cNvSpPr/>
            <p:nvPr/>
          </p:nvSpPr>
          <p:spPr>
            <a:xfrm>
              <a:off x="5161425" y="253230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7" name="Google Shape;31207;p32"/>
            <p:cNvSpPr/>
            <p:nvPr/>
          </p:nvSpPr>
          <p:spPr>
            <a:xfrm>
              <a:off x="5160425" y="253130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8" name="Google Shape;31208;p32"/>
            <p:cNvSpPr/>
            <p:nvPr/>
          </p:nvSpPr>
          <p:spPr>
            <a:xfrm>
              <a:off x="5186550" y="255742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9" name="Google Shape;31209;p32"/>
            <p:cNvSpPr/>
            <p:nvPr/>
          </p:nvSpPr>
          <p:spPr>
            <a:xfrm>
              <a:off x="5185525" y="255640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2"/>
                    <a:pt x="2557" y="82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57" y="5119"/>
                  </a:cubicBezTo>
                  <a:cubicBezTo>
                    <a:pt x="3966" y="5119"/>
                    <a:pt x="5119" y="3966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0" name="Google Shape;31210;p32"/>
            <p:cNvSpPr/>
            <p:nvPr/>
          </p:nvSpPr>
          <p:spPr>
            <a:xfrm>
              <a:off x="5215375" y="258625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07"/>
                    <a:pt x="0" y="1362"/>
                  </a:cubicBezTo>
                  <a:cubicBezTo>
                    <a:pt x="0" y="2117"/>
                    <a:pt x="607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1" name="Google Shape;31211;p32"/>
            <p:cNvSpPr/>
            <p:nvPr/>
          </p:nvSpPr>
          <p:spPr>
            <a:xfrm>
              <a:off x="5214350" y="258507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04" y="88"/>
                  </a:moveTo>
                  <a:cubicBezTo>
                    <a:pt x="2138" y="88"/>
                    <a:pt x="2732" y="681"/>
                    <a:pt x="2732" y="1409"/>
                  </a:cubicBezTo>
                  <a:cubicBezTo>
                    <a:pt x="2732" y="2144"/>
                    <a:pt x="2138" y="2738"/>
                    <a:pt x="1404" y="2738"/>
                  </a:cubicBezTo>
                  <a:cubicBezTo>
                    <a:pt x="675" y="2738"/>
                    <a:pt x="82" y="2144"/>
                    <a:pt x="82" y="1409"/>
                  </a:cubicBezTo>
                  <a:cubicBezTo>
                    <a:pt x="82" y="681"/>
                    <a:pt x="675" y="88"/>
                    <a:pt x="1404" y="88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34"/>
                    <a:pt x="1" y="1409"/>
                  </a:cubicBezTo>
                  <a:cubicBezTo>
                    <a:pt x="1" y="2185"/>
                    <a:pt x="628" y="2819"/>
                    <a:pt x="1404" y="2819"/>
                  </a:cubicBezTo>
                  <a:cubicBezTo>
                    <a:pt x="2179" y="2819"/>
                    <a:pt x="2813" y="2185"/>
                    <a:pt x="2813" y="1409"/>
                  </a:cubicBezTo>
                  <a:cubicBezTo>
                    <a:pt x="2813" y="634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2" name="Google Shape;31212;p32"/>
            <p:cNvSpPr/>
            <p:nvPr/>
          </p:nvSpPr>
          <p:spPr>
            <a:xfrm>
              <a:off x="358157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3" name="Google Shape;31213;p32"/>
            <p:cNvSpPr/>
            <p:nvPr/>
          </p:nvSpPr>
          <p:spPr>
            <a:xfrm>
              <a:off x="358055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14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4" name="Google Shape;31214;p32"/>
            <p:cNvSpPr/>
            <p:nvPr/>
          </p:nvSpPr>
          <p:spPr>
            <a:xfrm>
              <a:off x="3604825" y="25734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85" y="11356"/>
                  </a:cubicBezTo>
                  <a:cubicBezTo>
                    <a:pt x="8821" y="11356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5" name="Google Shape;31215;p32"/>
            <p:cNvSpPr/>
            <p:nvPr/>
          </p:nvSpPr>
          <p:spPr>
            <a:xfrm>
              <a:off x="360382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6" name="Google Shape;31216;p32"/>
            <p:cNvSpPr/>
            <p:nvPr/>
          </p:nvSpPr>
          <p:spPr>
            <a:xfrm>
              <a:off x="363012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7" name="Google Shape;31217;p32"/>
            <p:cNvSpPr/>
            <p:nvPr/>
          </p:nvSpPr>
          <p:spPr>
            <a:xfrm>
              <a:off x="3628950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20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20" y="89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8"/>
                    <a:pt x="4720" y="9428"/>
                  </a:cubicBezTo>
                  <a:cubicBezTo>
                    <a:pt x="7316" y="9428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8" name="Google Shape;31218;p32"/>
            <p:cNvSpPr/>
            <p:nvPr/>
          </p:nvSpPr>
          <p:spPr>
            <a:xfrm>
              <a:off x="365877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9" name="Google Shape;31219;p32"/>
            <p:cNvSpPr/>
            <p:nvPr/>
          </p:nvSpPr>
          <p:spPr>
            <a:xfrm>
              <a:off x="365777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0" name="Google Shape;31220;p32"/>
            <p:cNvSpPr/>
            <p:nvPr/>
          </p:nvSpPr>
          <p:spPr>
            <a:xfrm>
              <a:off x="3683900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1" name="Google Shape;31221;p32"/>
            <p:cNvSpPr/>
            <p:nvPr/>
          </p:nvSpPr>
          <p:spPr>
            <a:xfrm>
              <a:off x="368287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66"/>
                    <a:pt x="1147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2" name="Google Shape;31222;p32"/>
            <p:cNvSpPr/>
            <p:nvPr/>
          </p:nvSpPr>
          <p:spPr>
            <a:xfrm>
              <a:off x="371272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3" name="Google Shape;31223;p32"/>
            <p:cNvSpPr/>
            <p:nvPr/>
          </p:nvSpPr>
          <p:spPr>
            <a:xfrm>
              <a:off x="3711700" y="2680125"/>
              <a:ext cx="70325" cy="70500"/>
            </a:xfrm>
            <a:custGeom>
              <a:rect b="b" l="l" r="r" t="t"/>
              <a:pathLst>
                <a:path extrusionOk="0" h="2820" w="2813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75" y="2739"/>
                    <a:pt x="82" y="2138"/>
                    <a:pt x="82" y="1410"/>
                  </a:cubicBezTo>
                  <a:cubicBezTo>
                    <a:pt x="82" y="682"/>
                    <a:pt x="675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35"/>
                    <a:pt x="1" y="1410"/>
                  </a:cubicBezTo>
                  <a:cubicBezTo>
                    <a:pt x="1" y="2186"/>
                    <a:pt x="628" y="2820"/>
                    <a:pt x="1410" y="2820"/>
                  </a:cubicBezTo>
                  <a:cubicBezTo>
                    <a:pt x="2186" y="2820"/>
                    <a:pt x="2813" y="2186"/>
                    <a:pt x="2813" y="1410"/>
                  </a:cubicBezTo>
                  <a:cubicBezTo>
                    <a:pt x="2813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4" name="Google Shape;31224;p32"/>
            <p:cNvSpPr/>
            <p:nvPr/>
          </p:nvSpPr>
          <p:spPr>
            <a:xfrm>
              <a:off x="39158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5" name="Google Shape;31225;p32"/>
            <p:cNvSpPr/>
            <p:nvPr/>
          </p:nvSpPr>
          <p:spPr>
            <a:xfrm>
              <a:off x="3914675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6" name="Google Shape;31226;p32"/>
            <p:cNvSpPr/>
            <p:nvPr/>
          </p:nvSpPr>
          <p:spPr>
            <a:xfrm>
              <a:off x="3939125" y="25734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20" y="11356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7" name="Google Shape;31227;p32"/>
            <p:cNvSpPr/>
            <p:nvPr/>
          </p:nvSpPr>
          <p:spPr>
            <a:xfrm>
              <a:off x="393810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3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8" name="Google Shape;31228;p32"/>
            <p:cNvSpPr/>
            <p:nvPr/>
          </p:nvSpPr>
          <p:spPr>
            <a:xfrm>
              <a:off x="3964400" y="25985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9" name="Google Shape;31229;p32"/>
            <p:cNvSpPr/>
            <p:nvPr/>
          </p:nvSpPr>
          <p:spPr>
            <a:xfrm>
              <a:off x="3963225" y="2597525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0" name="Google Shape;31230;p32"/>
            <p:cNvSpPr/>
            <p:nvPr/>
          </p:nvSpPr>
          <p:spPr>
            <a:xfrm>
              <a:off x="3993050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1" name="Google Shape;31231;p32"/>
            <p:cNvSpPr/>
            <p:nvPr/>
          </p:nvSpPr>
          <p:spPr>
            <a:xfrm>
              <a:off x="399205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2" name="Google Shape;31232;p32"/>
            <p:cNvSpPr/>
            <p:nvPr/>
          </p:nvSpPr>
          <p:spPr>
            <a:xfrm>
              <a:off x="4018175" y="26525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3" name="Google Shape;31233;p32"/>
            <p:cNvSpPr/>
            <p:nvPr/>
          </p:nvSpPr>
          <p:spPr>
            <a:xfrm>
              <a:off x="4017175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72" y="5119"/>
                    <a:pt x="5118" y="3966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4" name="Google Shape;31234;p32"/>
            <p:cNvSpPr/>
            <p:nvPr/>
          </p:nvSpPr>
          <p:spPr>
            <a:xfrm>
              <a:off x="404700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5" name="Google Shape;31235;p32"/>
            <p:cNvSpPr/>
            <p:nvPr/>
          </p:nvSpPr>
          <p:spPr>
            <a:xfrm>
              <a:off x="4046000" y="2680125"/>
              <a:ext cx="70300" cy="70500"/>
            </a:xfrm>
            <a:custGeom>
              <a:rect b="b" l="l" r="r" t="t"/>
              <a:pathLst>
                <a:path extrusionOk="0" h="2820" w="2812">
                  <a:moveTo>
                    <a:pt x="1403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03" y="2739"/>
                  </a:cubicBezTo>
                  <a:cubicBezTo>
                    <a:pt x="674" y="2739"/>
                    <a:pt x="81" y="2138"/>
                    <a:pt x="81" y="1410"/>
                  </a:cubicBezTo>
                  <a:cubicBezTo>
                    <a:pt x="81" y="682"/>
                    <a:pt x="674" y="89"/>
                    <a:pt x="1403" y="89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35"/>
                    <a:pt x="0" y="1410"/>
                  </a:cubicBezTo>
                  <a:cubicBezTo>
                    <a:pt x="0" y="2186"/>
                    <a:pt x="627" y="2820"/>
                    <a:pt x="1403" y="2820"/>
                  </a:cubicBezTo>
                  <a:cubicBezTo>
                    <a:pt x="2185" y="2820"/>
                    <a:pt x="2812" y="2186"/>
                    <a:pt x="2812" y="1410"/>
                  </a:cubicBezTo>
                  <a:cubicBezTo>
                    <a:pt x="2812" y="635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6" name="Google Shape;31236;p32"/>
            <p:cNvSpPr/>
            <p:nvPr/>
          </p:nvSpPr>
          <p:spPr>
            <a:xfrm>
              <a:off x="4250125" y="254645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7" name="Google Shape;31237;p32"/>
            <p:cNvSpPr/>
            <p:nvPr/>
          </p:nvSpPr>
          <p:spPr>
            <a:xfrm>
              <a:off x="4248950" y="25454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14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14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8" name="Google Shape;31238;p32"/>
            <p:cNvSpPr/>
            <p:nvPr/>
          </p:nvSpPr>
          <p:spPr>
            <a:xfrm>
              <a:off x="427340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9" name="Google Shape;31239;p32"/>
            <p:cNvSpPr/>
            <p:nvPr/>
          </p:nvSpPr>
          <p:spPr>
            <a:xfrm>
              <a:off x="4272375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3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0" name="Google Shape;31240;p32"/>
            <p:cNvSpPr/>
            <p:nvPr/>
          </p:nvSpPr>
          <p:spPr>
            <a:xfrm>
              <a:off x="4298500" y="25985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1" name="Google Shape;31241;p32"/>
            <p:cNvSpPr/>
            <p:nvPr/>
          </p:nvSpPr>
          <p:spPr>
            <a:xfrm>
              <a:off x="4297500" y="2597525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8" y="7270"/>
                    <a:pt x="88" y="4714"/>
                  </a:cubicBezTo>
                  <a:cubicBezTo>
                    <a:pt x="88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8"/>
                    <a:pt x="4714" y="9428"/>
                  </a:cubicBezTo>
                  <a:cubicBezTo>
                    <a:pt x="7316" y="9428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2" name="Google Shape;31242;p32"/>
            <p:cNvSpPr/>
            <p:nvPr/>
          </p:nvSpPr>
          <p:spPr>
            <a:xfrm>
              <a:off x="4327325" y="26273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3" name="Google Shape;31243;p32"/>
            <p:cNvSpPr/>
            <p:nvPr/>
          </p:nvSpPr>
          <p:spPr>
            <a:xfrm>
              <a:off x="4326325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4" name="Google Shape;31244;p32"/>
            <p:cNvSpPr/>
            <p:nvPr/>
          </p:nvSpPr>
          <p:spPr>
            <a:xfrm>
              <a:off x="435245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5" name="Google Shape;31245;p32"/>
            <p:cNvSpPr/>
            <p:nvPr/>
          </p:nvSpPr>
          <p:spPr>
            <a:xfrm>
              <a:off x="4351450" y="265147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66"/>
                    <a:pt x="1146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6" name="Google Shape;31246;p32"/>
            <p:cNvSpPr/>
            <p:nvPr/>
          </p:nvSpPr>
          <p:spPr>
            <a:xfrm>
              <a:off x="4381275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7" name="Google Shape;31247;p32"/>
            <p:cNvSpPr/>
            <p:nvPr/>
          </p:nvSpPr>
          <p:spPr>
            <a:xfrm>
              <a:off x="4380100" y="2680125"/>
              <a:ext cx="70475" cy="70500"/>
            </a:xfrm>
            <a:custGeom>
              <a:rect b="b" l="l" r="r" t="t"/>
              <a:pathLst>
                <a:path extrusionOk="0" h="2820" w="2819">
                  <a:moveTo>
                    <a:pt x="1410" y="89"/>
                  </a:moveTo>
                  <a:cubicBezTo>
                    <a:pt x="2145" y="89"/>
                    <a:pt x="2738" y="682"/>
                    <a:pt x="2738" y="1410"/>
                  </a:cubicBezTo>
                  <a:cubicBezTo>
                    <a:pt x="2738" y="2138"/>
                    <a:pt x="2145" y="2739"/>
                    <a:pt x="1410" y="2739"/>
                  </a:cubicBezTo>
                  <a:cubicBezTo>
                    <a:pt x="681" y="2739"/>
                    <a:pt x="88" y="2138"/>
                    <a:pt x="88" y="1410"/>
                  </a:cubicBezTo>
                  <a:cubicBezTo>
                    <a:pt x="88" y="682"/>
                    <a:pt x="681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35"/>
                    <a:pt x="0" y="1410"/>
                  </a:cubicBezTo>
                  <a:cubicBezTo>
                    <a:pt x="0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8" name="Google Shape;31248;p32"/>
            <p:cNvSpPr/>
            <p:nvPr/>
          </p:nvSpPr>
          <p:spPr>
            <a:xfrm>
              <a:off x="4584250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9" name="Google Shape;31249;p32"/>
            <p:cNvSpPr/>
            <p:nvPr/>
          </p:nvSpPr>
          <p:spPr>
            <a:xfrm>
              <a:off x="4583225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14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0" name="Google Shape;31250;p32"/>
            <p:cNvSpPr/>
            <p:nvPr/>
          </p:nvSpPr>
          <p:spPr>
            <a:xfrm>
              <a:off x="4607675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56"/>
                    <a:pt x="5678" y="11356"/>
                  </a:cubicBezTo>
                  <a:cubicBezTo>
                    <a:pt x="8813" y="11356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1" name="Google Shape;31251;p32"/>
            <p:cNvSpPr/>
            <p:nvPr/>
          </p:nvSpPr>
          <p:spPr>
            <a:xfrm>
              <a:off x="4606650" y="257242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3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3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2" name="Google Shape;31252;p32"/>
            <p:cNvSpPr/>
            <p:nvPr/>
          </p:nvSpPr>
          <p:spPr>
            <a:xfrm>
              <a:off x="4632800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3" name="Google Shape;31253;p32"/>
            <p:cNvSpPr/>
            <p:nvPr/>
          </p:nvSpPr>
          <p:spPr>
            <a:xfrm>
              <a:off x="4631775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69" y="89"/>
                    <a:pt x="9346" y="2165"/>
                    <a:pt x="9346" y="4714"/>
                  </a:cubicBezTo>
                  <a:cubicBezTo>
                    <a:pt x="9346" y="7270"/>
                    <a:pt x="7269" y="9347"/>
                    <a:pt x="4714" y="9347"/>
                  </a:cubicBezTo>
                  <a:cubicBezTo>
                    <a:pt x="2165" y="9347"/>
                    <a:pt x="81" y="7270"/>
                    <a:pt x="81" y="4714"/>
                  </a:cubicBezTo>
                  <a:cubicBezTo>
                    <a:pt x="81" y="2165"/>
                    <a:pt x="2165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4" name="Google Shape;31254;p32"/>
            <p:cNvSpPr/>
            <p:nvPr/>
          </p:nvSpPr>
          <p:spPr>
            <a:xfrm>
              <a:off x="4661625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5" name="Google Shape;31255;p32"/>
            <p:cNvSpPr/>
            <p:nvPr/>
          </p:nvSpPr>
          <p:spPr>
            <a:xfrm>
              <a:off x="46606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6" name="Google Shape;31256;p32"/>
            <p:cNvSpPr/>
            <p:nvPr/>
          </p:nvSpPr>
          <p:spPr>
            <a:xfrm>
              <a:off x="4686725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7" name="Google Shape;31257;p32"/>
            <p:cNvSpPr/>
            <p:nvPr/>
          </p:nvSpPr>
          <p:spPr>
            <a:xfrm>
              <a:off x="4685725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8" y="3966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8" name="Google Shape;31258;p32"/>
            <p:cNvSpPr/>
            <p:nvPr/>
          </p:nvSpPr>
          <p:spPr>
            <a:xfrm>
              <a:off x="47155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9" name="Google Shape;31259;p32"/>
            <p:cNvSpPr/>
            <p:nvPr/>
          </p:nvSpPr>
          <p:spPr>
            <a:xfrm>
              <a:off x="471437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1" y="682"/>
                    <a:pt x="2731" y="1410"/>
                  </a:cubicBezTo>
                  <a:cubicBezTo>
                    <a:pt x="2731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35"/>
                    <a:pt x="1" y="1410"/>
                  </a:cubicBezTo>
                  <a:cubicBezTo>
                    <a:pt x="1" y="2186"/>
                    <a:pt x="634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0" name="Google Shape;31260;p32"/>
            <p:cNvSpPr/>
            <p:nvPr/>
          </p:nvSpPr>
          <p:spPr>
            <a:xfrm>
              <a:off x="4918525" y="254645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1" name="Google Shape;31261;p32"/>
            <p:cNvSpPr/>
            <p:nvPr/>
          </p:nvSpPr>
          <p:spPr>
            <a:xfrm>
              <a:off x="4917500" y="25454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14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14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2" name="Google Shape;31262;p32"/>
            <p:cNvSpPr/>
            <p:nvPr/>
          </p:nvSpPr>
          <p:spPr>
            <a:xfrm>
              <a:off x="4941950" y="25734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56"/>
                    <a:pt x="5678" y="11356"/>
                  </a:cubicBezTo>
                  <a:cubicBezTo>
                    <a:pt x="8813" y="11356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3" name="Google Shape;31263;p32"/>
            <p:cNvSpPr/>
            <p:nvPr/>
          </p:nvSpPr>
          <p:spPr>
            <a:xfrm>
              <a:off x="4940950" y="257242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3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3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4" name="Google Shape;31264;p32"/>
            <p:cNvSpPr/>
            <p:nvPr/>
          </p:nvSpPr>
          <p:spPr>
            <a:xfrm>
              <a:off x="4967075" y="25985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5" name="Google Shape;31265;p32"/>
            <p:cNvSpPr/>
            <p:nvPr/>
          </p:nvSpPr>
          <p:spPr>
            <a:xfrm>
              <a:off x="4966050" y="259752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9"/>
                  </a:moveTo>
                  <a:cubicBezTo>
                    <a:pt x="7270" y="89"/>
                    <a:pt x="9346" y="2165"/>
                    <a:pt x="9346" y="4714"/>
                  </a:cubicBezTo>
                  <a:cubicBezTo>
                    <a:pt x="9346" y="7270"/>
                    <a:pt x="7270" y="9347"/>
                    <a:pt x="4714" y="9347"/>
                  </a:cubicBezTo>
                  <a:cubicBezTo>
                    <a:pt x="2158" y="9347"/>
                    <a:pt x="82" y="7270"/>
                    <a:pt x="82" y="4714"/>
                  </a:cubicBezTo>
                  <a:cubicBezTo>
                    <a:pt x="82" y="2165"/>
                    <a:pt x="2158" y="89"/>
                    <a:pt x="4714" y="89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7317" y="9428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6" name="Google Shape;31266;p32"/>
            <p:cNvSpPr/>
            <p:nvPr/>
          </p:nvSpPr>
          <p:spPr>
            <a:xfrm>
              <a:off x="4995900" y="262737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7" name="Google Shape;31267;p32"/>
            <p:cNvSpPr/>
            <p:nvPr/>
          </p:nvSpPr>
          <p:spPr>
            <a:xfrm>
              <a:off x="4994725" y="262637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8" name="Google Shape;31268;p32"/>
            <p:cNvSpPr/>
            <p:nvPr/>
          </p:nvSpPr>
          <p:spPr>
            <a:xfrm>
              <a:off x="5021000" y="26525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9" name="Google Shape;31269;p32"/>
            <p:cNvSpPr/>
            <p:nvPr/>
          </p:nvSpPr>
          <p:spPr>
            <a:xfrm>
              <a:off x="5020000" y="26514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66"/>
                    <a:pt x="1147" y="5119"/>
                    <a:pt x="2556" y="5119"/>
                  </a:cubicBezTo>
                  <a:cubicBezTo>
                    <a:pt x="3965" y="5119"/>
                    <a:pt x="5112" y="3966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0" name="Google Shape;31270;p32"/>
            <p:cNvSpPr/>
            <p:nvPr/>
          </p:nvSpPr>
          <p:spPr>
            <a:xfrm>
              <a:off x="5049675" y="268132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1" name="Google Shape;31271;p32"/>
            <p:cNvSpPr/>
            <p:nvPr/>
          </p:nvSpPr>
          <p:spPr>
            <a:xfrm>
              <a:off x="5048650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8" y="2138"/>
                    <a:pt x="88" y="1410"/>
                  </a:cubicBezTo>
                  <a:cubicBezTo>
                    <a:pt x="88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5" y="2820"/>
                    <a:pt x="2819" y="2186"/>
                    <a:pt x="2819" y="1410"/>
                  </a:cubicBezTo>
                  <a:cubicBezTo>
                    <a:pt x="2819" y="635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2" name="Google Shape;31272;p32"/>
            <p:cNvSpPr/>
            <p:nvPr/>
          </p:nvSpPr>
          <p:spPr>
            <a:xfrm>
              <a:off x="5252800" y="254645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3" name="Google Shape;31273;p32"/>
            <p:cNvSpPr/>
            <p:nvPr/>
          </p:nvSpPr>
          <p:spPr>
            <a:xfrm>
              <a:off x="5251775" y="254545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14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3"/>
                    <a:pt x="11012" y="11908"/>
                  </a:cubicBezTo>
                  <a:lnTo>
                    <a:pt x="11012" y="11794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1"/>
                    <a:pt x="6724" y="81"/>
                  </a:cubicBezTo>
                  <a:cubicBezTo>
                    <a:pt x="8362" y="81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4" name="Google Shape;31274;p32"/>
            <p:cNvSpPr/>
            <p:nvPr/>
          </p:nvSpPr>
          <p:spPr>
            <a:xfrm>
              <a:off x="5276225" y="25734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56"/>
                    <a:pt x="5678" y="11356"/>
                  </a:cubicBezTo>
                  <a:cubicBezTo>
                    <a:pt x="7425" y="11356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5" name="Google Shape;31275;p32"/>
            <p:cNvSpPr/>
            <p:nvPr/>
          </p:nvSpPr>
          <p:spPr>
            <a:xfrm>
              <a:off x="5275050" y="257242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3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6" name="Google Shape;31276;p32"/>
            <p:cNvSpPr/>
            <p:nvPr/>
          </p:nvSpPr>
          <p:spPr>
            <a:xfrm>
              <a:off x="5301350" y="259855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5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7" name="Google Shape;31277;p32"/>
            <p:cNvSpPr/>
            <p:nvPr/>
          </p:nvSpPr>
          <p:spPr>
            <a:xfrm>
              <a:off x="5300325" y="2597525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8"/>
                    <a:pt x="4714" y="9428"/>
                  </a:cubicBezTo>
                  <a:cubicBezTo>
                    <a:pt x="6676" y="9428"/>
                    <a:pt x="8362" y="8227"/>
                    <a:pt x="9070" y="6515"/>
                  </a:cubicBezTo>
                  <a:lnTo>
                    <a:pt x="9070" y="6279"/>
                  </a:lnTo>
                  <a:cubicBezTo>
                    <a:pt x="8429" y="8065"/>
                    <a:pt x="6717" y="9347"/>
                    <a:pt x="4714" y="9347"/>
                  </a:cubicBezTo>
                  <a:cubicBezTo>
                    <a:pt x="2159" y="9347"/>
                    <a:pt x="82" y="7270"/>
                    <a:pt x="82" y="4714"/>
                  </a:cubicBezTo>
                  <a:cubicBezTo>
                    <a:pt x="82" y="2165"/>
                    <a:pt x="2159" y="89"/>
                    <a:pt x="4714" y="89"/>
                  </a:cubicBezTo>
                  <a:cubicBezTo>
                    <a:pt x="6717" y="89"/>
                    <a:pt x="8429" y="1363"/>
                    <a:pt x="9070" y="3150"/>
                  </a:cubicBezTo>
                  <a:lnTo>
                    <a:pt x="9070" y="2914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8" name="Google Shape;31278;p32"/>
            <p:cNvSpPr/>
            <p:nvPr/>
          </p:nvSpPr>
          <p:spPr>
            <a:xfrm>
              <a:off x="5330000" y="26273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9" name="Google Shape;31279;p32"/>
            <p:cNvSpPr/>
            <p:nvPr/>
          </p:nvSpPr>
          <p:spPr>
            <a:xfrm>
              <a:off x="5329000" y="26263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0" name="Google Shape;31280;p32"/>
            <p:cNvSpPr/>
            <p:nvPr/>
          </p:nvSpPr>
          <p:spPr>
            <a:xfrm>
              <a:off x="5355300" y="26525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1" name="Google Shape;31281;p32"/>
            <p:cNvSpPr/>
            <p:nvPr/>
          </p:nvSpPr>
          <p:spPr>
            <a:xfrm>
              <a:off x="5354100" y="26514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66"/>
                    <a:pt x="1154" y="5119"/>
                    <a:pt x="2563" y="5119"/>
                  </a:cubicBezTo>
                  <a:cubicBezTo>
                    <a:pt x="3972" y="5119"/>
                    <a:pt x="5119" y="3966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2" name="Google Shape;31282;p32"/>
            <p:cNvSpPr/>
            <p:nvPr/>
          </p:nvSpPr>
          <p:spPr>
            <a:xfrm>
              <a:off x="5383950" y="26813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3" name="Google Shape;31283;p32"/>
            <p:cNvSpPr/>
            <p:nvPr/>
          </p:nvSpPr>
          <p:spPr>
            <a:xfrm>
              <a:off x="5382925" y="2680125"/>
              <a:ext cx="70500" cy="70500"/>
            </a:xfrm>
            <a:custGeom>
              <a:rect b="b" l="l" r="r" t="t"/>
              <a:pathLst>
                <a:path extrusionOk="0" h="2820" w="2820">
                  <a:moveTo>
                    <a:pt x="1410" y="89"/>
                  </a:moveTo>
                  <a:cubicBezTo>
                    <a:pt x="2138" y="89"/>
                    <a:pt x="2732" y="682"/>
                    <a:pt x="2732" y="1410"/>
                  </a:cubicBezTo>
                  <a:cubicBezTo>
                    <a:pt x="2732" y="2138"/>
                    <a:pt x="2138" y="2739"/>
                    <a:pt x="1410" y="2739"/>
                  </a:cubicBezTo>
                  <a:cubicBezTo>
                    <a:pt x="682" y="2739"/>
                    <a:pt x="89" y="2138"/>
                    <a:pt x="89" y="1410"/>
                  </a:cubicBezTo>
                  <a:cubicBezTo>
                    <a:pt x="89" y="682"/>
                    <a:pt x="682" y="89"/>
                    <a:pt x="1410" y="89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35"/>
                    <a:pt x="1" y="1410"/>
                  </a:cubicBezTo>
                  <a:cubicBezTo>
                    <a:pt x="1" y="2186"/>
                    <a:pt x="635" y="2820"/>
                    <a:pt x="1410" y="2820"/>
                  </a:cubicBezTo>
                  <a:cubicBezTo>
                    <a:pt x="2186" y="2820"/>
                    <a:pt x="2819" y="2186"/>
                    <a:pt x="2819" y="1410"/>
                  </a:cubicBezTo>
                  <a:cubicBezTo>
                    <a:pt x="2819" y="635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4" name="Google Shape;31284;p32"/>
            <p:cNvSpPr/>
            <p:nvPr/>
          </p:nvSpPr>
          <p:spPr>
            <a:xfrm>
              <a:off x="3450750" y="2644575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0"/>
                  </a:moveTo>
                  <a:cubicBezTo>
                    <a:pt x="3089" y="0"/>
                    <a:pt x="1228" y="951"/>
                    <a:pt x="1" y="2448"/>
                  </a:cubicBezTo>
                  <a:lnTo>
                    <a:pt x="1" y="10930"/>
                  </a:lnTo>
                  <a:cubicBezTo>
                    <a:pt x="1228" y="12421"/>
                    <a:pt x="3089" y="13371"/>
                    <a:pt x="5173" y="13371"/>
                  </a:cubicBezTo>
                  <a:cubicBezTo>
                    <a:pt x="8861" y="13371"/>
                    <a:pt x="11855" y="10378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5" name="Google Shape;31285;p32"/>
            <p:cNvSpPr/>
            <p:nvPr/>
          </p:nvSpPr>
          <p:spPr>
            <a:xfrm>
              <a:off x="3450750" y="26435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2"/>
                    <a:pt x="11814" y="6730"/>
                  </a:cubicBezTo>
                  <a:cubicBezTo>
                    <a:pt x="11814" y="10392"/>
                    <a:pt x="8834" y="13372"/>
                    <a:pt x="5173" y="13372"/>
                  </a:cubicBezTo>
                  <a:cubicBezTo>
                    <a:pt x="3082" y="13372"/>
                    <a:pt x="1221" y="12401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6" name="Google Shape;31286;p32"/>
            <p:cNvSpPr/>
            <p:nvPr/>
          </p:nvSpPr>
          <p:spPr>
            <a:xfrm>
              <a:off x="3450750" y="2671550"/>
              <a:ext cx="269425" cy="284050"/>
            </a:xfrm>
            <a:custGeom>
              <a:rect b="b" l="l" r="r" t="t"/>
              <a:pathLst>
                <a:path extrusionOk="0" h="11362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7"/>
                    <a:pt x="2860" y="11362"/>
                    <a:pt x="5099" y="11362"/>
                  </a:cubicBezTo>
                  <a:cubicBezTo>
                    <a:pt x="8234" y="11362"/>
                    <a:pt x="10776" y="8813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7" name="Google Shape;31287;p32"/>
            <p:cNvSpPr/>
            <p:nvPr/>
          </p:nvSpPr>
          <p:spPr>
            <a:xfrm>
              <a:off x="3450750" y="2670525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8" name="Google Shape;31288;p32"/>
            <p:cNvSpPr/>
            <p:nvPr/>
          </p:nvSpPr>
          <p:spPr>
            <a:xfrm>
              <a:off x="3461375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9" name="Google Shape;31289;p32"/>
            <p:cNvSpPr/>
            <p:nvPr/>
          </p:nvSpPr>
          <p:spPr>
            <a:xfrm>
              <a:off x="3460375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0" name="Google Shape;31290;p32"/>
            <p:cNvSpPr/>
            <p:nvPr/>
          </p:nvSpPr>
          <p:spPr>
            <a:xfrm>
              <a:off x="3490200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1" name="Google Shape;31291;p32"/>
            <p:cNvSpPr/>
            <p:nvPr/>
          </p:nvSpPr>
          <p:spPr>
            <a:xfrm>
              <a:off x="3489025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53" y="7040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2" name="Google Shape;31292;p32"/>
            <p:cNvSpPr/>
            <p:nvPr/>
          </p:nvSpPr>
          <p:spPr>
            <a:xfrm>
              <a:off x="351532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3" name="Google Shape;31293;p32"/>
            <p:cNvSpPr/>
            <p:nvPr/>
          </p:nvSpPr>
          <p:spPr>
            <a:xfrm>
              <a:off x="3514300" y="274960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1"/>
                  </a:moveTo>
                  <a:cubicBezTo>
                    <a:pt x="3919" y="81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4" name="Google Shape;31294;p32"/>
            <p:cNvSpPr/>
            <p:nvPr/>
          </p:nvSpPr>
          <p:spPr>
            <a:xfrm>
              <a:off x="35441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5" name="Google Shape;31295;p32"/>
            <p:cNvSpPr/>
            <p:nvPr/>
          </p:nvSpPr>
          <p:spPr>
            <a:xfrm>
              <a:off x="3542975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6" name="Google Shape;31296;p32"/>
            <p:cNvSpPr/>
            <p:nvPr/>
          </p:nvSpPr>
          <p:spPr>
            <a:xfrm>
              <a:off x="3747100" y="2644575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10378"/>
                    <a:pt x="2995" y="13371"/>
                    <a:pt x="6690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7" name="Google Shape;31297;p32"/>
            <p:cNvSpPr/>
            <p:nvPr/>
          </p:nvSpPr>
          <p:spPr>
            <a:xfrm>
              <a:off x="374610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2" y="13372"/>
                    <a:pt x="81" y="10392"/>
                    <a:pt x="81" y="6730"/>
                  </a:cubicBezTo>
                  <a:cubicBezTo>
                    <a:pt x="81" y="3062"/>
                    <a:pt x="3062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10439"/>
                    <a:pt x="3015" y="13453"/>
                    <a:pt x="6730" y="13453"/>
                  </a:cubicBezTo>
                  <a:cubicBezTo>
                    <a:pt x="10438" y="13453"/>
                    <a:pt x="13453" y="1043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8" name="Google Shape;31298;p32"/>
            <p:cNvSpPr/>
            <p:nvPr/>
          </p:nvSpPr>
          <p:spPr>
            <a:xfrm>
              <a:off x="3770550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9" name="Google Shape;31299;p32"/>
            <p:cNvSpPr/>
            <p:nvPr/>
          </p:nvSpPr>
          <p:spPr>
            <a:xfrm>
              <a:off x="3769525" y="2670525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0" name="Google Shape;31300;p32"/>
            <p:cNvSpPr/>
            <p:nvPr/>
          </p:nvSpPr>
          <p:spPr>
            <a:xfrm>
              <a:off x="379565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1" y="1"/>
                    <a:pt x="1" y="2098"/>
                    <a:pt x="1" y="4674"/>
                  </a:cubicBezTo>
                  <a:cubicBezTo>
                    <a:pt x="1" y="7256"/>
                    <a:pt x="2091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1" name="Google Shape;31301;p32"/>
            <p:cNvSpPr/>
            <p:nvPr/>
          </p:nvSpPr>
          <p:spPr>
            <a:xfrm>
              <a:off x="379465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2" name="Google Shape;31302;p32"/>
            <p:cNvSpPr/>
            <p:nvPr/>
          </p:nvSpPr>
          <p:spPr>
            <a:xfrm>
              <a:off x="3824475" y="272547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3" name="Google Shape;31303;p32"/>
            <p:cNvSpPr/>
            <p:nvPr/>
          </p:nvSpPr>
          <p:spPr>
            <a:xfrm>
              <a:off x="3823300" y="272447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4" name="Google Shape;31304;p32"/>
            <p:cNvSpPr/>
            <p:nvPr/>
          </p:nvSpPr>
          <p:spPr>
            <a:xfrm>
              <a:off x="384960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5" name="Google Shape;31305;p32"/>
            <p:cNvSpPr/>
            <p:nvPr/>
          </p:nvSpPr>
          <p:spPr>
            <a:xfrm>
              <a:off x="3848600" y="274960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6" name="Google Shape;31306;p32"/>
            <p:cNvSpPr/>
            <p:nvPr/>
          </p:nvSpPr>
          <p:spPr>
            <a:xfrm>
              <a:off x="387825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07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7" name="Google Shape;31307;p32"/>
            <p:cNvSpPr/>
            <p:nvPr/>
          </p:nvSpPr>
          <p:spPr>
            <a:xfrm>
              <a:off x="3877250" y="277842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8" name="Google Shape;31308;p32"/>
            <p:cNvSpPr/>
            <p:nvPr/>
          </p:nvSpPr>
          <p:spPr>
            <a:xfrm>
              <a:off x="408140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9" name="Google Shape;31309;p32"/>
            <p:cNvSpPr/>
            <p:nvPr/>
          </p:nvSpPr>
          <p:spPr>
            <a:xfrm>
              <a:off x="4080375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0" name="Google Shape;31310;p32"/>
            <p:cNvSpPr/>
            <p:nvPr/>
          </p:nvSpPr>
          <p:spPr>
            <a:xfrm>
              <a:off x="4104825" y="2671550"/>
              <a:ext cx="283900" cy="284050"/>
            </a:xfrm>
            <a:custGeom>
              <a:rect b="b" l="l" r="r" t="t"/>
              <a:pathLst>
                <a:path extrusionOk="0" h="11362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62"/>
                    <a:pt x="5678" y="11362"/>
                  </a:cubicBezTo>
                  <a:cubicBezTo>
                    <a:pt x="8813" y="11362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1" name="Google Shape;31311;p32"/>
            <p:cNvSpPr/>
            <p:nvPr/>
          </p:nvSpPr>
          <p:spPr>
            <a:xfrm>
              <a:off x="4103650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2" name="Google Shape;31312;p32"/>
            <p:cNvSpPr/>
            <p:nvPr/>
          </p:nvSpPr>
          <p:spPr>
            <a:xfrm>
              <a:off x="4129950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3" name="Google Shape;31313;p32"/>
            <p:cNvSpPr/>
            <p:nvPr/>
          </p:nvSpPr>
          <p:spPr>
            <a:xfrm>
              <a:off x="4128925" y="269565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34"/>
                    <a:pt x="4714" y="9434"/>
                  </a:cubicBezTo>
                  <a:cubicBezTo>
                    <a:pt x="7310" y="9434"/>
                    <a:pt x="9427" y="7316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4" name="Google Shape;31314;p32"/>
            <p:cNvSpPr/>
            <p:nvPr/>
          </p:nvSpPr>
          <p:spPr>
            <a:xfrm>
              <a:off x="415860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5" name="Google Shape;31315;p32"/>
            <p:cNvSpPr/>
            <p:nvPr/>
          </p:nvSpPr>
          <p:spPr>
            <a:xfrm>
              <a:off x="4157575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6" name="Google Shape;31316;p32"/>
            <p:cNvSpPr/>
            <p:nvPr/>
          </p:nvSpPr>
          <p:spPr>
            <a:xfrm>
              <a:off x="4183875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7" name="Google Shape;31317;p32"/>
            <p:cNvSpPr/>
            <p:nvPr/>
          </p:nvSpPr>
          <p:spPr>
            <a:xfrm>
              <a:off x="418270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8" name="Google Shape;31318;p32"/>
            <p:cNvSpPr/>
            <p:nvPr/>
          </p:nvSpPr>
          <p:spPr>
            <a:xfrm>
              <a:off x="4212550" y="277942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9" name="Google Shape;31319;p32"/>
            <p:cNvSpPr/>
            <p:nvPr/>
          </p:nvSpPr>
          <p:spPr>
            <a:xfrm>
              <a:off x="4211525" y="277842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0" name="Google Shape;31320;p32"/>
            <p:cNvSpPr/>
            <p:nvPr/>
          </p:nvSpPr>
          <p:spPr>
            <a:xfrm>
              <a:off x="4415675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2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1" name="Google Shape;31321;p32"/>
            <p:cNvSpPr/>
            <p:nvPr/>
          </p:nvSpPr>
          <p:spPr>
            <a:xfrm>
              <a:off x="4414650" y="26435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2"/>
                    <a:pt x="13365" y="6730"/>
                  </a:cubicBezTo>
                  <a:cubicBezTo>
                    <a:pt x="13365" y="10392"/>
                    <a:pt x="10385" y="13372"/>
                    <a:pt x="6723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8"/>
                    <a:pt x="6723" y="88"/>
                  </a:cubicBezTo>
                  <a:close/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10439"/>
                    <a:pt x="3015" y="13453"/>
                    <a:pt x="6723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2" name="Google Shape;31322;p32"/>
            <p:cNvSpPr/>
            <p:nvPr/>
          </p:nvSpPr>
          <p:spPr>
            <a:xfrm>
              <a:off x="4438925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8813"/>
                    <a:pt x="2550" y="11362"/>
                    <a:pt x="5685" y="11362"/>
                  </a:cubicBezTo>
                  <a:cubicBezTo>
                    <a:pt x="8820" y="11362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3" name="Google Shape;31323;p32"/>
            <p:cNvSpPr/>
            <p:nvPr/>
          </p:nvSpPr>
          <p:spPr>
            <a:xfrm>
              <a:off x="4437925" y="2670525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4" name="Google Shape;31324;p32"/>
            <p:cNvSpPr/>
            <p:nvPr/>
          </p:nvSpPr>
          <p:spPr>
            <a:xfrm>
              <a:off x="4464225" y="269665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5" name="Google Shape;31325;p32"/>
            <p:cNvSpPr/>
            <p:nvPr/>
          </p:nvSpPr>
          <p:spPr>
            <a:xfrm>
              <a:off x="4463025" y="2695650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34"/>
                    <a:pt x="4721" y="9434"/>
                  </a:cubicBezTo>
                  <a:cubicBezTo>
                    <a:pt x="7317" y="9434"/>
                    <a:pt x="9434" y="7316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6" name="Google Shape;31326;p32"/>
            <p:cNvSpPr/>
            <p:nvPr/>
          </p:nvSpPr>
          <p:spPr>
            <a:xfrm>
              <a:off x="4492875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7" name="Google Shape;31327;p32"/>
            <p:cNvSpPr/>
            <p:nvPr/>
          </p:nvSpPr>
          <p:spPr>
            <a:xfrm>
              <a:off x="4491850" y="272447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0"/>
                    <a:pt x="3568" y="7040"/>
                  </a:cubicBezTo>
                  <a:cubicBezTo>
                    <a:pt x="1646" y="7040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8" name="Google Shape;31328;p32"/>
            <p:cNvSpPr/>
            <p:nvPr/>
          </p:nvSpPr>
          <p:spPr>
            <a:xfrm>
              <a:off x="4518150" y="275060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9" name="Google Shape;31329;p32"/>
            <p:cNvSpPr/>
            <p:nvPr/>
          </p:nvSpPr>
          <p:spPr>
            <a:xfrm>
              <a:off x="451697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0" name="Google Shape;31330;p32"/>
            <p:cNvSpPr/>
            <p:nvPr/>
          </p:nvSpPr>
          <p:spPr>
            <a:xfrm>
              <a:off x="454682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07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1" name="Google Shape;31331;p32"/>
            <p:cNvSpPr/>
            <p:nvPr/>
          </p:nvSpPr>
          <p:spPr>
            <a:xfrm>
              <a:off x="454580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2" name="Google Shape;31332;p32"/>
            <p:cNvSpPr/>
            <p:nvPr/>
          </p:nvSpPr>
          <p:spPr>
            <a:xfrm>
              <a:off x="4749950" y="264457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3" name="Google Shape;31333;p32"/>
            <p:cNvSpPr/>
            <p:nvPr/>
          </p:nvSpPr>
          <p:spPr>
            <a:xfrm>
              <a:off x="4748775" y="26435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4" name="Google Shape;31334;p32"/>
            <p:cNvSpPr/>
            <p:nvPr/>
          </p:nvSpPr>
          <p:spPr>
            <a:xfrm>
              <a:off x="4773200" y="2671550"/>
              <a:ext cx="284075" cy="284050"/>
            </a:xfrm>
            <a:custGeom>
              <a:rect b="b" l="l" r="r" t="t"/>
              <a:pathLst>
                <a:path extrusionOk="0" h="11362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8" y="11362"/>
                  </a:cubicBezTo>
                  <a:cubicBezTo>
                    <a:pt x="8821" y="11362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5" name="Google Shape;31335;p32"/>
            <p:cNvSpPr/>
            <p:nvPr/>
          </p:nvSpPr>
          <p:spPr>
            <a:xfrm>
              <a:off x="4772200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6" name="Google Shape;31336;p32"/>
            <p:cNvSpPr/>
            <p:nvPr/>
          </p:nvSpPr>
          <p:spPr>
            <a:xfrm>
              <a:off x="4798500" y="269665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6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6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7" name="Google Shape;31337;p32"/>
            <p:cNvSpPr/>
            <p:nvPr/>
          </p:nvSpPr>
          <p:spPr>
            <a:xfrm>
              <a:off x="4797325" y="269565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3" y="9434"/>
                  </a:cubicBezTo>
                  <a:cubicBezTo>
                    <a:pt x="7316" y="9434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8" name="Google Shape;31338;p32"/>
            <p:cNvSpPr/>
            <p:nvPr/>
          </p:nvSpPr>
          <p:spPr>
            <a:xfrm>
              <a:off x="4827150" y="272547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9" name="Google Shape;31339;p32"/>
            <p:cNvSpPr/>
            <p:nvPr/>
          </p:nvSpPr>
          <p:spPr>
            <a:xfrm>
              <a:off x="4826150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0" y="7040"/>
                  </a:cubicBezTo>
                  <a:cubicBezTo>
                    <a:pt x="1645" y="7040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0" name="Google Shape;31340;p32"/>
            <p:cNvSpPr/>
            <p:nvPr/>
          </p:nvSpPr>
          <p:spPr>
            <a:xfrm>
              <a:off x="4852275" y="275060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1" name="Google Shape;31341;p32"/>
            <p:cNvSpPr/>
            <p:nvPr/>
          </p:nvSpPr>
          <p:spPr>
            <a:xfrm>
              <a:off x="4851250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2" name="Google Shape;31342;p32"/>
            <p:cNvSpPr/>
            <p:nvPr/>
          </p:nvSpPr>
          <p:spPr>
            <a:xfrm>
              <a:off x="4881100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3" name="Google Shape;31343;p32"/>
            <p:cNvSpPr/>
            <p:nvPr/>
          </p:nvSpPr>
          <p:spPr>
            <a:xfrm>
              <a:off x="4880075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3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4" name="Google Shape;31344;p32"/>
            <p:cNvSpPr/>
            <p:nvPr/>
          </p:nvSpPr>
          <p:spPr>
            <a:xfrm>
              <a:off x="5084225" y="2644575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5" name="Google Shape;31345;p32"/>
            <p:cNvSpPr/>
            <p:nvPr/>
          </p:nvSpPr>
          <p:spPr>
            <a:xfrm>
              <a:off x="5083050" y="26435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6" name="Google Shape;31346;p32"/>
            <p:cNvSpPr/>
            <p:nvPr/>
          </p:nvSpPr>
          <p:spPr>
            <a:xfrm>
              <a:off x="5107475" y="2671550"/>
              <a:ext cx="283925" cy="284050"/>
            </a:xfrm>
            <a:custGeom>
              <a:rect b="b" l="l" r="r" t="t"/>
              <a:pathLst>
                <a:path extrusionOk="0" h="11362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62"/>
                    <a:pt x="5679" y="11362"/>
                  </a:cubicBezTo>
                  <a:cubicBezTo>
                    <a:pt x="8814" y="11362"/>
                    <a:pt x="11356" y="8813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7" name="Google Shape;31347;p32"/>
            <p:cNvSpPr/>
            <p:nvPr/>
          </p:nvSpPr>
          <p:spPr>
            <a:xfrm>
              <a:off x="5106475" y="267052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8" name="Google Shape;31348;p32"/>
            <p:cNvSpPr/>
            <p:nvPr/>
          </p:nvSpPr>
          <p:spPr>
            <a:xfrm>
              <a:off x="5132600" y="269665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9" name="Google Shape;31349;p32"/>
            <p:cNvSpPr/>
            <p:nvPr/>
          </p:nvSpPr>
          <p:spPr>
            <a:xfrm>
              <a:off x="5131600" y="269565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34"/>
                    <a:pt x="4714" y="9434"/>
                  </a:cubicBezTo>
                  <a:cubicBezTo>
                    <a:pt x="7316" y="9434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0" name="Google Shape;31350;p32"/>
            <p:cNvSpPr/>
            <p:nvPr/>
          </p:nvSpPr>
          <p:spPr>
            <a:xfrm>
              <a:off x="5161425" y="272547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1" name="Google Shape;31351;p32"/>
            <p:cNvSpPr/>
            <p:nvPr/>
          </p:nvSpPr>
          <p:spPr>
            <a:xfrm>
              <a:off x="5160425" y="272447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2" name="Google Shape;31352;p32"/>
            <p:cNvSpPr/>
            <p:nvPr/>
          </p:nvSpPr>
          <p:spPr>
            <a:xfrm>
              <a:off x="5186550" y="275060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3" name="Google Shape;31353;p32"/>
            <p:cNvSpPr/>
            <p:nvPr/>
          </p:nvSpPr>
          <p:spPr>
            <a:xfrm>
              <a:off x="5185525" y="274960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1"/>
                    <a:pt x="2557" y="81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4" name="Google Shape;31354;p32"/>
            <p:cNvSpPr/>
            <p:nvPr/>
          </p:nvSpPr>
          <p:spPr>
            <a:xfrm>
              <a:off x="5215375" y="277942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07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5" name="Google Shape;31355;p32"/>
            <p:cNvSpPr/>
            <p:nvPr/>
          </p:nvSpPr>
          <p:spPr>
            <a:xfrm>
              <a:off x="5214350" y="277842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78"/>
                    <a:pt x="628" y="2812"/>
                    <a:pt x="1404" y="2812"/>
                  </a:cubicBezTo>
                  <a:cubicBezTo>
                    <a:pt x="2179" y="2812"/>
                    <a:pt x="2813" y="2178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6" name="Google Shape;31356;p32"/>
            <p:cNvSpPr/>
            <p:nvPr/>
          </p:nvSpPr>
          <p:spPr>
            <a:xfrm>
              <a:off x="358157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7" name="Google Shape;31357;p32"/>
            <p:cNvSpPr/>
            <p:nvPr/>
          </p:nvSpPr>
          <p:spPr>
            <a:xfrm>
              <a:off x="358055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2"/>
                  </a:moveTo>
                  <a:cubicBezTo>
                    <a:pt x="10392" y="82"/>
                    <a:pt x="13365" y="3062"/>
                    <a:pt x="13365" y="6730"/>
                  </a:cubicBezTo>
                  <a:cubicBezTo>
                    <a:pt x="13365" y="10392"/>
                    <a:pt x="1039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lose/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10432" y="13453"/>
                    <a:pt x="13453" y="10439"/>
                    <a:pt x="13453" y="6730"/>
                  </a:cubicBezTo>
                  <a:cubicBezTo>
                    <a:pt x="13453" y="3015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8" name="Google Shape;31358;p32"/>
            <p:cNvSpPr/>
            <p:nvPr/>
          </p:nvSpPr>
          <p:spPr>
            <a:xfrm>
              <a:off x="3604825" y="2766625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9" name="Google Shape;31359;p32"/>
            <p:cNvSpPr/>
            <p:nvPr/>
          </p:nvSpPr>
          <p:spPr>
            <a:xfrm>
              <a:off x="360382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0" name="Google Shape;31360;p32"/>
            <p:cNvSpPr/>
            <p:nvPr/>
          </p:nvSpPr>
          <p:spPr>
            <a:xfrm>
              <a:off x="363012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1" name="Google Shape;31361;p32"/>
            <p:cNvSpPr/>
            <p:nvPr/>
          </p:nvSpPr>
          <p:spPr>
            <a:xfrm>
              <a:off x="3628950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7316"/>
                    <a:pt x="2117" y="9427"/>
                    <a:pt x="4720" y="9427"/>
                  </a:cubicBezTo>
                  <a:cubicBezTo>
                    <a:pt x="7316" y="9427"/>
                    <a:pt x="9433" y="7316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2" name="Google Shape;31362;p32"/>
            <p:cNvSpPr/>
            <p:nvPr/>
          </p:nvSpPr>
          <p:spPr>
            <a:xfrm>
              <a:off x="365877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3" name="Google Shape;31363;p32"/>
            <p:cNvSpPr/>
            <p:nvPr/>
          </p:nvSpPr>
          <p:spPr>
            <a:xfrm>
              <a:off x="365777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4" name="Google Shape;31364;p32"/>
            <p:cNvSpPr/>
            <p:nvPr/>
          </p:nvSpPr>
          <p:spPr>
            <a:xfrm>
              <a:off x="3683900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5" name="Google Shape;31365;p32"/>
            <p:cNvSpPr/>
            <p:nvPr/>
          </p:nvSpPr>
          <p:spPr>
            <a:xfrm>
              <a:off x="368287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9" y="3924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65"/>
                    <a:pt x="1147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6" name="Google Shape;31366;p32"/>
            <p:cNvSpPr/>
            <p:nvPr/>
          </p:nvSpPr>
          <p:spPr>
            <a:xfrm>
              <a:off x="371272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7" name="Google Shape;31367;p32"/>
            <p:cNvSpPr/>
            <p:nvPr/>
          </p:nvSpPr>
          <p:spPr>
            <a:xfrm>
              <a:off x="3711700" y="2873325"/>
              <a:ext cx="70325" cy="70475"/>
            </a:xfrm>
            <a:custGeom>
              <a:rect b="b" l="l" r="r" t="t"/>
              <a:pathLst>
                <a:path extrusionOk="0" h="2819" w="2813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75" y="2738"/>
                    <a:pt x="82" y="2145"/>
                    <a:pt x="82" y="1410"/>
                  </a:cubicBezTo>
                  <a:cubicBezTo>
                    <a:pt x="82" y="681"/>
                    <a:pt x="675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34"/>
                    <a:pt x="1" y="1410"/>
                  </a:cubicBezTo>
                  <a:cubicBezTo>
                    <a:pt x="1" y="2185"/>
                    <a:pt x="628" y="2819"/>
                    <a:pt x="1410" y="2819"/>
                  </a:cubicBezTo>
                  <a:cubicBezTo>
                    <a:pt x="2186" y="2819"/>
                    <a:pt x="2813" y="2185"/>
                    <a:pt x="2813" y="1410"/>
                  </a:cubicBezTo>
                  <a:cubicBezTo>
                    <a:pt x="2813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8" name="Google Shape;31368;p32"/>
            <p:cNvSpPr/>
            <p:nvPr/>
          </p:nvSpPr>
          <p:spPr>
            <a:xfrm>
              <a:off x="39158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10378"/>
                    <a:pt x="2994" y="13371"/>
                    <a:pt x="6683" y="13371"/>
                  </a:cubicBezTo>
                  <a:cubicBezTo>
                    <a:pt x="10378" y="13371"/>
                    <a:pt x="13372" y="10378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9" name="Google Shape;31369;p32"/>
            <p:cNvSpPr/>
            <p:nvPr/>
          </p:nvSpPr>
          <p:spPr>
            <a:xfrm>
              <a:off x="3914675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1" y="3062"/>
                    <a:pt x="13371" y="6730"/>
                  </a:cubicBezTo>
                  <a:cubicBezTo>
                    <a:pt x="13371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0" name="Google Shape;31370;p32"/>
            <p:cNvSpPr/>
            <p:nvPr/>
          </p:nvSpPr>
          <p:spPr>
            <a:xfrm>
              <a:off x="3939125" y="2766625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1" name="Google Shape;31371;p32"/>
            <p:cNvSpPr/>
            <p:nvPr/>
          </p:nvSpPr>
          <p:spPr>
            <a:xfrm>
              <a:off x="393810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2" name="Google Shape;31372;p32"/>
            <p:cNvSpPr/>
            <p:nvPr/>
          </p:nvSpPr>
          <p:spPr>
            <a:xfrm>
              <a:off x="3964400" y="2791725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3" name="Google Shape;31373;p32"/>
            <p:cNvSpPr/>
            <p:nvPr/>
          </p:nvSpPr>
          <p:spPr>
            <a:xfrm>
              <a:off x="3963225" y="2790725"/>
              <a:ext cx="235850" cy="235675"/>
            </a:xfrm>
            <a:custGeom>
              <a:rect b="b" l="l" r="r" t="t"/>
              <a:pathLst>
                <a:path extrusionOk="0" h="9427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34" y="7316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4" name="Google Shape;31374;p32"/>
            <p:cNvSpPr/>
            <p:nvPr/>
          </p:nvSpPr>
          <p:spPr>
            <a:xfrm>
              <a:off x="3993050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5" name="Google Shape;31375;p32"/>
            <p:cNvSpPr/>
            <p:nvPr/>
          </p:nvSpPr>
          <p:spPr>
            <a:xfrm>
              <a:off x="399205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6"/>
                    <a:pt x="7047" y="3561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6" name="Google Shape;31376;p32"/>
            <p:cNvSpPr/>
            <p:nvPr/>
          </p:nvSpPr>
          <p:spPr>
            <a:xfrm>
              <a:off x="4018175" y="2845675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7" name="Google Shape;31377;p32"/>
            <p:cNvSpPr/>
            <p:nvPr/>
          </p:nvSpPr>
          <p:spPr>
            <a:xfrm>
              <a:off x="4017175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4"/>
                    <a:pt x="3924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72" y="5118"/>
                    <a:pt x="5118" y="3965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8" name="Google Shape;31378;p32"/>
            <p:cNvSpPr/>
            <p:nvPr/>
          </p:nvSpPr>
          <p:spPr>
            <a:xfrm>
              <a:off x="404700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7"/>
                    <a:pt x="1" y="1363"/>
                  </a:cubicBezTo>
                  <a:cubicBezTo>
                    <a:pt x="1" y="2118"/>
                    <a:pt x="614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9" name="Google Shape;31379;p32"/>
            <p:cNvSpPr/>
            <p:nvPr/>
          </p:nvSpPr>
          <p:spPr>
            <a:xfrm>
              <a:off x="4046000" y="2873325"/>
              <a:ext cx="70300" cy="70475"/>
            </a:xfrm>
            <a:custGeom>
              <a:rect b="b" l="l" r="r" t="t"/>
              <a:pathLst>
                <a:path extrusionOk="0" h="2819" w="2812">
                  <a:moveTo>
                    <a:pt x="1403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03" y="2738"/>
                  </a:cubicBezTo>
                  <a:cubicBezTo>
                    <a:pt x="674" y="2738"/>
                    <a:pt x="81" y="2145"/>
                    <a:pt x="81" y="1410"/>
                  </a:cubicBezTo>
                  <a:cubicBezTo>
                    <a:pt x="81" y="681"/>
                    <a:pt x="674" y="88"/>
                    <a:pt x="1403" y="88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34"/>
                    <a:pt x="0" y="1410"/>
                  </a:cubicBezTo>
                  <a:cubicBezTo>
                    <a:pt x="0" y="2185"/>
                    <a:pt x="627" y="2819"/>
                    <a:pt x="1403" y="2819"/>
                  </a:cubicBezTo>
                  <a:cubicBezTo>
                    <a:pt x="2185" y="2819"/>
                    <a:pt x="2812" y="2185"/>
                    <a:pt x="2812" y="1410"/>
                  </a:cubicBezTo>
                  <a:cubicBezTo>
                    <a:pt x="2812" y="634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0" name="Google Shape;31380;p32"/>
            <p:cNvSpPr/>
            <p:nvPr/>
          </p:nvSpPr>
          <p:spPr>
            <a:xfrm>
              <a:off x="4250125" y="2739650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10378"/>
                    <a:pt x="2988" y="13371"/>
                    <a:pt x="6683" y="13371"/>
                  </a:cubicBezTo>
                  <a:cubicBezTo>
                    <a:pt x="10378" y="13371"/>
                    <a:pt x="13365" y="10378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1" name="Google Shape;31381;p32"/>
            <p:cNvSpPr/>
            <p:nvPr/>
          </p:nvSpPr>
          <p:spPr>
            <a:xfrm>
              <a:off x="4248950" y="27386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8" y="13372"/>
                    <a:pt x="88" y="10392"/>
                    <a:pt x="88" y="6730"/>
                  </a:cubicBezTo>
                  <a:cubicBezTo>
                    <a:pt x="88" y="3062"/>
                    <a:pt x="3068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0" y="3015"/>
                    <a:pt x="0" y="6730"/>
                  </a:cubicBezTo>
                  <a:cubicBezTo>
                    <a:pt x="0" y="10439"/>
                    <a:pt x="3021" y="13453"/>
                    <a:pt x="6730" y="13453"/>
                  </a:cubicBezTo>
                  <a:cubicBezTo>
                    <a:pt x="10438" y="13453"/>
                    <a:pt x="13459" y="10439"/>
                    <a:pt x="13459" y="6730"/>
                  </a:cubicBezTo>
                  <a:cubicBezTo>
                    <a:pt x="13459" y="3015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2" name="Google Shape;31382;p32"/>
            <p:cNvSpPr/>
            <p:nvPr/>
          </p:nvSpPr>
          <p:spPr>
            <a:xfrm>
              <a:off x="427340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3" name="Google Shape;31383;p32"/>
            <p:cNvSpPr/>
            <p:nvPr/>
          </p:nvSpPr>
          <p:spPr>
            <a:xfrm>
              <a:off x="4272375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4" name="Google Shape;31384;p32"/>
            <p:cNvSpPr/>
            <p:nvPr/>
          </p:nvSpPr>
          <p:spPr>
            <a:xfrm>
              <a:off x="4298500" y="2791725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5" name="Google Shape;31385;p32"/>
            <p:cNvSpPr/>
            <p:nvPr/>
          </p:nvSpPr>
          <p:spPr>
            <a:xfrm>
              <a:off x="4297500" y="2790725"/>
              <a:ext cx="235675" cy="235675"/>
            </a:xfrm>
            <a:custGeom>
              <a:rect b="b" l="l" r="r" t="t"/>
              <a:pathLst>
                <a:path extrusionOk="0" h="9427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7316"/>
                    <a:pt x="2118" y="9427"/>
                    <a:pt x="4714" y="9427"/>
                  </a:cubicBezTo>
                  <a:cubicBezTo>
                    <a:pt x="7316" y="9427"/>
                    <a:pt x="9427" y="7316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6" name="Google Shape;31386;p32"/>
            <p:cNvSpPr/>
            <p:nvPr/>
          </p:nvSpPr>
          <p:spPr>
            <a:xfrm>
              <a:off x="4327325" y="2820550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7" name="Google Shape;31387;p32"/>
            <p:cNvSpPr/>
            <p:nvPr/>
          </p:nvSpPr>
          <p:spPr>
            <a:xfrm>
              <a:off x="4326325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8" name="Google Shape;31388;p32"/>
            <p:cNvSpPr/>
            <p:nvPr/>
          </p:nvSpPr>
          <p:spPr>
            <a:xfrm>
              <a:off x="435245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9" name="Google Shape;31389;p32"/>
            <p:cNvSpPr/>
            <p:nvPr/>
          </p:nvSpPr>
          <p:spPr>
            <a:xfrm>
              <a:off x="4351450" y="2844675"/>
              <a:ext cx="127950" cy="127950"/>
            </a:xfrm>
            <a:custGeom>
              <a:rect b="b" l="l" r="r" t="t"/>
              <a:pathLst>
                <a:path extrusionOk="0" h="5118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4"/>
                    <a:pt x="3925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65"/>
                    <a:pt x="1146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0" name="Google Shape;31390;p32"/>
            <p:cNvSpPr/>
            <p:nvPr/>
          </p:nvSpPr>
          <p:spPr>
            <a:xfrm>
              <a:off x="4381275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1" name="Google Shape;31391;p32"/>
            <p:cNvSpPr/>
            <p:nvPr/>
          </p:nvSpPr>
          <p:spPr>
            <a:xfrm>
              <a:off x="4380100" y="2873325"/>
              <a:ext cx="70475" cy="70475"/>
            </a:xfrm>
            <a:custGeom>
              <a:rect b="b" l="l" r="r" t="t"/>
              <a:pathLst>
                <a:path extrusionOk="0" h="2819" w="2819">
                  <a:moveTo>
                    <a:pt x="1410" y="88"/>
                  </a:moveTo>
                  <a:cubicBezTo>
                    <a:pt x="2145" y="88"/>
                    <a:pt x="2738" y="681"/>
                    <a:pt x="2738" y="1410"/>
                  </a:cubicBezTo>
                  <a:cubicBezTo>
                    <a:pt x="2738" y="2145"/>
                    <a:pt x="2145" y="2738"/>
                    <a:pt x="1410" y="2738"/>
                  </a:cubicBezTo>
                  <a:cubicBezTo>
                    <a:pt x="681" y="2738"/>
                    <a:pt x="88" y="2145"/>
                    <a:pt x="88" y="1410"/>
                  </a:cubicBezTo>
                  <a:cubicBezTo>
                    <a:pt x="88" y="681"/>
                    <a:pt x="681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34"/>
                    <a:pt x="0" y="1410"/>
                  </a:cubicBezTo>
                  <a:cubicBezTo>
                    <a:pt x="0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2" name="Google Shape;31392;p32"/>
            <p:cNvSpPr/>
            <p:nvPr/>
          </p:nvSpPr>
          <p:spPr>
            <a:xfrm>
              <a:off x="4584250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7" y="13371"/>
                    <a:pt x="13371" y="10378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3" name="Google Shape;31393;p32"/>
            <p:cNvSpPr/>
            <p:nvPr/>
          </p:nvSpPr>
          <p:spPr>
            <a:xfrm>
              <a:off x="4583225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1" y="82"/>
                    <a:pt x="13372" y="3062"/>
                    <a:pt x="13372" y="6730"/>
                  </a:cubicBezTo>
                  <a:cubicBezTo>
                    <a:pt x="13372" y="10392"/>
                    <a:pt x="10391" y="13372"/>
                    <a:pt x="6730" y="13372"/>
                  </a:cubicBezTo>
                  <a:cubicBezTo>
                    <a:pt x="3069" y="13372"/>
                    <a:pt x="88" y="10392"/>
                    <a:pt x="88" y="6730"/>
                  </a:cubicBezTo>
                  <a:cubicBezTo>
                    <a:pt x="88" y="3062"/>
                    <a:pt x="3069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1" y="1"/>
                    <a:pt x="1" y="3015"/>
                    <a:pt x="1" y="6730"/>
                  </a:cubicBezTo>
                  <a:cubicBezTo>
                    <a:pt x="1" y="10439"/>
                    <a:pt x="3021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4" name="Google Shape;31394;p32"/>
            <p:cNvSpPr/>
            <p:nvPr/>
          </p:nvSpPr>
          <p:spPr>
            <a:xfrm>
              <a:off x="4607675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5" name="Google Shape;31395;p32"/>
            <p:cNvSpPr/>
            <p:nvPr/>
          </p:nvSpPr>
          <p:spPr>
            <a:xfrm>
              <a:off x="4606650" y="27656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6" name="Google Shape;31396;p32"/>
            <p:cNvSpPr/>
            <p:nvPr/>
          </p:nvSpPr>
          <p:spPr>
            <a:xfrm>
              <a:off x="4632800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7" name="Google Shape;31397;p32"/>
            <p:cNvSpPr/>
            <p:nvPr/>
          </p:nvSpPr>
          <p:spPr>
            <a:xfrm>
              <a:off x="4631775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7316"/>
                    <a:pt x="2118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8" name="Google Shape;31398;p32"/>
            <p:cNvSpPr/>
            <p:nvPr/>
          </p:nvSpPr>
          <p:spPr>
            <a:xfrm>
              <a:off x="4661625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9" name="Google Shape;31399;p32"/>
            <p:cNvSpPr/>
            <p:nvPr/>
          </p:nvSpPr>
          <p:spPr>
            <a:xfrm>
              <a:off x="46606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6"/>
                    <a:pt x="7040" y="3561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0" name="Google Shape;31400;p32"/>
            <p:cNvSpPr/>
            <p:nvPr/>
          </p:nvSpPr>
          <p:spPr>
            <a:xfrm>
              <a:off x="4686725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1" name="Google Shape;31401;p32"/>
            <p:cNvSpPr/>
            <p:nvPr/>
          </p:nvSpPr>
          <p:spPr>
            <a:xfrm>
              <a:off x="4685725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8" y="3965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2" name="Google Shape;31402;p32"/>
            <p:cNvSpPr/>
            <p:nvPr/>
          </p:nvSpPr>
          <p:spPr>
            <a:xfrm>
              <a:off x="47155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7"/>
                    <a:pt x="1" y="1363"/>
                  </a:cubicBezTo>
                  <a:cubicBezTo>
                    <a:pt x="1" y="2118"/>
                    <a:pt x="608" y="2731"/>
                    <a:pt x="1363" y="2731"/>
                  </a:cubicBezTo>
                  <a:cubicBezTo>
                    <a:pt x="2118" y="2731"/>
                    <a:pt x="2732" y="2118"/>
                    <a:pt x="2732" y="1363"/>
                  </a:cubicBezTo>
                  <a:cubicBezTo>
                    <a:pt x="2732" y="607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3" name="Google Shape;31403;p32"/>
            <p:cNvSpPr/>
            <p:nvPr/>
          </p:nvSpPr>
          <p:spPr>
            <a:xfrm>
              <a:off x="471437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1" y="681"/>
                    <a:pt x="2731" y="1410"/>
                  </a:cubicBezTo>
                  <a:cubicBezTo>
                    <a:pt x="2731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34"/>
                    <a:pt x="1" y="1410"/>
                  </a:cubicBezTo>
                  <a:cubicBezTo>
                    <a:pt x="1" y="2185"/>
                    <a:pt x="634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4" name="Google Shape;31404;p32"/>
            <p:cNvSpPr/>
            <p:nvPr/>
          </p:nvSpPr>
          <p:spPr>
            <a:xfrm>
              <a:off x="4918525" y="27396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9" y="13371"/>
                  </a:cubicBezTo>
                  <a:cubicBezTo>
                    <a:pt x="10378" y="13371"/>
                    <a:pt x="13371" y="10378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5" name="Google Shape;31405;p32"/>
            <p:cNvSpPr/>
            <p:nvPr/>
          </p:nvSpPr>
          <p:spPr>
            <a:xfrm>
              <a:off x="4917500" y="27386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2"/>
                  </a:moveTo>
                  <a:cubicBezTo>
                    <a:pt x="10392" y="82"/>
                    <a:pt x="13372" y="3062"/>
                    <a:pt x="13372" y="6730"/>
                  </a:cubicBezTo>
                  <a:cubicBezTo>
                    <a:pt x="13372" y="10392"/>
                    <a:pt x="10392" y="13372"/>
                    <a:pt x="6730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30" y="82"/>
                  </a:cubicBezTo>
                  <a:close/>
                  <a:moveTo>
                    <a:pt x="6730" y="1"/>
                  </a:moveTo>
                  <a:cubicBezTo>
                    <a:pt x="3022" y="1"/>
                    <a:pt x="1" y="3015"/>
                    <a:pt x="1" y="6730"/>
                  </a:cubicBezTo>
                  <a:cubicBezTo>
                    <a:pt x="1" y="10439"/>
                    <a:pt x="3022" y="13453"/>
                    <a:pt x="6730" y="13453"/>
                  </a:cubicBezTo>
                  <a:cubicBezTo>
                    <a:pt x="10439" y="13453"/>
                    <a:pt x="13453" y="10439"/>
                    <a:pt x="13453" y="6730"/>
                  </a:cubicBezTo>
                  <a:cubicBezTo>
                    <a:pt x="13453" y="3015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6" name="Google Shape;31406;p32"/>
            <p:cNvSpPr/>
            <p:nvPr/>
          </p:nvSpPr>
          <p:spPr>
            <a:xfrm>
              <a:off x="4941950" y="2766625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7" name="Google Shape;31407;p32"/>
            <p:cNvSpPr/>
            <p:nvPr/>
          </p:nvSpPr>
          <p:spPr>
            <a:xfrm>
              <a:off x="4940950" y="2765600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8" name="Google Shape;31408;p32"/>
            <p:cNvSpPr/>
            <p:nvPr/>
          </p:nvSpPr>
          <p:spPr>
            <a:xfrm>
              <a:off x="4967075" y="2791725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9" name="Google Shape;31409;p32"/>
            <p:cNvSpPr/>
            <p:nvPr/>
          </p:nvSpPr>
          <p:spPr>
            <a:xfrm>
              <a:off x="4966050" y="2790725"/>
              <a:ext cx="235700" cy="235675"/>
            </a:xfrm>
            <a:custGeom>
              <a:rect b="b" l="l" r="r" t="t"/>
              <a:pathLst>
                <a:path extrusionOk="0" h="9427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7317" y="9427"/>
                    <a:pt x="9427" y="7316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0" name="Google Shape;31410;p32"/>
            <p:cNvSpPr/>
            <p:nvPr/>
          </p:nvSpPr>
          <p:spPr>
            <a:xfrm>
              <a:off x="4995900" y="2820550"/>
              <a:ext cx="176000" cy="176200"/>
            </a:xfrm>
            <a:custGeom>
              <a:rect b="b" l="l" r="r" t="t"/>
              <a:pathLst>
                <a:path extrusionOk="0" h="704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1" name="Google Shape;31411;p32"/>
            <p:cNvSpPr/>
            <p:nvPr/>
          </p:nvSpPr>
          <p:spPr>
            <a:xfrm>
              <a:off x="4994725" y="2819550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6"/>
                    <a:pt x="7046" y="3561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2" name="Google Shape;31412;p32"/>
            <p:cNvSpPr/>
            <p:nvPr/>
          </p:nvSpPr>
          <p:spPr>
            <a:xfrm>
              <a:off x="5021000" y="2845675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3" name="Google Shape;31413;p32"/>
            <p:cNvSpPr/>
            <p:nvPr/>
          </p:nvSpPr>
          <p:spPr>
            <a:xfrm>
              <a:off x="5020000" y="2844675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3965"/>
                    <a:pt x="1147" y="5118"/>
                    <a:pt x="2556" y="5118"/>
                  </a:cubicBezTo>
                  <a:cubicBezTo>
                    <a:pt x="3965" y="5118"/>
                    <a:pt x="5112" y="3965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4" name="Google Shape;31414;p32"/>
            <p:cNvSpPr/>
            <p:nvPr/>
          </p:nvSpPr>
          <p:spPr>
            <a:xfrm>
              <a:off x="5049675" y="2874500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8" y="2118"/>
                    <a:pt x="2738" y="1363"/>
                  </a:cubicBezTo>
                  <a:cubicBezTo>
                    <a:pt x="2738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5" name="Google Shape;31415;p32"/>
            <p:cNvSpPr/>
            <p:nvPr/>
          </p:nvSpPr>
          <p:spPr>
            <a:xfrm>
              <a:off x="5048650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8" y="2145"/>
                    <a:pt x="88" y="1410"/>
                  </a:cubicBezTo>
                  <a:cubicBezTo>
                    <a:pt x="88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5" y="2819"/>
                    <a:pt x="2819" y="2185"/>
                    <a:pt x="2819" y="1410"/>
                  </a:cubicBezTo>
                  <a:cubicBezTo>
                    <a:pt x="2819" y="634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6" name="Google Shape;31416;p32"/>
            <p:cNvSpPr/>
            <p:nvPr/>
          </p:nvSpPr>
          <p:spPr>
            <a:xfrm>
              <a:off x="5252800" y="2739650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10378"/>
                    <a:pt x="2994" y="13371"/>
                    <a:pt x="6683" y="13371"/>
                  </a:cubicBezTo>
                  <a:cubicBezTo>
                    <a:pt x="8314" y="13371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7" name="Google Shape;31417;p32"/>
            <p:cNvSpPr/>
            <p:nvPr/>
          </p:nvSpPr>
          <p:spPr>
            <a:xfrm>
              <a:off x="5251775" y="27386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1"/>
                  </a:moveTo>
                  <a:cubicBezTo>
                    <a:pt x="3015" y="1"/>
                    <a:pt x="1" y="3015"/>
                    <a:pt x="1" y="6730"/>
                  </a:cubicBezTo>
                  <a:cubicBezTo>
                    <a:pt x="1" y="10439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9"/>
                  </a:cubicBezTo>
                  <a:lnTo>
                    <a:pt x="11012" y="11801"/>
                  </a:lnTo>
                  <a:cubicBezTo>
                    <a:pt x="9852" y="12779"/>
                    <a:pt x="8362" y="13372"/>
                    <a:pt x="6724" y="13372"/>
                  </a:cubicBezTo>
                  <a:cubicBezTo>
                    <a:pt x="3062" y="13372"/>
                    <a:pt x="82" y="10392"/>
                    <a:pt x="82" y="6730"/>
                  </a:cubicBezTo>
                  <a:cubicBezTo>
                    <a:pt x="82" y="3062"/>
                    <a:pt x="3062" y="82"/>
                    <a:pt x="6724" y="82"/>
                  </a:cubicBezTo>
                  <a:cubicBezTo>
                    <a:pt x="8362" y="82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8" name="Google Shape;31418;p32"/>
            <p:cNvSpPr/>
            <p:nvPr/>
          </p:nvSpPr>
          <p:spPr>
            <a:xfrm>
              <a:off x="5276225" y="2766625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6"/>
                    <a:pt x="10034" y="9319"/>
                  </a:cubicBezTo>
                  <a:lnTo>
                    <a:pt x="10034" y="2036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9" name="Google Shape;31419;p32"/>
            <p:cNvSpPr/>
            <p:nvPr/>
          </p:nvSpPr>
          <p:spPr>
            <a:xfrm>
              <a:off x="5275050" y="2765600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0" name="Google Shape;31420;p32"/>
            <p:cNvSpPr/>
            <p:nvPr/>
          </p:nvSpPr>
          <p:spPr>
            <a:xfrm>
              <a:off x="5301350" y="2791725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06"/>
                    <a:pt x="9029" y="6359"/>
                  </a:cubicBezTo>
                  <a:lnTo>
                    <a:pt x="9029" y="2988"/>
                  </a:lnTo>
                  <a:cubicBezTo>
                    <a:pt x="8355" y="1241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1" name="Google Shape;31421;p32"/>
            <p:cNvSpPr/>
            <p:nvPr/>
          </p:nvSpPr>
          <p:spPr>
            <a:xfrm>
              <a:off x="5300325" y="2790725"/>
              <a:ext cx="226775" cy="235675"/>
            </a:xfrm>
            <a:custGeom>
              <a:rect b="b" l="l" r="r" t="t"/>
              <a:pathLst>
                <a:path extrusionOk="0" h="9427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7316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78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2" name="Google Shape;31422;p32"/>
            <p:cNvSpPr/>
            <p:nvPr/>
          </p:nvSpPr>
          <p:spPr>
            <a:xfrm>
              <a:off x="5330000" y="2820550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3" name="Google Shape;31423;p32"/>
            <p:cNvSpPr/>
            <p:nvPr/>
          </p:nvSpPr>
          <p:spPr>
            <a:xfrm>
              <a:off x="5329000" y="28195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4" name="Google Shape;31424;p32"/>
            <p:cNvSpPr/>
            <p:nvPr/>
          </p:nvSpPr>
          <p:spPr>
            <a:xfrm>
              <a:off x="5355300" y="2845675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5" name="Google Shape;31425;p32"/>
            <p:cNvSpPr/>
            <p:nvPr/>
          </p:nvSpPr>
          <p:spPr>
            <a:xfrm>
              <a:off x="5354100" y="2844675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4"/>
                    <a:pt x="3925" y="5030"/>
                    <a:pt x="2563" y="5030"/>
                  </a:cubicBezTo>
                  <a:cubicBezTo>
                    <a:pt x="1201" y="5030"/>
                    <a:pt x="88" y="3924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65"/>
                    <a:pt x="1154" y="5118"/>
                    <a:pt x="2563" y="5118"/>
                  </a:cubicBezTo>
                  <a:cubicBezTo>
                    <a:pt x="3972" y="5118"/>
                    <a:pt x="5119" y="3965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6" name="Google Shape;31426;p32"/>
            <p:cNvSpPr/>
            <p:nvPr/>
          </p:nvSpPr>
          <p:spPr>
            <a:xfrm>
              <a:off x="5383950" y="28745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7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07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7" name="Google Shape;31427;p32"/>
            <p:cNvSpPr/>
            <p:nvPr/>
          </p:nvSpPr>
          <p:spPr>
            <a:xfrm>
              <a:off x="5382925" y="2873325"/>
              <a:ext cx="70500" cy="70475"/>
            </a:xfrm>
            <a:custGeom>
              <a:rect b="b" l="l" r="r" t="t"/>
              <a:pathLst>
                <a:path extrusionOk="0" h="2819" w="2820">
                  <a:moveTo>
                    <a:pt x="1410" y="88"/>
                  </a:moveTo>
                  <a:cubicBezTo>
                    <a:pt x="2138" y="88"/>
                    <a:pt x="2732" y="681"/>
                    <a:pt x="2732" y="1410"/>
                  </a:cubicBezTo>
                  <a:cubicBezTo>
                    <a:pt x="2732" y="2145"/>
                    <a:pt x="2138" y="2738"/>
                    <a:pt x="1410" y="2738"/>
                  </a:cubicBezTo>
                  <a:cubicBezTo>
                    <a:pt x="682" y="2738"/>
                    <a:pt x="89" y="2145"/>
                    <a:pt x="89" y="1410"/>
                  </a:cubicBezTo>
                  <a:cubicBezTo>
                    <a:pt x="89" y="681"/>
                    <a:pt x="682" y="88"/>
                    <a:pt x="1410" y="88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34"/>
                    <a:pt x="1" y="1410"/>
                  </a:cubicBezTo>
                  <a:cubicBezTo>
                    <a:pt x="1" y="2185"/>
                    <a:pt x="635" y="2819"/>
                    <a:pt x="1410" y="2819"/>
                  </a:cubicBezTo>
                  <a:cubicBezTo>
                    <a:pt x="2186" y="2819"/>
                    <a:pt x="2819" y="2185"/>
                    <a:pt x="2819" y="1410"/>
                  </a:cubicBezTo>
                  <a:cubicBezTo>
                    <a:pt x="2819" y="634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8" name="Google Shape;31428;p32"/>
            <p:cNvSpPr/>
            <p:nvPr/>
          </p:nvSpPr>
          <p:spPr>
            <a:xfrm>
              <a:off x="3450750" y="2837750"/>
              <a:ext cx="296375" cy="334300"/>
            </a:xfrm>
            <a:custGeom>
              <a:rect b="b" l="l" r="r" t="t"/>
              <a:pathLst>
                <a:path extrusionOk="0" h="13372" w="11855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4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9" name="Google Shape;31429;p32"/>
            <p:cNvSpPr/>
            <p:nvPr/>
          </p:nvSpPr>
          <p:spPr>
            <a:xfrm>
              <a:off x="3450750" y="2836750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1"/>
                    <a:pt x="5173" y="13371"/>
                  </a:cubicBezTo>
                  <a:cubicBezTo>
                    <a:pt x="3082" y="13371"/>
                    <a:pt x="1221" y="12400"/>
                    <a:pt x="1" y="10897"/>
                  </a:cubicBezTo>
                  <a:lnTo>
                    <a:pt x="1" y="11031"/>
                  </a:lnTo>
                  <a:cubicBezTo>
                    <a:pt x="1235" y="12508"/>
                    <a:pt x="3096" y="13452"/>
                    <a:pt x="5173" y="13452"/>
                  </a:cubicBezTo>
                  <a:cubicBezTo>
                    <a:pt x="8881" y="13452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0" name="Google Shape;31430;p32"/>
            <p:cNvSpPr/>
            <p:nvPr/>
          </p:nvSpPr>
          <p:spPr>
            <a:xfrm>
              <a:off x="3450750" y="2864725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931" y="10068"/>
                    <a:pt x="2860" y="11362"/>
                    <a:pt x="5099" y="11362"/>
                  </a:cubicBezTo>
                  <a:cubicBezTo>
                    <a:pt x="8234" y="11362"/>
                    <a:pt x="10776" y="8820"/>
                    <a:pt x="10776" y="5678"/>
                  </a:cubicBezTo>
                  <a:cubicBezTo>
                    <a:pt x="10776" y="2543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1" name="Google Shape;31431;p32"/>
            <p:cNvSpPr/>
            <p:nvPr/>
          </p:nvSpPr>
          <p:spPr>
            <a:xfrm>
              <a:off x="3450750" y="2863700"/>
              <a:ext cx="270600" cy="286100"/>
            </a:xfrm>
            <a:custGeom>
              <a:rect b="b" l="l" r="r" t="t"/>
              <a:pathLst>
                <a:path extrusionOk="0" h="11444" w="10824">
                  <a:moveTo>
                    <a:pt x="5099" y="1"/>
                  </a:moveTo>
                  <a:cubicBezTo>
                    <a:pt x="2880" y="1"/>
                    <a:pt x="952" y="1275"/>
                    <a:pt x="1" y="3130"/>
                  </a:cubicBezTo>
                  <a:lnTo>
                    <a:pt x="1" y="3318"/>
                  </a:lnTo>
                  <a:cubicBezTo>
                    <a:pt x="904" y="1410"/>
                    <a:pt x="2853" y="82"/>
                    <a:pt x="5099" y="82"/>
                  </a:cubicBezTo>
                  <a:cubicBezTo>
                    <a:pt x="8207" y="82"/>
                    <a:pt x="10736" y="2610"/>
                    <a:pt x="10736" y="5719"/>
                  </a:cubicBezTo>
                  <a:cubicBezTo>
                    <a:pt x="10736" y="8827"/>
                    <a:pt x="8207" y="11356"/>
                    <a:pt x="5099" y="11356"/>
                  </a:cubicBezTo>
                  <a:cubicBezTo>
                    <a:pt x="2853" y="11356"/>
                    <a:pt x="904" y="10034"/>
                    <a:pt x="1" y="8126"/>
                  </a:cubicBezTo>
                  <a:lnTo>
                    <a:pt x="1" y="8315"/>
                  </a:lnTo>
                  <a:cubicBezTo>
                    <a:pt x="952" y="10169"/>
                    <a:pt x="2880" y="11444"/>
                    <a:pt x="5099" y="11444"/>
                  </a:cubicBezTo>
                  <a:cubicBezTo>
                    <a:pt x="8254" y="11444"/>
                    <a:pt x="10823" y="8875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2" name="Google Shape;31432;p32"/>
            <p:cNvSpPr/>
            <p:nvPr/>
          </p:nvSpPr>
          <p:spPr>
            <a:xfrm>
              <a:off x="3461375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3" name="Google Shape;31433;p32"/>
            <p:cNvSpPr/>
            <p:nvPr/>
          </p:nvSpPr>
          <p:spPr>
            <a:xfrm>
              <a:off x="3460375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4" name="Google Shape;31434;p32"/>
            <p:cNvSpPr/>
            <p:nvPr/>
          </p:nvSpPr>
          <p:spPr>
            <a:xfrm>
              <a:off x="3490200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0" y="5469"/>
                    <a:pt x="7040" y="3520"/>
                  </a:cubicBezTo>
                  <a:cubicBezTo>
                    <a:pt x="7040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5" name="Google Shape;31435;p32"/>
            <p:cNvSpPr/>
            <p:nvPr/>
          </p:nvSpPr>
          <p:spPr>
            <a:xfrm>
              <a:off x="3489025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53" y="7047"/>
                    <a:pt x="88" y="5483"/>
                    <a:pt x="88" y="3561"/>
                  </a:cubicBezTo>
                  <a:cubicBezTo>
                    <a:pt x="88" y="1646"/>
                    <a:pt x="1653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605" y="1"/>
                    <a:pt x="1" y="1599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9"/>
                    <a:pt x="5536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6" name="Google Shape;31436;p32"/>
            <p:cNvSpPr/>
            <p:nvPr/>
          </p:nvSpPr>
          <p:spPr>
            <a:xfrm>
              <a:off x="351532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7" name="Google Shape;31437;p32"/>
            <p:cNvSpPr/>
            <p:nvPr/>
          </p:nvSpPr>
          <p:spPr>
            <a:xfrm>
              <a:off x="3514300" y="2942775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8" name="Google Shape;31438;p32"/>
            <p:cNvSpPr/>
            <p:nvPr/>
          </p:nvSpPr>
          <p:spPr>
            <a:xfrm>
              <a:off x="35441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9" name="Google Shape;31439;p32"/>
            <p:cNvSpPr/>
            <p:nvPr/>
          </p:nvSpPr>
          <p:spPr>
            <a:xfrm>
              <a:off x="3542975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0" name="Google Shape;31440;p32"/>
            <p:cNvSpPr/>
            <p:nvPr/>
          </p:nvSpPr>
          <p:spPr>
            <a:xfrm>
              <a:off x="3747100" y="2837750"/>
              <a:ext cx="334325" cy="334300"/>
            </a:xfrm>
            <a:custGeom>
              <a:rect b="b" l="l" r="r" t="t"/>
              <a:pathLst>
                <a:path extrusionOk="0" h="13372" w="13373">
                  <a:moveTo>
                    <a:pt x="6690" y="1"/>
                  </a:moveTo>
                  <a:cubicBezTo>
                    <a:pt x="2995" y="1"/>
                    <a:pt x="1" y="2994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1" name="Google Shape;31441;p32"/>
            <p:cNvSpPr/>
            <p:nvPr/>
          </p:nvSpPr>
          <p:spPr>
            <a:xfrm>
              <a:off x="374610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2" y="13371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2"/>
                    <a:pt x="6730" y="13452"/>
                  </a:cubicBezTo>
                  <a:cubicBezTo>
                    <a:pt x="10438" y="13452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2" name="Google Shape;31442;p32"/>
            <p:cNvSpPr/>
            <p:nvPr/>
          </p:nvSpPr>
          <p:spPr>
            <a:xfrm>
              <a:off x="3770550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3" name="Google Shape;31443;p32"/>
            <p:cNvSpPr/>
            <p:nvPr/>
          </p:nvSpPr>
          <p:spPr>
            <a:xfrm>
              <a:off x="3769525" y="2863700"/>
              <a:ext cx="285925" cy="286100"/>
            </a:xfrm>
            <a:custGeom>
              <a:rect b="b" l="l" r="r" t="t"/>
              <a:pathLst>
                <a:path extrusionOk="0" h="11444" w="11437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37" y="8875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4" name="Google Shape;31444;p32"/>
            <p:cNvSpPr/>
            <p:nvPr/>
          </p:nvSpPr>
          <p:spPr>
            <a:xfrm>
              <a:off x="379565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1" y="0"/>
                    <a:pt x="1" y="2097"/>
                    <a:pt x="1" y="4673"/>
                  </a:cubicBezTo>
                  <a:cubicBezTo>
                    <a:pt x="1" y="7255"/>
                    <a:pt x="2091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5" name="Google Shape;31445;p32"/>
            <p:cNvSpPr/>
            <p:nvPr/>
          </p:nvSpPr>
          <p:spPr>
            <a:xfrm>
              <a:off x="379465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0" y="2118"/>
                    <a:pt x="0" y="4714"/>
                  </a:cubicBezTo>
                  <a:cubicBezTo>
                    <a:pt x="0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6" name="Google Shape;31446;p32"/>
            <p:cNvSpPr/>
            <p:nvPr/>
          </p:nvSpPr>
          <p:spPr>
            <a:xfrm>
              <a:off x="3824475" y="2918675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0"/>
                  </a:moveTo>
                  <a:cubicBezTo>
                    <a:pt x="1572" y="0"/>
                    <a:pt x="1" y="1578"/>
                    <a:pt x="1" y="3520"/>
                  </a:cubicBezTo>
                  <a:cubicBezTo>
                    <a:pt x="1" y="5469"/>
                    <a:pt x="1572" y="7046"/>
                    <a:pt x="3521" y="7046"/>
                  </a:cubicBezTo>
                  <a:cubicBezTo>
                    <a:pt x="5463" y="7046"/>
                    <a:pt x="7040" y="5469"/>
                    <a:pt x="7040" y="3520"/>
                  </a:cubicBezTo>
                  <a:cubicBezTo>
                    <a:pt x="7040" y="1578"/>
                    <a:pt x="5463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7" name="Google Shape;31447;p32"/>
            <p:cNvSpPr/>
            <p:nvPr/>
          </p:nvSpPr>
          <p:spPr>
            <a:xfrm>
              <a:off x="3823300" y="29176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2"/>
                  </a:moveTo>
                  <a:cubicBezTo>
                    <a:pt x="5489" y="82"/>
                    <a:pt x="7047" y="1646"/>
                    <a:pt x="7047" y="3561"/>
                  </a:cubicBezTo>
                  <a:cubicBezTo>
                    <a:pt x="7047" y="5483"/>
                    <a:pt x="5489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8" name="Google Shape;31448;p32"/>
            <p:cNvSpPr/>
            <p:nvPr/>
          </p:nvSpPr>
          <p:spPr>
            <a:xfrm>
              <a:off x="384960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9" name="Google Shape;31449;p32"/>
            <p:cNvSpPr/>
            <p:nvPr/>
          </p:nvSpPr>
          <p:spPr>
            <a:xfrm>
              <a:off x="3848600" y="294277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0" name="Google Shape;31450;p32"/>
            <p:cNvSpPr/>
            <p:nvPr/>
          </p:nvSpPr>
          <p:spPr>
            <a:xfrm>
              <a:off x="387825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2"/>
                    <a:pt x="1370" y="2732"/>
                  </a:cubicBezTo>
                  <a:cubicBezTo>
                    <a:pt x="2125" y="2732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1" name="Google Shape;31451;p32"/>
            <p:cNvSpPr/>
            <p:nvPr/>
          </p:nvSpPr>
          <p:spPr>
            <a:xfrm>
              <a:off x="3877250" y="297160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2" name="Google Shape;31452;p32"/>
            <p:cNvSpPr/>
            <p:nvPr/>
          </p:nvSpPr>
          <p:spPr>
            <a:xfrm>
              <a:off x="408140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3" name="Google Shape;31453;p32"/>
            <p:cNvSpPr/>
            <p:nvPr/>
          </p:nvSpPr>
          <p:spPr>
            <a:xfrm>
              <a:off x="4080375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4" name="Google Shape;31454;p32"/>
            <p:cNvSpPr/>
            <p:nvPr/>
          </p:nvSpPr>
          <p:spPr>
            <a:xfrm>
              <a:off x="4104825" y="286472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20"/>
                    <a:pt x="2542" y="11362"/>
                    <a:pt x="5678" y="11362"/>
                  </a:cubicBezTo>
                  <a:cubicBezTo>
                    <a:pt x="8813" y="11362"/>
                    <a:pt x="11355" y="8820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5" name="Google Shape;31455;p32"/>
            <p:cNvSpPr/>
            <p:nvPr/>
          </p:nvSpPr>
          <p:spPr>
            <a:xfrm>
              <a:off x="4103650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80" y="11444"/>
                    <a:pt x="11443" y="8875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6" name="Google Shape;31456;p32"/>
            <p:cNvSpPr/>
            <p:nvPr/>
          </p:nvSpPr>
          <p:spPr>
            <a:xfrm>
              <a:off x="4129950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7" name="Google Shape;31457;p32"/>
            <p:cNvSpPr/>
            <p:nvPr/>
          </p:nvSpPr>
          <p:spPr>
            <a:xfrm>
              <a:off x="4128925" y="28888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5"/>
                    <a:pt x="9339" y="4714"/>
                  </a:cubicBezTo>
                  <a:cubicBezTo>
                    <a:pt x="9339" y="7270"/>
                    <a:pt x="7263" y="9346"/>
                    <a:pt x="4714" y="9346"/>
                  </a:cubicBezTo>
                  <a:cubicBezTo>
                    <a:pt x="2158" y="9346"/>
                    <a:pt x="81" y="727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34"/>
                    <a:pt x="4714" y="9434"/>
                  </a:cubicBezTo>
                  <a:cubicBezTo>
                    <a:pt x="7310" y="9434"/>
                    <a:pt x="9427" y="7317"/>
                    <a:pt x="9427" y="4714"/>
                  </a:cubicBezTo>
                  <a:cubicBezTo>
                    <a:pt x="9427" y="2118"/>
                    <a:pt x="7310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8" name="Google Shape;31458;p32"/>
            <p:cNvSpPr/>
            <p:nvPr/>
          </p:nvSpPr>
          <p:spPr>
            <a:xfrm>
              <a:off x="415860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9" name="Google Shape;31459;p32"/>
            <p:cNvSpPr/>
            <p:nvPr/>
          </p:nvSpPr>
          <p:spPr>
            <a:xfrm>
              <a:off x="4157575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8" y="5483"/>
                    <a:pt x="88" y="3561"/>
                  </a:cubicBezTo>
                  <a:cubicBezTo>
                    <a:pt x="88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0" name="Google Shape;31460;p32"/>
            <p:cNvSpPr/>
            <p:nvPr/>
          </p:nvSpPr>
          <p:spPr>
            <a:xfrm>
              <a:off x="4183875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1" name="Google Shape;31461;p32"/>
            <p:cNvSpPr/>
            <p:nvPr/>
          </p:nvSpPr>
          <p:spPr>
            <a:xfrm>
              <a:off x="418270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2" name="Google Shape;31462;p32"/>
            <p:cNvSpPr/>
            <p:nvPr/>
          </p:nvSpPr>
          <p:spPr>
            <a:xfrm>
              <a:off x="4212550" y="29726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3" name="Google Shape;31463;p32"/>
            <p:cNvSpPr/>
            <p:nvPr/>
          </p:nvSpPr>
          <p:spPr>
            <a:xfrm>
              <a:off x="4211525" y="297160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4" name="Google Shape;31464;p32"/>
            <p:cNvSpPr/>
            <p:nvPr/>
          </p:nvSpPr>
          <p:spPr>
            <a:xfrm>
              <a:off x="4415675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2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5" name="Google Shape;31465;p32"/>
            <p:cNvSpPr/>
            <p:nvPr/>
          </p:nvSpPr>
          <p:spPr>
            <a:xfrm>
              <a:off x="4414650" y="283675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1"/>
                    <a:pt x="6723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3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6" name="Google Shape;31466;p32"/>
            <p:cNvSpPr/>
            <p:nvPr/>
          </p:nvSpPr>
          <p:spPr>
            <a:xfrm>
              <a:off x="4438925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0"/>
                  </a:moveTo>
                  <a:cubicBezTo>
                    <a:pt x="2550" y="0"/>
                    <a:pt x="1" y="2543"/>
                    <a:pt x="1" y="5678"/>
                  </a:cubicBezTo>
                  <a:cubicBezTo>
                    <a:pt x="1" y="8820"/>
                    <a:pt x="2550" y="11362"/>
                    <a:pt x="5685" y="11362"/>
                  </a:cubicBezTo>
                  <a:cubicBezTo>
                    <a:pt x="8820" y="11362"/>
                    <a:pt x="11362" y="8820"/>
                    <a:pt x="11362" y="5678"/>
                  </a:cubicBezTo>
                  <a:cubicBezTo>
                    <a:pt x="11362" y="2543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7" name="Google Shape;31467;p32"/>
            <p:cNvSpPr/>
            <p:nvPr/>
          </p:nvSpPr>
          <p:spPr>
            <a:xfrm>
              <a:off x="4437925" y="2863700"/>
              <a:ext cx="286075" cy="286100"/>
            </a:xfrm>
            <a:custGeom>
              <a:rect b="b" l="l" r="r" t="t"/>
              <a:pathLst>
                <a:path extrusionOk="0" h="11444" w="11443">
                  <a:moveTo>
                    <a:pt x="5725" y="82"/>
                  </a:moveTo>
                  <a:cubicBezTo>
                    <a:pt x="8833" y="82"/>
                    <a:pt x="11362" y="2610"/>
                    <a:pt x="11362" y="5719"/>
                  </a:cubicBezTo>
                  <a:cubicBezTo>
                    <a:pt x="11362" y="8827"/>
                    <a:pt x="8833" y="11356"/>
                    <a:pt x="5725" y="11356"/>
                  </a:cubicBezTo>
                  <a:cubicBezTo>
                    <a:pt x="2616" y="11356"/>
                    <a:pt x="88" y="8827"/>
                    <a:pt x="88" y="5719"/>
                  </a:cubicBezTo>
                  <a:cubicBezTo>
                    <a:pt x="88" y="2610"/>
                    <a:pt x="2616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8" name="Google Shape;31468;p32"/>
            <p:cNvSpPr/>
            <p:nvPr/>
          </p:nvSpPr>
          <p:spPr>
            <a:xfrm>
              <a:off x="4464225" y="2889850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9" name="Google Shape;31469;p32"/>
            <p:cNvSpPr/>
            <p:nvPr/>
          </p:nvSpPr>
          <p:spPr>
            <a:xfrm>
              <a:off x="4463025" y="28888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5"/>
                    <a:pt x="9347" y="4714"/>
                  </a:cubicBezTo>
                  <a:cubicBezTo>
                    <a:pt x="9347" y="7270"/>
                    <a:pt x="7270" y="9346"/>
                    <a:pt x="4721" y="9346"/>
                  </a:cubicBezTo>
                  <a:cubicBezTo>
                    <a:pt x="2165" y="9346"/>
                    <a:pt x="89" y="727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lose/>
                  <a:moveTo>
                    <a:pt x="4721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34"/>
                    <a:pt x="4721" y="9434"/>
                  </a:cubicBezTo>
                  <a:cubicBezTo>
                    <a:pt x="7317" y="9434"/>
                    <a:pt x="9434" y="7317"/>
                    <a:pt x="9434" y="4714"/>
                  </a:cubicBezTo>
                  <a:cubicBezTo>
                    <a:pt x="9434" y="2118"/>
                    <a:pt x="7317" y="1"/>
                    <a:pt x="472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0" name="Google Shape;31470;p32"/>
            <p:cNvSpPr/>
            <p:nvPr/>
          </p:nvSpPr>
          <p:spPr>
            <a:xfrm>
              <a:off x="4492875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1" name="Google Shape;31471;p32"/>
            <p:cNvSpPr/>
            <p:nvPr/>
          </p:nvSpPr>
          <p:spPr>
            <a:xfrm>
              <a:off x="4491850" y="29176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2"/>
                  </a:moveTo>
                  <a:cubicBezTo>
                    <a:pt x="5483" y="82"/>
                    <a:pt x="7047" y="1646"/>
                    <a:pt x="7047" y="3561"/>
                  </a:cubicBezTo>
                  <a:cubicBezTo>
                    <a:pt x="7047" y="5483"/>
                    <a:pt x="5483" y="7047"/>
                    <a:pt x="3568" y="7047"/>
                  </a:cubicBezTo>
                  <a:cubicBezTo>
                    <a:pt x="1646" y="7047"/>
                    <a:pt x="89" y="5483"/>
                    <a:pt x="89" y="3561"/>
                  </a:cubicBezTo>
                  <a:cubicBezTo>
                    <a:pt x="89" y="1646"/>
                    <a:pt x="1646" y="82"/>
                    <a:pt x="3568" y="82"/>
                  </a:cubicBezTo>
                  <a:close/>
                  <a:moveTo>
                    <a:pt x="3568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2" name="Google Shape;31472;p32"/>
            <p:cNvSpPr/>
            <p:nvPr/>
          </p:nvSpPr>
          <p:spPr>
            <a:xfrm>
              <a:off x="4518150" y="2943775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3" name="Google Shape;31473;p32"/>
            <p:cNvSpPr/>
            <p:nvPr/>
          </p:nvSpPr>
          <p:spPr>
            <a:xfrm>
              <a:off x="451697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4" name="Google Shape;31474;p32"/>
            <p:cNvSpPr/>
            <p:nvPr/>
          </p:nvSpPr>
          <p:spPr>
            <a:xfrm>
              <a:off x="454682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7" y="2732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5" name="Google Shape;31475;p32"/>
            <p:cNvSpPr/>
            <p:nvPr/>
          </p:nvSpPr>
          <p:spPr>
            <a:xfrm>
              <a:off x="454580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6" name="Google Shape;31476;p32"/>
            <p:cNvSpPr/>
            <p:nvPr/>
          </p:nvSpPr>
          <p:spPr>
            <a:xfrm>
              <a:off x="4749950" y="2837750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7" name="Google Shape;31477;p32"/>
            <p:cNvSpPr/>
            <p:nvPr/>
          </p:nvSpPr>
          <p:spPr>
            <a:xfrm>
              <a:off x="4748775" y="2836750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8" name="Google Shape;31478;p32"/>
            <p:cNvSpPr/>
            <p:nvPr/>
          </p:nvSpPr>
          <p:spPr>
            <a:xfrm>
              <a:off x="4773200" y="286472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8" y="11362"/>
                  </a:cubicBezTo>
                  <a:cubicBezTo>
                    <a:pt x="8821" y="11362"/>
                    <a:pt x="11363" y="8820"/>
                    <a:pt x="11363" y="5678"/>
                  </a:cubicBezTo>
                  <a:cubicBezTo>
                    <a:pt x="11363" y="2543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9" name="Google Shape;31479;p32"/>
            <p:cNvSpPr/>
            <p:nvPr/>
          </p:nvSpPr>
          <p:spPr>
            <a:xfrm>
              <a:off x="4772200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8" y="82"/>
                  </a:moveTo>
                  <a:cubicBezTo>
                    <a:pt x="8827" y="82"/>
                    <a:pt x="11355" y="2610"/>
                    <a:pt x="11355" y="5719"/>
                  </a:cubicBezTo>
                  <a:cubicBezTo>
                    <a:pt x="11355" y="8827"/>
                    <a:pt x="8827" y="11356"/>
                    <a:pt x="5718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8875"/>
                    <a:pt x="2569" y="11444"/>
                    <a:pt x="5718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0" name="Google Shape;31480;p32"/>
            <p:cNvSpPr/>
            <p:nvPr/>
          </p:nvSpPr>
          <p:spPr>
            <a:xfrm>
              <a:off x="4798500" y="2889850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6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6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1" name="Google Shape;31481;p32"/>
            <p:cNvSpPr/>
            <p:nvPr/>
          </p:nvSpPr>
          <p:spPr>
            <a:xfrm>
              <a:off x="4797325" y="28888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3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lose/>
                  <a:moveTo>
                    <a:pt x="4713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3" y="9434"/>
                  </a:cubicBezTo>
                  <a:cubicBezTo>
                    <a:pt x="7316" y="9434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1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2" name="Google Shape;31482;p32"/>
            <p:cNvSpPr/>
            <p:nvPr/>
          </p:nvSpPr>
          <p:spPr>
            <a:xfrm>
              <a:off x="4827150" y="291867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0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3" name="Google Shape;31483;p32"/>
            <p:cNvSpPr/>
            <p:nvPr/>
          </p:nvSpPr>
          <p:spPr>
            <a:xfrm>
              <a:off x="4826150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7"/>
                    <a:pt x="3560" y="7047"/>
                  </a:cubicBezTo>
                  <a:cubicBezTo>
                    <a:pt x="1645" y="7047"/>
                    <a:pt x="81" y="5483"/>
                    <a:pt x="81" y="3561"/>
                  </a:cubicBezTo>
                  <a:cubicBezTo>
                    <a:pt x="81" y="1646"/>
                    <a:pt x="1645" y="82"/>
                    <a:pt x="3560" y="82"/>
                  </a:cubicBezTo>
                  <a:close/>
                  <a:moveTo>
                    <a:pt x="3560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4" name="Google Shape;31484;p32"/>
            <p:cNvSpPr/>
            <p:nvPr/>
          </p:nvSpPr>
          <p:spPr>
            <a:xfrm>
              <a:off x="4852275" y="2943775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5" name="Google Shape;31485;p32"/>
            <p:cNvSpPr/>
            <p:nvPr/>
          </p:nvSpPr>
          <p:spPr>
            <a:xfrm>
              <a:off x="4851250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6" name="Google Shape;31486;p32"/>
            <p:cNvSpPr/>
            <p:nvPr/>
          </p:nvSpPr>
          <p:spPr>
            <a:xfrm>
              <a:off x="4881100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2"/>
                    <a:pt x="1362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7" name="Google Shape;31487;p32"/>
            <p:cNvSpPr/>
            <p:nvPr/>
          </p:nvSpPr>
          <p:spPr>
            <a:xfrm>
              <a:off x="4880075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8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8" name="Google Shape;31488;p32"/>
            <p:cNvSpPr/>
            <p:nvPr/>
          </p:nvSpPr>
          <p:spPr>
            <a:xfrm>
              <a:off x="5084225" y="2837750"/>
              <a:ext cx="334125" cy="334300"/>
            </a:xfrm>
            <a:custGeom>
              <a:rect b="b" l="l" r="r" t="t"/>
              <a:pathLst>
                <a:path extrusionOk="0" h="13372" w="13365">
                  <a:moveTo>
                    <a:pt x="6683" y="1"/>
                  </a:moveTo>
                  <a:cubicBezTo>
                    <a:pt x="2988" y="1"/>
                    <a:pt x="0" y="2994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9" name="Google Shape;31489;p32"/>
            <p:cNvSpPr/>
            <p:nvPr/>
          </p:nvSpPr>
          <p:spPr>
            <a:xfrm>
              <a:off x="5083050" y="283675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0" name="Google Shape;31490;p32"/>
            <p:cNvSpPr/>
            <p:nvPr/>
          </p:nvSpPr>
          <p:spPr>
            <a:xfrm>
              <a:off x="5107475" y="2864725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20"/>
                    <a:pt x="2543" y="11362"/>
                    <a:pt x="5679" y="11362"/>
                  </a:cubicBezTo>
                  <a:cubicBezTo>
                    <a:pt x="8814" y="11362"/>
                    <a:pt x="11356" y="8820"/>
                    <a:pt x="11356" y="5678"/>
                  </a:cubicBezTo>
                  <a:cubicBezTo>
                    <a:pt x="11356" y="2543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1" name="Google Shape;31491;p32"/>
            <p:cNvSpPr/>
            <p:nvPr/>
          </p:nvSpPr>
          <p:spPr>
            <a:xfrm>
              <a:off x="5106475" y="2863700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2" name="Google Shape;31492;p32"/>
            <p:cNvSpPr/>
            <p:nvPr/>
          </p:nvSpPr>
          <p:spPr>
            <a:xfrm>
              <a:off x="5132600" y="2889850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3" name="Google Shape;31493;p32"/>
            <p:cNvSpPr/>
            <p:nvPr/>
          </p:nvSpPr>
          <p:spPr>
            <a:xfrm>
              <a:off x="5131600" y="28888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70"/>
                    <a:pt x="7269" y="9346"/>
                    <a:pt x="4714" y="9346"/>
                  </a:cubicBezTo>
                  <a:cubicBezTo>
                    <a:pt x="2165" y="9346"/>
                    <a:pt x="88" y="727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34"/>
                    <a:pt x="4714" y="9434"/>
                  </a:cubicBezTo>
                  <a:cubicBezTo>
                    <a:pt x="7316" y="9434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4" name="Google Shape;31494;p32"/>
            <p:cNvSpPr/>
            <p:nvPr/>
          </p:nvSpPr>
          <p:spPr>
            <a:xfrm>
              <a:off x="5161425" y="291867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5" name="Google Shape;31495;p32"/>
            <p:cNvSpPr/>
            <p:nvPr/>
          </p:nvSpPr>
          <p:spPr>
            <a:xfrm>
              <a:off x="5160425" y="29176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7"/>
                    <a:pt x="3561" y="7047"/>
                  </a:cubicBezTo>
                  <a:cubicBezTo>
                    <a:pt x="1646" y="7047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6" name="Google Shape;31496;p32"/>
            <p:cNvSpPr/>
            <p:nvPr/>
          </p:nvSpPr>
          <p:spPr>
            <a:xfrm>
              <a:off x="5186550" y="2943775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7" name="Google Shape;31497;p32"/>
            <p:cNvSpPr/>
            <p:nvPr/>
          </p:nvSpPr>
          <p:spPr>
            <a:xfrm>
              <a:off x="5185525" y="294277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7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8" name="Google Shape;31498;p32"/>
            <p:cNvSpPr/>
            <p:nvPr/>
          </p:nvSpPr>
          <p:spPr>
            <a:xfrm>
              <a:off x="5215375" y="29726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9" name="Google Shape;31499;p32"/>
            <p:cNvSpPr/>
            <p:nvPr/>
          </p:nvSpPr>
          <p:spPr>
            <a:xfrm>
              <a:off x="5214350" y="297160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8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0" name="Google Shape;31500;p32"/>
            <p:cNvSpPr/>
            <p:nvPr/>
          </p:nvSpPr>
          <p:spPr>
            <a:xfrm>
              <a:off x="358157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1" name="Google Shape;31501;p32"/>
            <p:cNvSpPr/>
            <p:nvPr/>
          </p:nvSpPr>
          <p:spPr>
            <a:xfrm>
              <a:off x="358055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1"/>
                  </a:moveTo>
                  <a:cubicBezTo>
                    <a:pt x="10392" y="81"/>
                    <a:pt x="13365" y="3061"/>
                    <a:pt x="13365" y="6730"/>
                  </a:cubicBezTo>
                  <a:cubicBezTo>
                    <a:pt x="13365" y="10391"/>
                    <a:pt x="1039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10432" y="13452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2" name="Google Shape;31502;p32"/>
            <p:cNvSpPr/>
            <p:nvPr/>
          </p:nvSpPr>
          <p:spPr>
            <a:xfrm>
              <a:off x="3604825" y="2959800"/>
              <a:ext cx="284075" cy="283900"/>
            </a:xfrm>
            <a:custGeom>
              <a:rect b="b" l="l" r="r" t="t"/>
              <a:pathLst>
                <a:path extrusionOk="0" h="11356" w="11363">
                  <a:moveTo>
                    <a:pt x="5685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85" y="11355"/>
                  </a:cubicBezTo>
                  <a:cubicBezTo>
                    <a:pt x="8821" y="11355"/>
                    <a:pt x="11363" y="8813"/>
                    <a:pt x="11363" y="5678"/>
                  </a:cubicBezTo>
                  <a:cubicBezTo>
                    <a:pt x="11363" y="2543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3" name="Google Shape;31503;p32"/>
            <p:cNvSpPr/>
            <p:nvPr/>
          </p:nvSpPr>
          <p:spPr>
            <a:xfrm>
              <a:off x="360382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25" y="82"/>
                  </a:move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8827"/>
                    <a:pt x="8834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lose/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4" name="Google Shape;31504;p32"/>
            <p:cNvSpPr/>
            <p:nvPr/>
          </p:nvSpPr>
          <p:spPr>
            <a:xfrm>
              <a:off x="363012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7249" y="9346"/>
                    <a:pt x="9346" y="7255"/>
                    <a:pt x="9346" y="4673"/>
                  </a:cubicBezTo>
                  <a:cubicBezTo>
                    <a:pt x="9346" y="2097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5" name="Google Shape;31505;p32"/>
            <p:cNvSpPr/>
            <p:nvPr/>
          </p:nvSpPr>
          <p:spPr>
            <a:xfrm>
              <a:off x="3628950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20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lose/>
                  <a:moveTo>
                    <a:pt x="4720" y="1"/>
                  </a:moveTo>
                  <a:cubicBezTo>
                    <a:pt x="2117" y="1"/>
                    <a:pt x="0" y="2118"/>
                    <a:pt x="0" y="4714"/>
                  </a:cubicBezTo>
                  <a:cubicBezTo>
                    <a:pt x="0" y="7317"/>
                    <a:pt x="2117" y="9427"/>
                    <a:pt x="4720" y="9427"/>
                  </a:cubicBezTo>
                  <a:cubicBezTo>
                    <a:pt x="7316" y="9427"/>
                    <a:pt x="9433" y="7317"/>
                    <a:pt x="9433" y="4714"/>
                  </a:cubicBezTo>
                  <a:cubicBezTo>
                    <a:pt x="9433" y="2118"/>
                    <a:pt x="7316" y="1"/>
                    <a:pt x="472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6" name="Google Shape;31506;p32"/>
            <p:cNvSpPr/>
            <p:nvPr/>
          </p:nvSpPr>
          <p:spPr>
            <a:xfrm>
              <a:off x="365877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7" name="Google Shape;31507;p32"/>
            <p:cNvSpPr/>
            <p:nvPr/>
          </p:nvSpPr>
          <p:spPr>
            <a:xfrm>
              <a:off x="365777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8" name="Google Shape;31508;p32"/>
            <p:cNvSpPr/>
            <p:nvPr/>
          </p:nvSpPr>
          <p:spPr>
            <a:xfrm>
              <a:off x="3683900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3905"/>
                    <a:pt x="1133" y="5031"/>
                    <a:pt x="2522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9" name="Google Shape;31509;p32"/>
            <p:cNvSpPr/>
            <p:nvPr/>
          </p:nvSpPr>
          <p:spPr>
            <a:xfrm>
              <a:off x="368287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7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0" name="Google Shape;31510;p32"/>
            <p:cNvSpPr/>
            <p:nvPr/>
          </p:nvSpPr>
          <p:spPr>
            <a:xfrm>
              <a:off x="371272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1" name="Google Shape;31511;p32"/>
            <p:cNvSpPr/>
            <p:nvPr/>
          </p:nvSpPr>
          <p:spPr>
            <a:xfrm>
              <a:off x="3711700" y="30666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5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8"/>
                    <a:pt x="1" y="1403"/>
                  </a:cubicBezTo>
                  <a:cubicBezTo>
                    <a:pt x="1" y="2178"/>
                    <a:pt x="628" y="2812"/>
                    <a:pt x="1410" y="2812"/>
                  </a:cubicBezTo>
                  <a:cubicBezTo>
                    <a:pt x="2186" y="2812"/>
                    <a:pt x="2813" y="2178"/>
                    <a:pt x="2813" y="1403"/>
                  </a:cubicBezTo>
                  <a:cubicBezTo>
                    <a:pt x="2813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2" name="Google Shape;31512;p32"/>
            <p:cNvSpPr/>
            <p:nvPr/>
          </p:nvSpPr>
          <p:spPr>
            <a:xfrm>
              <a:off x="39158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3" y="1"/>
                  </a:moveTo>
                  <a:cubicBezTo>
                    <a:pt x="2994" y="1"/>
                    <a:pt x="1" y="2994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3" name="Google Shape;31513;p32"/>
            <p:cNvSpPr/>
            <p:nvPr/>
          </p:nvSpPr>
          <p:spPr>
            <a:xfrm>
              <a:off x="3914675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1" y="3061"/>
                    <a:pt x="13371" y="6730"/>
                  </a:cubicBezTo>
                  <a:cubicBezTo>
                    <a:pt x="13371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4" name="Google Shape;31514;p32"/>
            <p:cNvSpPr/>
            <p:nvPr/>
          </p:nvSpPr>
          <p:spPr>
            <a:xfrm>
              <a:off x="3939125" y="2959800"/>
              <a:ext cx="284050" cy="283900"/>
            </a:xfrm>
            <a:custGeom>
              <a:rect b="b" l="l" r="r" t="t"/>
              <a:pathLst>
                <a:path extrusionOk="0" h="11356" w="11362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20" y="11355"/>
                    <a:pt x="11362" y="8813"/>
                    <a:pt x="11362" y="5678"/>
                  </a:cubicBezTo>
                  <a:cubicBezTo>
                    <a:pt x="11362" y="2543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5" name="Google Shape;31515;p32"/>
            <p:cNvSpPr/>
            <p:nvPr/>
          </p:nvSpPr>
          <p:spPr>
            <a:xfrm>
              <a:off x="393810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70" y="1"/>
                    <a:pt x="1" y="2563"/>
                    <a:pt x="1" y="5719"/>
                  </a:cubicBezTo>
                  <a:cubicBezTo>
                    <a:pt x="1" y="8875"/>
                    <a:pt x="2570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6" name="Google Shape;31516;p32"/>
            <p:cNvSpPr/>
            <p:nvPr/>
          </p:nvSpPr>
          <p:spPr>
            <a:xfrm>
              <a:off x="3964400" y="2984925"/>
              <a:ext cx="233500" cy="233650"/>
            </a:xfrm>
            <a:custGeom>
              <a:rect b="b" l="l" r="r" t="t"/>
              <a:pathLst>
                <a:path extrusionOk="0" h="9346" w="9340">
                  <a:moveTo>
                    <a:pt x="4667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67" y="9346"/>
                  </a:cubicBezTo>
                  <a:cubicBezTo>
                    <a:pt x="7249" y="9346"/>
                    <a:pt x="9339" y="7255"/>
                    <a:pt x="9339" y="4673"/>
                  </a:cubicBezTo>
                  <a:cubicBezTo>
                    <a:pt x="9339" y="2097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7" name="Google Shape;31517;p32"/>
            <p:cNvSpPr/>
            <p:nvPr/>
          </p:nvSpPr>
          <p:spPr>
            <a:xfrm>
              <a:off x="3963225" y="2983900"/>
              <a:ext cx="235850" cy="235700"/>
            </a:xfrm>
            <a:custGeom>
              <a:rect b="b" l="l" r="r" t="t"/>
              <a:pathLst>
                <a:path extrusionOk="0" h="9428" w="9434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34" y="7317"/>
                    <a:pt x="9434" y="4714"/>
                  </a:cubicBezTo>
                  <a:cubicBezTo>
                    <a:pt x="9434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8" name="Google Shape;31518;p32"/>
            <p:cNvSpPr/>
            <p:nvPr/>
          </p:nvSpPr>
          <p:spPr>
            <a:xfrm>
              <a:off x="3993050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9" name="Google Shape;31519;p32"/>
            <p:cNvSpPr/>
            <p:nvPr/>
          </p:nvSpPr>
          <p:spPr>
            <a:xfrm>
              <a:off x="399205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7" y="1646"/>
                    <a:pt x="7047" y="3561"/>
                  </a:cubicBezTo>
                  <a:cubicBezTo>
                    <a:pt x="7047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8" y="5530"/>
                    <a:pt x="7128" y="3561"/>
                  </a:cubicBezTo>
                  <a:cubicBezTo>
                    <a:pt x="7128" y="1599"/>
                    <a:pt x="5529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0" name="Google Shape;31520;p32"/>
            <p:cNvSpPr/>
            <p:nvPr/>
          </p:nvSpPr>
          <p:spPr>
            <a:xfrm>
              <a:off x="4018175" y="3038850"/>
              <a:ext cx="125950" cy="125800"/>
            </a:xfrm>
            <a:custGeom>
              <a:rect b="b" l="l" r="r" t="t"/>
              <a:pathLst>
                <a:path extrusionOk="0" h="5032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05"/>
                    <a:pt x="1127" y="5031"/>
                    <a:pt x="2516" y="5031"/>
                  </a:cubicBezTo>
                  <a:cubicBezTo>
                    <a:pt x="3911" y="5031"/>
                    <a:pt x="5037" y="3905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1" name="Google Shape;31521;p32"/>
            <p:cNvSpPr/>
            <p:nvPr/>
          </p:nvSpPr>
          <p:spPr>
            <a:xfrm>
              <a:off x="4017175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4" y="81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7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2" name="Google Shape;31522;p32"/>
            <p:cNvSpPr/>
            <p:nvPr/>
          </p:nvSpPr>
          <p:spPr>
            <a:xfrm>
              <a:off x="404700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14" y="1"/>
                    <a:pt x="1" y="608"/>
                    <a:pt x="1" y="1363"/>
                  </a:cubicBezTo>
                  <a:cubicBezTo>
                    <a:pt x="1" y="2118"/>
                    <a:pt x="614" y="2732"/>
                    <a:pt x="1363" y="2732"/>
                  </a:cubicBezTo>
                  <a:cubicBezTo>
                    <a:pt x="2118" y="2732"/>
                    <a:pt x="2731" y="2118"/>
                    <a:pt x="2731" y="1363"/>
                  </a:cubicBezTo>
                  <a:cubicBezTo>
                    <a:pt x="2731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3" name="Google Shape;31523;p32"/>
            <p:cNvSpPr/>
            <p:nvPr/>
          </p:nvSpPr>
          <p:spPr>
            <a:xfrm>
              <a:off x="4046000" y="3066675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03" y="2731"/>
                  </a:cubicBezTo>
                  <a:cubicBezTo>
                    <a:pt x="674" y="2731"/>
                    <a:pt x="81" y="2138"/>
                    <a:pt x="81" y="1403"/>
                  </a:cubicBezTo>
                  <a:cubicBezTo>
                    <a:pt x="81" y="675"/>
                    <a:pt x="674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7" y="0"/>
                    <a:pt x="0" y="628"/>
                    <a:pt x="0" y="1403"/>
                  </a:cubicBezTo>
                  <a:cubicBezTo>
                    <a:pt x="0" y="2178"/>
                    <a:pt x="627" y="2812"/>
                    <a:pt x="1403" y="2812"/>
                  </a:cubicBezTo>
                  <a:cubicBezTo>
                    <a:pt x="2185" y="2812"/>
                    <a:pt x="2812" y="2178"/>
                    <a:pt x="2812" y="1403"/>
                  </a:cubicBezTo>
                  <a:cubicBezTo>
                    <a:pt x="2812" y="628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4" name="Google Shape;31524;p32"/>
            <p:cNvSpPr/>
            <p:nvPr/>
          </p:nvSpPr>
          <p:spPr>
            <a:xfrm>
              <a:off x="4250125" y="2932825"/>
              <a:ext cx="334150" cy="334300"/>
            </a:xfrm>
            <a:custGeom>
              <a:rect b="b" l="l" r="r" t="t"/>
              <a:pathLst>
                <a:path extrusionOk="0" h="13372" w="13366">
                  <a:moveTo>
                    <a:pt x="6683" y="1"/>
                  </a:moveTo>
                  <a:cubicBezTo>
                    <a:pt x="2988" y="1"/>
                    <a:pt x="1" y="2994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4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5" name="Google Shape;31525;p32"/>
            <p:cNvSpPr/>
            <p:nvPr/>
          </p:nvSpPr>
          <p:spPr>
            <a:xfrm>
              <a:off x="4248950" y="29318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8" y="13371"/>
                    <a:pt x="88" y="10391"/>
                    <a:pt x="88" y="6730"/>
                  </a:cubicBezTo>
                  <a:cubicBezTo>
                    <a:pt x="88" y="3061"/>
                    <a:pt x="3068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2"/>
                    <a:pt x="6730" y="13452"/>
                  </a:cubicBezTo>
                  <a:cubicBezTo>
                    <a:pt x="10438" y="13452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6" name="Google Shape;31526;p32"/>
            <p:cNvSpPr/>
            <p:nvPr/>
          </p:nvSpPr>
          <p:spPr>
            <a:xfrm>
              <a:off x="427340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7" name="Google Shape;31527;p32"/>
            <p:cNvSpPr/>
            <p:nvPr/>
          </p:nvSpPr>
          <p:spPr>
            <a:xfrm>
              <a:off x="4272375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4" y="11444"/>
                    <a:pt x="11443" y="8875"/>
                    <a:pt x="11443" y="5719"/>
                  </a:cubicBezTo>
                  <a:cubicBezTo>
                    <a:pt x="11443" y="2563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8" name="Google Shape;31528;p32"/>
            <p:cNvSpPr/>
            <p:nvPr/>
          </p:nvSpPr>
          <p:spPr>
            <a:xfrm>
              <a:off x="4298500" y="2984925"/>
              <a:ext cx="233675" cy="233650"/>
            </a:xfrm>
            <a:custGeom>
              <a:rect b="b" l="l" r="r" t="t"/>
              <a:pathLst>
                <a:path extrusionOk="0" h="9346" w="9347">
                  <a:moveTo>
                    <a:pt x="4674" y="0"/>
                  </a:moveTo>
                  <a:cubicBezTo>
                    <a:pt x="2098" y="0"/>
                    <a:pt x="1" y="2097"/>
                    <a:pt x="1" y="4673"/>
                  </a:cubicBezTo>
                  <a:cubicBezTo>
                    <a:pt x="1" y="7255"/>
                    <a:pt x="2098" y="9346"/>
                    <a:pt x="4674" y="9346"/>
                  </a:cubicBezTo>
                  <a:cubicBezTo>
                    <a:pt x="7256" y="9346"/>
                    <a:pt x="9347" y="7255"/>
                    <a:pt x="9347" y="4673"/>
                  </a:cubicBezTo>
                  <a:cubicBezTo>
                    <a:pt x="9347" y="2097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9" name="Google Shape;31529;p32"/>
            <p:cNvSpPr/>
            <p:nvPr/>
          </p:nvSpPr>
          <p:spPr>
            <a:xfrm>
              <a:off x="4297500" y="2983900"/>
              <a:ext cx="235675" cy="235700"/>
            </a:xfrm>
            <a:custGeom>
              <a:rect b="b" l="l" r="r" t="t"/>
              <a:pathLst>
                <a:path extrusionOk="0" h="9428" w="9427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0" y="2118"/>
                    <a:pt x="0" y="4714"/>
                  </a:cubicBezTo>
                  <a:cubicBezTo>
                    <a:pt x="0" y="7317"/>
                    <a:pt x="2118" y="9427"/>
                    <a:pt x="4714" y="9427"/>
                  </a:cubicBezTo>
                  <a:cubicBezTo>
                    <a:pt x="7316" y="9427"/>
                    <a:pt x="9427" y="7317"/>
                    <a:pt x="9427" y="4714"/>
                  </a:cubicBezTo>
                  <a:cubicBezTo>
                    <a:pt x="9427" y="2118"/>
                    <a:pt x="731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0" name="Google Shape;31530;p32"/>
            <p:cNvSpPr/>
            <p:nvPr/>
          </p:nvSpPr>
          <p:spPr>
            <a:xfrm>
              <a:off x="4327325" y="30137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0"/>
                  </a:moveTo>
                  <a:cubicBezTo>
                    <a:pt x="1579" y="0"/>
                    <a:pt x="1" y="1578"/>
                    <a:pt x="1" y="3520"/>
                  </a:cubicBezTo>
                  <a:cubicBezTo>
                    <a:pt x="1" y="5469"/>
                    <a:pt x="1579" y="7046"/>
                    <a:pt x="3521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1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1" name="Google Shape;31531;p32"/>
            <p:cNvSpPr/>
            <p:nvPr/>
          </p:nvSpPr>
          <p:spPr>
            <a:xfrm>
              <a:off x="4326325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2" y="82"/>
                    <a:pt x="7040" y="1646"/>
                    <a:pt x="7040" y="3561"/>
                  </a:cubicBezTo>
                  <a:cubicBezTo>
                    <a:pt x="7040" y="5483"/>
                    <a:pt x="5482" y="7040"/>
                    <a:pt x="3561" y="7040"/>
                  </a:cubicBezTo>
                  <a:cubicBezTo>
                    <a:pt x="1646" y="7040"/>
                    <a:pt x="81" y="5483"/>
                    <a:pt x="81" y="3561"/>
                  </a:cubicBezTo>
                  <a:cubicBezTo>
                    <a:pt x="81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0" y="1599"/>
                    <a:pt x="0" y="3561"/>
                  </a:cubicBezTo>
                  <a:cubicBezTo>
                    <a:pt x="0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2" name="Google Shape;31532;p32"/>
            <p:cNvSpPr/>
            <p:nvPr/>
          </p:nvSpPr>
          <p:spPr>
            <a:xfrm>
              <a:off x="435245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3" name="Google Shape;31533;p32"/>
            <p:cNvSpPr/>
            <p:nvPr/>
          </p:nvSpPr>
          <p:spPr>
            <a:xfrm>
              <a:off x="4351450" y="3037850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1"/>
                  </a:moveTo>
                  <a:cubicBezTo>
                    <a:pt x="3925" y="81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7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4" name="Google Shape;31534;p32"/>
            <p:cNvSpPr/>
            <p:nvPr/>
          </p:nvSpPr>
          <p:spPr>
            <a:xfrm>
              <a:off x="4381275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5" name="Google Shape;31535;p32"/>
            <p:cNvSpPr/>
            <p:nvPr/>
          </p:nvSpPr>
          <p:spPr>
            <a:xfrm>
              <a:off x="4380100" y="30666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1"/>
                  </a:moveTo>
                  <a:cubicBezTo>
                    <a:pt x="2145" y="81"/>
                    <a:pt x="2738" y="675"/>
                    <a:pt x="2738" y="1403"/>
                  </a:cubicBezTo>
                  <a:cubicBezTo>
                    <a:pt x="2738" y="2138"/>
                    <a:pt x="2145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5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8"/>
                    <a:pt x="0" y="1403"/>
                  </a:cubicBezTo>
                  <a:cubicBezTo>
                    <a:pt x="0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6" name="Google Shape;31536;p32"/>
            <p:cNvSpPr/>
            <p:nvPr/>
          </p:nvSpPr>
          <p:spPr>
            <a:xfrm>
              <a:off x="4584250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4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7" name="Google Shape;31537;p32"/>
            <p:cNvSpPr/>
            <p:nvPr/>
          </p:nvSpPr>
          <p:spPr>
            <a:xfrm>
              <a:off x="4583225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1" y="81"/>
                    <a:pt x="13372" y="3061"/>
                    <a:pt x="13372" y="6730"/>
                  </a:cubicBezTo>
                  <a:cubicBezTo>
                    <a:pt x="13372" y="10391"/>
                    <a:pt x="10391" y="13371"/>
                    <a:pt x="6730" y="13371"/>
                  </a:cubicBezTo>
                  <a:cubicBezTo>
                    <a:pt x="3069" y="13371"/>
                    <a:pt x="88" y="10391"/>
                    <a:pt x="88" y="6730"/>
                  </a:cubicBezTo>
                  <a:cubicBezTo>
                    <a:pt x="88" y="3061"/>
                    <a:pt x="3069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8" name="Google Shape;31538;p32"/>
            <p:cNvSpPr/>
            <p:nvPr/>
          </p:nvSpPr>
          <p:spPr>
            <a:xfrm>
              <a:off x="4607675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2" y="0"/>
                    <a:pt x="0" y="2543"/>
                    <a:pt x="0" y="5678"/>
                  </a:cubicBezTo>
                  <a:cubicBezTo>
                    <a:pt x="0" y="8813"/>
                    <a:pt x="2542" y="11355"/>
                    <a:pt x="5678" y="11355"/>
                  </a:cubicBezTo>
                  <a:cubicBezTo>
                    <a:pt x="8813" y="11355"/>
                    <a:pt x="11355" y="8813"/>
                    <a:pt x="11355" y="5678"/>
                  </a:cubicBezTo>
                  <a:cubicBezTo>
                    <a:pt x="11355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9" name="Google Shape;31539;p32"/>
            <p:cNvSpPr/>
            <p:nvPr/>
          </p:nvSpPr>
          <p:spPr>
            <a:xfrm>
              <a:off x="4606650" y="2958775"/>
              <a:ext cx="286100" cy="286100"/>
            </a:xfrm>
            <a:custGeom>
              <a:rect b="b" l="l" r="r" t="t"/>
              <a:pathLst>
                <a:path extrusionOk="0" h="11444" w="11444">
                  <a:moveTo>
                    <a:pt x="5719" y="82"/>
                  </a:move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8827"/>
                    <a:pt x="8827" y="11356"/>
                    <a:pt x="5719" y="11356"/>
                  </a:cubicBezTo>
                  <a:cubicBezTo>
                    <a:pt x="2610" y="11356"/>
                    <a:pt x="82" y="8827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lose/>
                  <a:moveTo>
                    <a:pt x="5719" y="1"/>
                  </a:moveTo>
                  <a:cubicBezTo>
                    <a:pt x="2563" y="1"/>
                    <a:pt x="1" y="2563"/>
                    <a:pt x="1" y="5719"/>
                  </a:cubicBezTo>
                  <a:cubicBezTo>
                    <a:pt x="1" y="8875"/>
                    <a:pt x="2563" y="11444"/>
                    <a:pt x="5719" y="11444"/>
                  </a:cubicBezTo>
                  <a:cubicBezTo>
                    <a:pt x="8875" y="11444"/>
                    <a:pt x="11444" y="8875"/>
                    <a:pt x="11444" y="5719"/>
                  </a:cubicBezTo>
                  <a:cubicBezTo>
                    <a:pt x="11444" y="2563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0" name="Google Shape;31540;p32"/>
            <p:cNvSpPr/>
            <p:nvPr/>
          </p:nvSpPr>
          <p:spPr>
            <a:xfrm>
              <a:off x="4632800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5" y="9346"/>
                    <a:pt x="9346" y="7255"/>
                    <a:pt x="9346" y="4673"/>
                  </a:cubicBezTo>
                  <a:cubicBezTo>
                    <a:pt x="9346" y="2097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1" name="Google Shape;31541;p32"/>
            <p:cNvSpPr/>
            <p:nvPr/>
          </p:nvSpPr>
          <p:spPr>
            <a:xfrm>
              <a:off x="4631775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69" y="88"/>
                    <a:pt x="9346" y="2165"/>
                    <a:pt x="9346" y="4714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8" y="1"/>
                    <a:pt x="1" y="2118"/>
                    <a:pt x="1" y="4714"/>
                  </a:cubicBezTo>
                  <a:cubicBezTo>
                    <a:pt x="1" y="7317"/>
                    <a:pt x="2118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2" name="Google Shape;31542;p32"/>
            <p:cNvSpPr/>
            <p:nvPr/>
          </p:nvSpPr>
          <p:spPr>
            <a:xfrm>
              <a:off x="4661625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0"/>
                  </a:moveTo>
                  <a:cubicBezTo>
                    <a:pt x="1578" y="0"/>
                    <a:pt x="0" y="1578"/>
                    <a:pt x="0" y="3520"/>
                  </a:cubicBezTo>
                  <a:cubicBezTo>
                    <a:pt x="0" y="5469"/>
                    <a:pt x="1578" y="7046"/>
                    <a:pt x="3520" y="7046"/>
                  </a:cubicBezTo>
                  <a:cubicBezTo>
                    <a:pt x="5469" y="7046"/>
                    <a:pt x="7046" y="5469"/>
                    <a:pt x="7046" y="3520"/>
                  </a:cubicBezTo>
                  <a:cubicBezTo>
                    <a:pt x="7046" y="1578"/>
                    <a:pt x="5469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3" name="Google Shape;31543;p32"/>
            <p:cNvSpPr/>
            <p:nvPr/>
          </p:nvSpPr>
          <p:spPr>
            <a:xfrm>
              <a:off x="46606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2"/>
                  </a:moveTo>
                  <a:cubicBezTo>
                    <a:pt x="5483" y="82"/>
                    <a:pt x="7040" y="1646"/>
                    <a:pt x="7040" y="3561"/>
                  </a:cubicBezTo>
                  <a:cubicBezTo>
                    <a:pt x="7040" y="5483"/>
                    <a:pt x="5483" y="7040"/>
                    <a:pt x="3561" y="7040"/>
                  </a:cubicBezTo>
                  <a:cubicBezTo>
                    <a:pt x="1646" y="7040"/>
                    <a:pt x="82" y="5483"/>
                    <a:pt x="82" y="3561"/>
                  </a:cubicBezTo>
                  <a:cubicBezTo>
                    <a:pt x="82" y="1646"/>
                    <a:pt x="1646" y="82"/>
                    <a:pt x="3561" y="82"/>
                  </a:cubicBezTo>
                  <a:close/>
                  <a:moveTo>
                    <a:pt x="3561" y="1"/>
                  </a:moveTo>
                  <a:cubicBezTo>
                    <a:pt x="1599" y="1"/>
                    <a:pt x="1" y="1599"/>
                    <a:pt x="1" y="3561"/>
                  </a:cubicBezTo>
                  <a:cubicBezTo>
                    <a:pt x="1" y="5530"/>
                    <a:pt x="1599" y="7128"/>
                    <a:pt x="3561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9"/>
                    <a:pt x="5530" y="1"/>
                    <a:pt x="356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4" name="Google Shape;31544;p32"/>
            <p:cNvSpPr/>
            <p:nvPr/>
          </p:nvSpPr>
          <p:spPr>
            <a:xfrm>
              <a:off x="4686725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5" name="Google Shape;31545;p32"/>
            <p:cNvSpPr/>
            <p:nvPr/>
          </p:nvSpPr>
          <p:spPr>
            <a:xfrm>
              <a:off x="4685725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1"/>
                  </a:moveTo>
                  <a:cubicBezTo>
                    <a:pt x="3918" y="81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8" y="3972"/>
                    <a:pt x="5118" y="2556"/>
                  </a:cubicBezTo>
                  <a:cubicBezTo>
                    <a:pt x="5118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6" name="Google Shape;31546;p32"/>
            <p:cNvSpPr/>
            <p:nvPr/>
          </p:nvSpPr>
          <p:spPr>
            <a:xfrm>
              <a:off x="47155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8" y="1"/>
                    <a:pt x="1" y="608"/>
                    <a:pt x="1" y="1363"/>
                  </a:cubicBezTo>
                  <a:cubicBezTo>
                    <a:pt x="1" y="2118"/>
                    <a:pt x="608" y="2732"/>
                    <a:pt x="1363" y="2732"/>
                  </a:cubicBezTo>
                  <a:cubicBezTo>
                    <a:pt x="2118" y="2732"/>
                    <a:pt x="2732" y="2118"/>
                    <a:pt x="2732" y="1363"/>
                  </a:cubicBezTo>
                  <a:cubicBezTo>
                    <a:pt x="2732" y="608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7" name="Google Shape;31547;p32"/>
            <p:cNvSpPr/>
            <p:nvPr/>
          </p:nvSpPr>
          <p:spPr>
            <a:xfrm>
              <a:off x="471437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1" y="675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8"/>
                    <a:pt x="1" y="1403"/>
                  </a:cubicBezTo>
                  <a:cubicBezTo>
                    <a:pt x="1" y="2178"/>
                    <a:pt x="634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8" name="Google Shape;31548;p32"/>
            <p:cNvSpPr/>
            <p:nvPr/>
          </p:nvSpPr>
          <p:spPr>
            <a:xfrm>
              <a:off x="4918525" y="2932825"/>
              <a:ext cx="334300" cy="334300"/>
            </a:xfrm>
            <a:custGeom>
              <a:rect b="b" l="l" r="r" t="t"/>
              <a:pathLst>
                <a:path extrusionOk="0" h="13372" w="13372">
                  <a:moveTo>
                    <a:pt x="6689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4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9" name="Google Shape;31549;p32"/>
            <p:cNvSpPr/>
            <p:nvPr/>
          </p:nvSpPr>
          <p:spPr>
            <a:xfrm>
              <a:off x="4917500" y="29318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1"/>
                  </a:moveTo>
                  <a:cubicBezTo>
                    <a:pt x="10392" y="81"/>
                    <a:pt x="13372" y="3061"/>
                    <a:pt x="13372" y="6730"/>
                  </a:cubicBezTo>
                  <a:cubicBezTo>
                    <a:pt x="13372" y="10391"/>
                    <a:pt x="10392" y="13371"/>
                    <a:pt x="6730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30" y="81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2"/>
                    <a:pt x="6730" y="13452"/>
                  </a:cubicBezTo>
                  <a:cubicBezTo>
                    <a:pt x="10439" y="13452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0" name="Google Shape;31550;p32"/>
            <p:cNvSpPr/>
            <p:nvPr/>
          </p:nvSpPr>
          <p:spPr>
            <a:xfrm>
              <a:off x="4941950" y="2959800"/>
              <a:ext cx="283900" cy="283900"/>
            </a:xfrm>
            <a:custGeom>
              <a:rect b="b" l="l" r="r" t="t"/>
              <a:pathLst>
                <a:path extrusionOk="0" h="11356" w="11356">
                  <a:moveTo>
                    <a:pt x="5678" y="0"/>
                  </a:moveTo>
                  <a:cubicBezTo>
                    <a:pt x="2543" y="0"/>
                    <a:pt x="0" y="2543"/>
                    <a:pt x="0" y="5678"/>
                  </a:cubicBezTo>
                  <a:cubicBezTo>
                    <a:pt x="0" y="8813"/>
                    <a:pt x="2543" y="11355"/>
                    <a:pt x="5678" y="11355"/>
                  </a:cubicBezTo>
                  <a:cubicBezTo>
                    <a:pt x="8813" y="11355"/>
                    <a:pt x="11356" y="8813"/>
                    <a:pt x="11356" y="5678"/>
                  </a:cubicBezTo>
                  <a:cubicBezTo>
                    <a:pt x="11356" y="2543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1" name="Google Shape;31551;p32"/>
            <p:cNvSpPr/>
            <p:nvPr/>
          </p:nvSpPr>
          <p:spPr>
            <a:xfrm>
              <a:off x="4940950" y="2958775"/>
              <a:ext cx="285900" cy="286100"/>
            </a:xfrm>
            <a:custGeom>
              <a:rect b="b" l="l" r="r" t="t"/>
              <a:pathLst>
                <a:path extrusionOk="0" h="11444" w="11436">
                  <a:moveTo>
                    <a:pt x="5718" y="82"/>
                  </a:move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8827"/>
                    <a:pt x="8826" y="11356"/>
                    <a:pt x="5718" y="11356"/>
                  </a:cubicBezTo>
                  <a:cubicBezTo>
                    <a:pt x="2610" y="11356"/>
                    <a:pt x="81" y="8827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lose/>
                  <a:moveTo>
                    <a:pt x="5718" y="1"/>
                  </a:moveTo>
                  <a:cubicBezTo>
                    <a:pt x="2562" y="1"/>
                    <a:pt x="0" y="2563"/>
                    <a:pt x="0" y="5719"/>
                  </a:cubicBezTo>
                  <a:cubicBezTo>
                    <a:pt x="0" y="8875"/>
                    <a:pt x="2562" y="11444"/>
                    <a:pt x="5718" y="11444"/>
                  </a:cubicBezTo>
                  <a:cubicBezTo>
                    <a:pt x="8874" y="11444"/>
                    <a:pt x="11436" y="8875"/>
                    <a:pt x="11436" y="5719"/>
                  </a:cubicBezTo>
                  <a:cubicBezTo>
                    <a:pt x="11436" y="2563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2" name="Google Shape;31552;p32"/>
            <p:cNvSpPr/>
            <p:nvPr/>
          </p:nvSpPr>
          <p:spPr>
            <a:xfrm>
              <a:off x="4967075" y="2984925"/>
              <a:ext cx="233650" cy="233650"/>
            </a:xfrm>
            <a:custGeom>
              <a:rect b="b" l="l" r="r" t="t"/>
              <a:pathLst>
                <a:path extrusionOk="0" h="9346" w="9346">
                  <a:moveTo>
                    <a:pt x="4673" y="0"/>
                  </a:moveTo>
                  <a:cubicBezTo>
                    <a:pt x="2090" y="0"/>
                    <a:pt x="0" y="2097"/>
                    <a:pt x="0" y="4673"/>
                  </a:cubicBezTo>
                  <a:cubicBezTo>
                    <a:pt x="0" y="7255"/>
                    <a:pt x="2090" y="9346"/>
                    <a:pt x="4673" y="9346"/>
                  </a:cubicBezTo>
                  <a:cubicBezTo>
                    <a:pt x="7256" y="9346"/>
                    <a:pt x="9346" y="7255"/>
                    <a:pt x="9346" y="4673"/>
                  </a:cubicBezTo>
                  <a:cubicBezTo>
                    <a:pt x="9346" y="2097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3" name="Google Shape;31553;p32"/>
            <p:cNvSpPr/>
            <p:nvPr/>
          </p:nvSpPr>
          <p:spPr>
            <a:xfrm>
              <a:off x="4966050" y="298390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4714" y="88"/>
                  </a:moveTo>
                  <a:cubicBezTo>
                    <a:pt x="7270" y="88"/>
                    <a:pt x="9346" y="2165"/>
                    <a:pt x="9346" y="4714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lose/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7317" y="9427"/>
                    <a:pt x="9427" y="7317"/>
                    <a:pt x="9427" y="4714"/>
                  </a:cubicBezTo>
                  <a:cubicBezTo>
                    <a:pt x="9427" y="2118"/>
                    <a:pt x="7317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4" name="Google Shape;31554;p32"/>
            <p:cNvSpPr/>
            <p:nvPr/>
          </p:nvSpPr>
          <p:spPr>
            <a:xfrm>
              <a:off x="4995900" y="3013750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0"/>
                  </a:moveTo>
                  <a:cubicBezTo>
                    <a:pt x="1571" y="0"/>
                    <a:pt x="0" y="1578"/>
                    <a:pt x="0" y="3520"/>
                  </a:cubicBezTo>
                  <a:cubicBezTo>
                    <a:pt x="0" y="5469"/>
                    <a:pt x="1571" y="7046"/>
                    <a:pt x="3520" y="7046"/>
                  </a:cubicBezTo>
                  <a:cubicBezTo>
                    <a:pt x="5462" y="7046"/>
                    <a:pt x="7040" y="5469"/>
                    <a:pt x="7040" y="3520"/>
                  </a:cubicBezTo>
                  <a:cubicBezTo>
                    <a:pt x="7040" y="1578"/>
                    <a:pt x="5462" y="0"/>
                    <a:pt x="352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5" name="Google Shape;31555;p32"/>
            <p:cNvSpPr/>
            <p:nvPr/>
          </p:nvSpPr>
          <p:spPr>
            <a:xfrm>
              <a:off x="4994725" y="30127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2"/>
                  </a:moveTo>
                  <a:cubicBezTo>
                    <a:pt x="5489" y="82"/>
                    <a:pt x="7046" y="1646"/>
                    <a:pt x="7046" y="3561"/>
                  </a:cubicBezTo>
                  <a:cubicBezTo>
                    <a:pt x="7046" y="5483"/>
                    <a:pt x="5489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605" y="1"/>
                    <a:pt x="0" y="1599"/>
                    <a:pt x="0" y="3561"/>
                  </a:cubicBezTo>
                  <a:cubicBezTo>
                    <a:pt x="0" y="5530"/>
                    <a:pt x="1605" y="7128"/>
                    <a:pt x="3567" y="7128"/>
                  </a:cubicBezTo>
                  <a:cubicBezTo>
                    <a:pt x="5529" y="7128"/>
                    <a:pt x="7134" y="5530"/>
                    <a:pt x="7134" y="3561"/>
                  </a:cubicBezTo>
                  <a:cubicBezTo>
                    <a:pt x="7134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6" name="Google Shape;31556;p32"/>
            <p:cNvSpPr/>
            <p:nvPr/>
          </p:nvSpPr>
          <p:spPr>
            <a:xfrm>
              <a:off x="5021000" y="3038850"/>
              <a:ext cx="125800" cy="125800"/>
            </a:xfrm>
            <a:custGeom>
              <a:rect b="b" l="l" r="r" t="t"/>
              <a:pathLst>
                <a:path extrusionOk="0" h="5032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05"/>
                    <a:pt x="1127" y="5031"/>
                    <a:pt x="2516" y="5031"/>
                  </a:cubicBezTo>
                  <a:cubicBezTo>
                    <a:pt x="3905" y="5031"/>
                    <a:pt x="5031" y="3905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7" name="Google Shape;31557;p32"/>
            <p:cNvSpPr/>
            <p:nvPr/>
          </p:nvSpPr>
          <p:spPr>
            <a:xfrm>
              <a:off x="5020000" y="30378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1"/>
                  </a:moveTo>
                  <a:cubicBezTo>
                    <a:pt x="3918" y="81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1"/>
                    <a:pt x="2556" y="81"/>
                  </a:cubicBezTo>
                  <a:close/>
                  <a:moveTo>
                    <a:pt x="2556" y="0"/>
                  </a:moveTo>
                  <a:cubicBezTo>
                    <a:pt x="1147" y="0"/>
                    <a:pt x="0" y="1147"/>
                    <a:pt x="0" y="2556"/>
                  </a:cubicBezTo>
                  <a:cubicBezTo>
                    <a:pt x="0" y="3972"/>
                    <a:pt x="1147" y="5118"/>
                    <a:pt x="2556" y="5118"/>
                  </a:cubicBezTo>
                  <a:cubicBezTo>
                    <a:pt x="3965" y="5118"/>
                    <a:pt x="5112" y="3972"/>
                    <a:pt x="5112" y="2556"/>
                  </a:cubicBezTo>
                  <a:cubicBezTo>
                    <a:pt x="5112" y="1147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8" name="Google Shape;31558;p32"/>
            <p:cNvSpPr/>
            <p:nvPr/>
          </p:nvSpPr>
          <p:spPr>
            <a:xfrm>
              <a:off x="5049675" y="30676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8" y="2118"/>
                    <a:pt x="2738" y="1363"/>
                  </a:cubicBezTo>
                  <a:cubicBezTo>
                    <a:pt x="2738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9" name="Google Shape;31559;p32"/>
            <p:cNvSpPr/>
            <p:nvPr/>
          </p:nvSpPr>
          <p:spPr>
            <a:xfrm>
              <a:off x="5048650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8" y="2138"/>
                    <a:pt x="88" y="1403"/>
                  </a:cubicBezTo>
                  <a:cubicBezTo>
                    <a:pt x="88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5" y="2812"/>
                    <a:pt x="2819" y="2178"/>
                    <a:pt x="2819" y="1403"/>
                  </a:cubicBezTo>
                  <a:cubicBezTo>
                    <a:pt x="2819" y="628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0" name="Google Shape;31560;p32"/>
            <p:cNvSpPr/>
            <p:nvPr/>
          </p:nvSpPr>
          <p:spPr>
            <a:xfrm>
              <a:off x="5252800" y="2932825"/>
              <a:ext cx="274300" cy="334300"/>
            </a:xfrm>
            <a:custGeom>
              <a:rect b="b" l="l" r="r" t="t"/>
              <a:pathLst>
                <a:path extrusionOk="0" h="13372" w="10972">
                  <a:moveTo>
                    <a:pt x="6683" y="1"/>
                  </a:moveTo>
                  <a:cubicBezTo>
                    <a:pt x="2994" y="1"/>
                    <a:pt x="0" y="2994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14"/>
                  </a:cubicBezTo>
                  <a:lnTo>
                    <a:pt x="10971" y="1558"/>
                  </a:lnTo>
                  <a:cubicBezTo>
                    <a:pt x="9811" y="587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1" name="Google Shape;31561;p32"/>
            <p:cNvSpPr/>
            <p:nvPr/>
          </p:nvSpPr>
          <p:spPr>
            <a:xfrm>
              <a:off x="5251775" y="2931825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2"/>
                    <a:pt x="6724" y="13452"/>
                  </a:cubicBezTo>
                  <a:cubicBezTo>
                    <a:pt x="8355" y="13452"/>
                    <a:pt x="9846" y="12872"/>
                    <a:pt x="11012" y="11908"/>
                  </a:cubicBezTo>
                  <a:lnTo>
                    <a:pt x="11012" y="11800"/>
                  </a:lnTo>
                  <a:cubicBezTo>
                    <a:pt x="9852" y="12778"/>
                    <a:pt x="8362" y="13371"/>
                    <a:pt x="6724" y="13371"/>
                  </a:cubicBezTo>
                  <a:cubicBezTo>
                    <a:pt x="3062" y="13371"/>
                    <a:pt x="82" y="10391"/>
                    <a:pt x="82" y="6730"/>
                  </a:cubicBezTo>
                  <a:cubicBezTo>
                    <a:pt x="82" y="3061"/>
                    <a:pt x="3062" y="81"/>
                    <a:pt x="6724" y="81"/>
                  </a:cubicBezTo>
                  <a:cubicBezTo>
                    <a:pt x="8362" y="81"/>
                    <a:pt x="9852" y="674"/>
                    <a:pt x="11012" y="1659"/>
                  </a:cubicBezTo>
                  <a:lnTo>
                    <a:pt x="11012" y="1544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2" name="Google Shape;31562;p32"/>
            <p:cNvSpPr/>
            <p:nvPr/>
          </p:nvSpPr>
          <p:spPr>
            <a:xfrm>
              <a:off x="5276225" y="2959800"/>
              <a:ext cx="250875" cy="283900"/>
            </a:xfrm>
            <a:custGeom>
              <a:rect b="b" l="l" r="r" t="t"/>
              <a:pathLst>
                <a:path extrusionOk="0" h="11356" w="10035">
                  <a:moveTo>
                    <a:pt x="5678" y="0"/>
                  </a:moveTo>
                  <a:cubicBezTo>
                    <a:pt x="2543" y="0"/>
                    <a:pt x="1" y="2543"/>
                    <a:pt x="1" y="5678"/>
                  </a:cubicBezTo>
                  <a:cubicBezTo>
                    <a:pt x="1" y="8813"/>
                    <a:pt x="2543" y="11355"/>
                    <a:pt x="5678" y="11355"/>
                  </a:cubicBezTo>
                  <a:cubicBezTo>
                    <a:pt x="7425" y="11355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3" name="Google Shape;31563;p32"/>
            <p:cNvSpPr/>
            <p:nvPr/>
          </p:nvSpPr>
          <p:spPr>
            <a:xfrm>
              <a:off x="5275050" y="2958775"/>
              <a:ext cx="252050" cy="286100"/>
            </a:xfrm>
            <a:custGeom>
              <a:rect b="b" l="l" r="r" t="t"/>
              <a:pathLst>
                <a:path extrusionOk="0" h="11444" w="10082">
                  <a:moveTo>
                    <a:pt x="5725" y="1"/>
                  </a:moveTo>
                  <a:cubicBezTo>
                    <a:pt x="2569" y="1"/>
                    <a:pt x="0" y="2563"/>
                    <a:pt x="0" y="5719"/>
                  </a:cubicBezTo>
                  <a:cubicBezTo>
                    <a:pt x="0" y="8875"/>
                    <a:pt x="2569" y="11444"/>
                    <a:pt x="5725" y="11444"/>
                  </a:cubicBezTo>
                  <a:cubicBezTo>
                    <a:pt x="7465" y="11444"/>
                    <a:pt x="9029" y="10655"/>
                    <a:pt x="10081" y="9421"/>
                  </a:cubicBezTo>
                  <a:lnTo>
                    <a:pt x="10081" y="9293"/>
                  </a:lnTo>
                  <a:cubicBezTo>
                    <a:pt x="9049" y="10554"/>
                    <a:pt x="7478" y="11356"/>
                    <a:pt x="5725" y="11356"/>
                  </a:cubicBezTo>
                  <a:cubicBezTo>
                    <a:pt x="2617" y="11356"/>
                    <a:pt x="88" y="8827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4" name="Google Shape;31564;p32"/>
            <p:cNvSpPr/>
            <p:nvPr/>
          </p:nvSpPr>
          <p:spPr>
            <a:xfrm>
              <a:off x="5301350" y="2984925"/>
              <a:ext cx="225750" cy="233650"/>
            </a:xfrm>
            <a:custGeom>
              <a:rect b="b" l="l" r="r" t="t"/>
              <a:pathLst>
                <a:path extrusionOk="0" h="9346" w="9030">
                  <a:moveTo>
                    <a:pt x="4673" y="0"/>
                  </a:moveTo>
                  <a:cubicBezTo>
                    <a:pt x="2091" y="0"/>
                    <a:pt x="0" y="2097"/>
                    <a:pt x="0" y="4673"/>
                  </a:cubicBezTo>
                  <a:cubicBezTo>
                    <a:pt x="0" y="7255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5"/>
                  </a:cubicBezTo>
                  <a:lnTo>
                    <a:pt x="9029" y="2987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5" name="Google Shape;31565;p32"/>
            <p:cNvSpPr/>
            <p:nvPr/>
          </p:nvSpPr>
          <p:spPr>
            <a:xfrm>
              <a:off x="5300325" y="2983900"/>
              <a:ext cx="226775" cy="235700"/>
            </a:xfrm>
            <a:custGeom>
              <a:rect b="b" l="l" r="r" t="t"/>
              <a:pathLst>
                <a:path extrusionOk="0" h="9428" w="9071">
                  <a:moveTo>
                    <a:pt x="4714" y="1"/>
                  </a:moveTo>
                  <a:cubicBezTo>
                    <a:pt x="2111" y="1"/>
                    <a:pt x="1" y="2118"/>
                    <a:pt x="1" y="4714"/>
                  </a:cubicBezTo>
                  <a:cubicBezTo>
                    <a:pt x="1" y="7317"/>
                    <a:pt x="2111" y="9427"/>
                    <a:pt x="4714" y="9427"/>
                  </a:cubicBezTo>
                  <a:cubicBezTo>
                    <a:pt x="6676" y="9427"/>
                    <a:pt x="8362" y="8227"/>
                    <a:pt x="9070" y="6514"/>
                  </a:cubicBezTo>
                  <a:lnTo>
                    <a:pt x="9070" y="6285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3"/>
                    <a:pt x="9070" y="3150"/>
                  </a:cubicBezTo>
                  <a:lnTo>
                    <a:pt x="9070" y="2920"/>
                  </a:lnTo>
                  <a:cubicBezTo>
                    <a:pt x="8362" y="1208"/>
                    <a:pt x="6676" y="1"/>
                    <a:pt x="471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6" name="Google Shape;31566;p32"/>
            <p:cNvSpPr/>
            <p:nvPr/>
          </p:nvSpPr>
          <p:spPr>
            <a:xfrm>
              <a:off x="5330000" y="30137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0"/>
                  </a:moveTo>
                  <a:cubicBezTo>
                    <a:pt x="1578" y="0"/>
                    <a:pt x="1" y="1578"/>
                    <a:pt x="1" y="3520"/>
                  </a:cubicBezTo>
                  <a:cubicBezTo>
                    <a:pt x="1" y="5469"/>
                    <a:pt x="1578" y="7046"/>
                    <a:pt x="3527" y="7046"/>
                  </a:cubicBezTo>
                  <a:cubicBezTo>
                    <a:pt x="5469" y="7046"/>
                    <a:pt x="7047" y="5469"/>
                    <a:pt x="7047" y="3520"/>
                  </a:cubicBezTo>
                  <a:cubicBezTo>
                    <a:pt x="7047" y="1578"/>
                    <a:pt x="5469" y="0"/>
                    <a:pt x="352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7" name="Google Shape;31567;p32"/>
            <p:cNvSpPr/>
            <p:nvPr/>
          </p:nvSpPr>
          <p:spPr>
            <a:xfrm>
              <a:off x="5329000" y="30127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2"/>
                  </a:moveTo>
                  <a:cubicBezTo>
                    <a:pt x="5482" y="82"/>
                    <a:pt x="7046" y="1646"/>
                    <a:pt x="7046" y="3561"/>
                  </a:cubicBezTo>
                  <a:cubicBezTo>
                    <a:pt x="7046" y="5483"/>
                    <a:pt x="5482" y="7040"/>
                    <a:pt x="3567" y="7040"/>
                  </a:cubicBezTo>
                  <a:cubicBezTo>
                    <a:pt x="1645" y="7040"/>
                    <a:pt x="88" y="5483"/>
                    <a:pt x="88" y="3561"/>
                  </a:cubicBezTo>
                  <a:cubicBezTo>
                    <a:pt x="88" y="1646"/>
                    <a:pt x="1645" y="82"/>
                    <a:pt x="3567" y="82"/>
                  </a:cubicBezTo>
                  <a:close/>
                  <a:moveTo>
                    <a:pt x="3567" y="1"/>
                  </a:moveTo>
                  <a:cubicBezTo>
                    <a:pt x="1598" y="1"/>
                    <a:pt x="0" y="1599"/>
                    <a:pt x="0" y="3561"/>
                  </a:cubicBezTo>
                  <a:cubicBezTo>
                    <a:pt x="0" y="5530"/>
                    <a:pt x="1598" y="7128"/>
                    <a:pt x="3567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9"/>
                    <a:pt x="5529" y="1"/>
                    <a:pt x="356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8" name="Google Shape;31568;p32"/>
            <p:cNvSpPr/>
            <p:nvPr/>
          </p:nvSpPr>
          <p:spPr>
            <a:xfrm>
              <a:off x="5355300" y="3038850"/>
              <a:ext cx="125775" cy="125800"/>
            </a:xfrm>
            <a:custGeom>
              <a:rect b="b" l="l" r="r" t="t"/>
              <a:pathLst>
                <a:path extrusionOk="0" h="5032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05"/>
                    <a:pt x="1126" y="5031"/>
                    <a:pt x="2515" y="5031"/>
                  </a:cubicBezTo>
                  <a:cubicBezTo>
                    <a:pt x="3904" y="5031"/>
                    <a:pt x="5030" y="3905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9" name="Google Shape;31569;p32"/>
            <p:cNvSpPr/>
            <p:nvPr/>
          </p:nvSpPr>
          <p:spPr>
            <a:xfrm>
              <a:off x="5354100" y="30378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1"/>
                  </a:moveTo>
                  <a:cubicBezTo>
                    <a:pt x="3925" y="81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1"/>
                    <a:pt x="2563" y="81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7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7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0" name="Google Shape;31570;p32"/>
            <p:cNvSpPr/>
            <p:nvPr/>
          </p:nvSpPr>
          <p:spPr>
            <a:xfrm>
              <a:off x="5383950" y="30676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08"/>
                    <a:pt x="0" y="1363"/>
                  </a:cubicBezTo>
                  <a:cubicBezTo>
                    <a:pt x="0" y="2118"/>
                    <a:pt x="614" y="2732"/>
                    <a:pt x="1369" y="2732"/>
                  </a:cubicBezTo>
                  <a:cubicBezTo>
                    <a:pt x="2124" y="2732"/>
                    <a:pt x="2731" y="2118"/>
                    <a:pt x="2731" y="1363"/>
                  </a:cubicBezTo>
                  <a:cubicBezTo>
                    <a:pt x="2731" y="608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1" name="Google Shape;31571;p32"/>
            <p:cNvSpPr/>
            <p:nvPr/>
          </p:nvSpPr>
          <p:spPr>
            <a:xfrm>
              <a:off x="5382925" y="30666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1"/>
                  </a:moveTo>
                  <a:cubicBezTo>
                    <a:pt x="2138" y="81"/>
                    <a:pt x="2732" y="675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82" y="2731"/>
                    <a:pt x="89" y="2138"/>
                    <a:pt x="89" y="1403"/>
                  </a:cubicBezTo>
                  <a:cubicBezTo>
                    <a:pt x="89" y="675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5" y="0"/>
                    <a:pt x="1" y="628"/>
                    <a:pt x="1" y="1403"/>
                  </a:cubicBezTo>
                  <a:cubicBezTo>
                    <a:pt x="1" y="2178"/>
                    <a:pt x="635" y="2812"/>
                    <a:pt x="1410" y="2812"/>
                  </a:cubicBezTo>
                  <a:cubicBezTo>
                    <a:pt x="2186" y="2812"/>
                    <a:pt x="2819" y="2178"/>
                    <a:pt x="2819" y="1403"/>
                  </a:cubicBezTo>
                  <a:cubicBezTo>
                    <a:pt x="2819" y="628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2" name="Google Shape;31572;p32"/>
            <p:cNvSpPr/>
            <p:nvPr/>
          </p:nvSpPr>
          <p:spPr>
            <a:xfrm>
              <a:off x="3450750" y="3030925"/>
              <a:ext cx="296375" cy="334325"/>
            </a:xfrm>
            <a:custGeom>
              <a:rect b="b" l="l" r="r" t="t"/>
              <a:pathLst>
                <a:path extrusionOk="0" h="13373" w="11855">
                  <a:moveTo>
                    <a:pt x="5173" y="1"/>
                  </a:moveTo>
                  <a:cubicBezTo>
                    <a:pt x="3089" y="1"/>
                    <a:pt x="1228" y="958"/>
                    <a:pt x="1" y="2449"/>
                  </a:cubicBezTo>
                  <a:lnTo>
                    <a:pt x="1" y="10931"/>
                  </a:lnTo>
                  <a:cubicBezTo>
                    <a:pt x="1228" y="12421"/>
                    <a:pt x="3089" y="13372"/>
                    <a:pt x="5173" y="13372"/>
                  </a:cubicBezTo>
                  <a:cubicBezTo>
                    <a:pt x="8861" y="13372"/>
                    <a:pt x="11855" y="10378"/>
                    <a:pt x="11855" y="6690"/>
                  </a:cubicBezTo>
                  <a:cubicBezTo>
                    <a:pt x="11855" y="2995"/>
                    <a:pt x="8861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3" name="Google Shape;31573;p32"/>
            <p:cNvSpPr/>
            <p:nvPr/>
          </p:nvSpPr>
          <p:spPr>
            <a:xfrm>
              <a:off x="3450750" y="3029925"/>
              <a:ext cx="297400" cy="336325"/>
            </a:xfrm>
            <a:custGeom>
              <a:rect b="b" l="l" r="r" t="t"/>
              <a:pathLst>
                <a:path extrusionOk="0" h="13453" w="11896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3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8834" y="88"/>
                    <a:pt x="11814" y="3068"/>
                    <a:pt x="11814" y="6730"/>
                  </a:cubicBezTo>
                  <a:cubicBezTo>
                    <a:pt x="11814" y="10391"/>
                    <a:pt x="8834" y="13372"/>
                    <a:pt x="5173" y="13372"/>
                  </a:cubicBezTo>
                  <a:cubicBezTo>
                    <a:pt x="3082" y="13372"/>
                    <a:pt x="1221" y="12407"/>
                    <a:pt x="1" y="10897"/>
                  </a:cubicBezTo>
                  <a:lnTo>
                    <a:pt x="1" y="11032"/>
                  </a:lnTo>
                  <a:cubicBezTo>
                    <a:pt x="1235" y="12509"/>
                    <a:pt x="3096" y="13453"/>
                    <a:pt x="5173" y="13453"/>
                  </a:cubicBezTo>
                  <a:cubicBezTo>
                    <a:pt x="8881" y="13453"/>
                    <a:pt x="11895" y="10438"/>
                    <a:pt x="11895" y="6730"/>
                  </a:cubicBezTo>
                  <a:cubicBezTo>
                    <a:pt x="11895" y="3021"/>
                    <a:pt x="8881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4" name="Google Shape;31574;p32"/>
            <p:cNvSpPr/>
            <p:nvPr/>
          </p:nvSpPr>
          <p:spPr>
            <a:xfrm>
              <a:off x="3450750" y="3057900"/>
              <a:ext cx="269425" cy="284075"/>
            </a:xfrm>
            <a:custGeom>
              <a:rect b="b" l="l" r="r" t="t"/>
              <a:pathLst>
                <a:path extrusionOk="0" h="11363" w="10777">
                  <a:moveTo>
                    <a:pt x="5099" y="1"/>
                  </a:moveTo>
                  <a:cubicBezTo>
                    <a:pt x="2860" y="1"/>
                    <a:pt x="931" y="1295"/>
                    <a:pt x="1" y="3177"/>
                  </a:cubicBezTo>
                  <a:lnTo>
                    <a:pt x="1" y="8187"/>
                  </a:lnTo>
                  <a:cubicBezTo>
                    <a:pt x="931" y="10068"/>
                    <a:pt x="2860" y="11363"/>
                    <a:pt x="5099" y="11363"/>
                  </a:cubicBezTo>
                  <a:cubicBezTo>
                    <a:pt x="8234" y="11363"/>
                    <a:pt x="10776" y="8820"/>
                    <a:pt x="10776" y="5678"/>
                  </a:cubicBezTo>
                  <a:cubicBezTo>
                    <a:pt x="10776" y="2543"/>
                    <a:pt x="8234" y="1"/>
                    <a:pt x="509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5" name="Google Shape;31575;p32"/>
            <p:cNvSpPr/>
            <p:nvPr/>
          </p:nvSpPr>
          <p:spPr>
            <a:xfrm>
              <a:off x="3450750" y="3056900"/>
              <a:ext cx="270600" cy="286075"/>
            </a:xfrm>
            <a:custGeom>
              <a:rect b="b" l="l" r="r" t="t"/>
              <a:pathLst>
                <a:path extrusionOk="0" h="11443" w="10824">
                  <a:moveTo>
                    <a:pt x="5099" y="0"/>
                  </a:moveTo>
                  <a:cubicBezTo>
                    <a:pt x="2880" y="0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8"/>
                  </a:cubicBezTo>
                  <a:cubicBezTo>
                    <a:pt x="10736" y="8827"/>
                    <a:pt x="8207" y="11355"/>
                    <a:pt x="5099" y="11355"/>
                  </a:cubicBezTo>
                  <a:cubicBezTo>
                    <a:pt x="2853" y="11355"/>
                    <a:pt x="904" y="10034"/>
                    <a:pt x="1" y="8126"/>
                  </a:cubicBezTo>
                  <a:lnTo>
                    <a:pt x="1" y="8314"/>
                  </a:lnTo>
                  <a:cubicBezTo>
                    <a:pt x="952" y="10169"/>
                    <a:pt x="2880" y="11443"/>
                    <a:pt x="5099" y="11443"/>
                  </a:cubicBezTo>
                  <a:cubicBezTo>
                    <a:pt x="8254" y="11443"/>
                    <a:pt x="10823" y="8874"/>
                    <a:pt x="10823" y="5718"/>
                  </a:cubicBezTo>
                  <a:cubicBezTo>
                    <a:pt x="10823" y="2569"/>
                    <a:pt x="8254" y="0"/>
                    <a:pt x="509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6" name="Google Shape;31576;p32"/>
            <p:cNvSpPr/>
            <p:nvPr/>
          </p:nvSpPr>
          <p:spPr>
            <a:xfrm>
              <a:off x="3461375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7" name="Google Shape;31577;p32"/>
            <p:cNvSpPr/>
            <p:nvPr/>
          </p:nvSpPr>
          <p:spPr>
            <a:xfrm>
              <a:off x="3460375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8" name="Google Shape;31578;p32"/>
            <p:cNvSpPr/>
            <p:nvPr/>
          </p:nvSpPr>
          <p:spPr>
            <a:xfrm>
              <a:off x="3490200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0"/>
                  </a:cubicBezTo>
                  <a:cubicBezTo>
                    <a:pt x="7040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9" name="Google Shape;31579;p32"/>
            <p:cNvSpPr/>
            <p:nvPr/>
          </p:nvSpPr>
          <p:spPr>
            <a:xfrm>
              <a:off x="3489025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53" y="7046"/>
                    <a:pt x="88" y="5482"/>
                    <a:pt x="88" y="3560"/>
                  </a:cubicBezTo>
                  <a:cubicBezTo>
                    <a:pt x="88" y="1645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0"/>
                  </a:cubicBezTo>
                  <a:cubicBezTo>
                    <a:pt x="1" y="5529"/>
                    <a:pt x="1605" y="7127"/>
                    <a:pt x="3568" y="7127"/>
                  </a:cubicBezTo>
                  <a:cubicBezTo>
                    <a:pt x="5536" y="7127"/>
                    <a:pt x="7135" y="5529"/>
                    <a:pt x="7135" y="3560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0" name="Google Shape;31580;p32"/>
            <p:cNvSpPr/>
            <p:nvPr/>
          </p:nvSpPr>
          <p:spPr>
            <a:xfrm>
              <a:off x="351532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1" name="Google Shape;31581;p32"/>
            <p:cNvSpPr/>
            <p:nvPr/>
          </p:nvSpPr>
          <p:spPr>
            <a:xfrm>
              <a:off x="3514300" y="3135950"/>
              <a:ext cx="127825" cy="127975"/>
            </a:xfrm>
            <a:custGeom>
              <a:rect b="b" l="l" r="r" t="t"/>
              <a:pathLst>
                <a:path extrusionOk="0" h="5119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5"/>
                    <a:pt x="3919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2" y="3972"/>
                    <a:pt x="5112" y="2556"/>
                  </a:cubicBezTo>
                  <a:cubicBezTo>
                    <a:pt x="5112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2" name="Google Shape;31582;p32"/>
            <p:cNvSpPr/>
            <p:nvPr/>
          </p:nvSpPr>
          <p:spPr>
            <a:xfrm>
              <a:off x="35441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3" name="Google Shape;31583;p32"/>
            <p:cNvSpPr/>
            <p:nvPr/>
          </p:nvSpPr>
          <p:spPr>
            <a:xfrm>
              <a:off x="3542975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4" name="Google Shape;31584;p32"/>
            <p:cNvSpPr/>
            <p:nvPr/>
          </p:nvSpPr>
          <p:spPr>
            <a:xfrm>
              <a:off x="3747100" y="3030925"/>
              <a:ext cx="334325" cy="334325"/>
            </a:xfrm>
            <a:custGeom>
              <a:rect b="b" l="l" r="r" t="t"/>
              <a:pathLst>
                <a:path extrusionOk="0" h="13373" w="13373">
                  <a:moveTo>
                    <a:pt x="6690" y="1"/>
                  </a:moveTo>
                  <a:cubicBezTo>
                    <a:pt x="2995" y="1"/>
                    <a:pt x="1" y="2995"/>
                    <a:pt x="1" y="6690"/>
                  </a:cubicBezTo>
                  <a:cubicBezTo>
                    <a:pt x="1" y="10378"/>
                    <a:pt x="2995" y="13372"/>
                    <a:pt x="6690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9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5" name="Google Shape;31585;p32"/>
            <p:cNvSpPr/>
            <p:nvPr/>
          </p:nvSpPr>
          <p:spPr>
            <a:xfrm>
              <a:off x="374610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2" y="13372"/>
                    <a:pt x="81" y="10391"/>
                    <a:pt x="81" y="6730"/>
                  </a:cubicBezTo>
                  <a:cubicBezTo>
                    <a:pt x="81" y="3068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15" y="0"/>
                    <a:pt x="0" y="3021"/>
                    <a:pt x="0" y="6730"/>
                  </a:cubicBezTo>
                  <a:cubicBezTo>
                    <a:pt x="0" y="10438"/>
                    <a:pt x="3015" y="13453"/>
                    <a:pt x="6730" y="13453"/>
                  </a:cubicBezTo>
                  <a:cubicBezTo>
                    <a:pt x="10438" y="13453"/>
                    <a:pt x="13453" y="10438"/>
                    <a:pt x="13453" y="6730"/>
                  </a:cubicBezTo>
                  <a:cubicBezTo>
                    <a:pt x="13453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6" name="Google Shape;31586;p32"/>
            <p:cNvSpPr/>
            <p:nvPr/>
          </p:nvSpPr>
          <p:spPr>
            <a:xfrm>
              <a:off x="3770550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7" name="Google Shape;31587;p32"/>
            <p:cNvSpPr/>
            <p:nvPr/>
          </p:nvSpPr>
          <p:spPr>
            <a:xfrm>
              <a:off x="3769525" y="3056900"/>
              <a:ext cx="285925" cy="286075"/>
            </a:xfrm>
            <a:custGeom>
              <a:rect b="b" l="l" r="r" t="t"/>
              <a:pathLst>
                <a:path extrusionOk="0" h="11443" w="11437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37" y="8874"/>
                    <a:pt x="11437" y="5718"/>
                  </a:cubicBezTo>
                  <a:cubicBezTo>
                    <a:pt x="11437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8" name="Google Shape;31588;p32"/>
            <p:cNvSpPr/>
            <p:nvPr/>
          </p:nvSpPr>
          <p:spPr>
            <a:xfrm>
              <a:off x="379565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1" y="0"/>
                    <a:pt x="1" y="2091"/>
                    <a:pt x="1" y="4666"/>
                  </a:cubicBezTo>
                  <a:cubicBezTo>
                    <a:pt x="1" y="7249"/>
                    <a:pt x="2091" y="9339"/>
                    <a:pt x="4674" y="9339"/>
                  </a:cubicBezTo>
                  <a:cubicBezTo>
                    <a:pt x="7256" y="9339"/>
                    <a:pt x="9347" y="7249"/>
                    <a:pt x="9347" y="4666"/>
                  </a:cubicBezTo>
                  <a:cubicBezTo>
                    <a:pt x="9347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9" name="Google Shape;31589;p32"/>
            <p:cNvSpPr/>
            <p:nvPr/>
          </p:nvSpPr>
          <p:spPr>
            <a:xfrm>
              <a:off x="379465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0" y="2117"/>
                    <a:pt x="0" y="4713"/>
                  </a:cubicBezTo>
                  <a:cubicBezTo>
                    <a:pt x="0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0" name="Google Shape;31590;p32"/>
            <p:cNvSpPr/>
            <p:nvPr/>
          </p:nvSpPr>
          <p:spPr>
            <a:xfrm>
              <a:off x="3824475" y="3111850"/>
              <a:ext cx="176025" cy="176175"/>
            </a:xfrm>
            <a:custGeom>
              <a:rect b="b" l="l" r="r" t="t"/>
              <a:pathLst>
                <a:path extrusionOk="0" h="7047" w="7041">
                  <a:moveTo>
                    <a:pt x="3521" y="1"/>
                  </a:moveTo>
                  <a:cubicBezTo>
                    <a:pt x="1572" y="1"/>
                    <a:pt x="1" y="1578"/>
                    <a:pt x="1" y="3520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0"/>
                  </a:cubicBezTo>
                  <a:cubicBezTo>
                    <a:pt x="7040" y="1578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1" name="Google Shape;31591;p32"/>
            <p:cNvSpPr/>
            <p:nvPr/>
          </p:nvSpPr>
          <p:spPr>
            <a:xfrm>
              <a:off x="3823300" y="3110850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5"/>
                    <a:pt x="7047" y="3560"/>
                  </a:cubicBezTo>
                  <a:cubicBezTo>
                    <a:pt x="7047" y="5482"/>
                    <a:pt x="5489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35" y="5529"/>
                    <a:pt x="7135" y="3560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2" name="Google Shape;31592;p32"/>
            <p:cNvSpPr/>
            <p:nvPr/>
          </p:nvSpPr>
          <p:spPr>
            <a:xfrm>
              <a:off x="384960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3" name="Google Shape;31593;p32"/>
            <p:cNvSpPr/>
            <p:nvPr/>
          </p:nvSpPr>
          <p:spPr>
            <a:xfrm>
              <a:off x="3848600" y="3135950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1" y="3972"/>
                    <a:pt x="5111" y="2556"/>
                  </a:cubicBezTo>
                  <a:cubicBezTo>
                    <a:pt x="5111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4" name="Google Shape;31594;p32"/>
            <p:cNvSpPr/>
            <p:nvPr/>
          </p:nvSpPr>
          <p:spPr>
            <a:xfrm>
              <a:off x="387825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0"/>
                  </a:moveTo>
                  <a:cubicBezTo>
                    <a:pt x="614" y="0"/>
                    <a:pt x="1" y="614"/>
                    <a:pt x="1" y="1362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2"/>
                  </a:cubicBezTo>
                  <a:cubicBezTo>
                    <a:pt x="2732" y="614"/>
                    <a:pt x="2125" y="0"/>
                    <a:pt x="137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5" name="Google Shape;31595;p32"/>
            <p:cNvSpPr/>
            <p:nvPr/>
          </p:nvSpPr>
          <p:spPr>
            <a:xfrm>
              <a:off x="3877250" y="3164775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6" name="Google Shape;31596;p32"/>
            <p:cNvSpPr/>
            <p:nvPr/>
          </p:nvSpPr>
          <p:spPr>
            <a:xfrm>
              <a:off x="408140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7" name="Google Shape;31597;p32"/>
            <p:cNvSpPr/>
            <p:nvPr/>
          </p:nvSpPr>
          <p:spPr>
            <a:xfrm>
              <a:off x="4080375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91" y="88"/>
                    <a:pt x="13372" y="3068"/>
                    <a:pt x="13372" y="6730"/>
                  </a:cubicBezTo>
                  <a:cubicBezTo>
                    <a:pt x="13372" y="10391"/>
                    <a:pt x="10391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8" name="Google Shape;31598;p32"/>
            <p:cNvSpPr/>
            <p:nvPr/>
          </p:nvSpPr>
          <p:spPr>
            <a:xfrm>
              <a:off x="4104825" y="3057900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20"/>
                    <a:pt x="2542" y="11363"/>
                    <a:pt x="5678" y="11363"/>
                  </a:cubicBezTo>
                  <a:cubicBezTo>
                    <a:pt x="8813" y="11363"/>
                    <a:pt x="11355" y="8820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9" name="Google Shape;31599;p32"/>
            <p:cNvSpPr/>
            <p:nvPr/>
          </p:nvSpPr>
          <p:spPr>
            <a:xfrm>
              <a:off x="4103650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80" y="11443"/>
                    <a:pt x="11443" y="8874"/>
                    <a:pt x="11443" y="5718"/>
                  </a:cubicBezTo>
                  <a:cubicBezTo>
                    <a:pt x="11443" y="2569"/>
                    <a:pt x="8880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0" name="Google Shape;31600;p32"/>
            <p:cNvSpPr/>
            <p:nvPr/>
          </p:nvSpPr>
          <p:spPr>
            <a:xfrm>
              <a:off x="4129950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1" name="Google Shape;31601;p32"/>
            <p:cNvSpPr/>
            <p:nvPr/>
          </p:nvSpPr>
          <p:spPr>
            <a:xfrm>
              <a:off x="4128925" y="3082025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3" y="88"/>
                    <a:pt x="9339" y="2164"/>
                    <a:pt x="9339" y="4713"/>
                  </a:cubicBezTo>
                  <a:cubicBezTo>
                    <a:pt x="9339" y="7269"/>
                    <a:pt x="7263" y="9346"/>
                    <a:pt x="4714" y="9346"/>
                  </a:cubicBezTo>
                  <a:cubicBezTo>
                    <a:pt x="2158" y="9346"/>
                    <a:pt x="81" y="7269"/>
                    <a:pt x="81" y="4713"/>
                  </a:cubicBezTo>
                  <a:cubicBezTo>
                    <a:pt x="81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0" y="9433"/>
                    <a:pt x="9427" y="7316"/>
                    <a:pt x="9427" y="4713"/>
                  </a:cubicBezTo>
                  <a:cubicBezTo>
                    <a:pt x="9427" y="2117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2" name="Google Shape;31602;p32"/>
            <p:cNvSpPr/>
            <p:nvPr/>
          </p:nvSpPr>
          <p:spPr>
            <a:xfrm>
              <a:off x="415860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3" name="Google Shape;31603;p32"/>
            <p:cNvSpPr/>
            <p:nvPr/>
          </p:nvSpPr>
          <p:spPr>
            <a:xfrm>
              <a:off x="4157575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8" y="5482"/>
                    <a:pt x="88" y="3560"/>
                  </a:cubicBezTo>
                  <a:cubicBezTo>
                    <a:pt x="88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4" name="Google Shape;31604;p32"/>
            <p:cNvSpPr/>
            <p:nvPr/>
          </p:nvSpPr>
          <p:spPr>
            <a:xfrm>
              <a:off x="4183875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5" name="Google Shape;31605;p32"/>
            <p:cNvSpPr/>
            <p:nvPr/>
          </p:nvSpPr>
          <p:spPr>
            <a:xfrm>
              <a:off x="418270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6" name="Google Shape;31606;p32"/>
            <p:cNvSpPr/>
            <p:nvPr/>
          </p:nvSpPr>
          <p:spPr>
            <a:xfrm>
              <a:off x="4212550" y="3165800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2"/>
                  </a:cubicBezTo>
                  <a:cubicBezTo>
                    <a:pt x="2731" y="614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7" name="Google Shape;31607;p32"/>
            <p:cNvSpPr/>
            <p:nvPr/>
          </p:nvSpPr>
          <p:spPr>
            <a:xfrm>
              <a:off x="4211525" y="3164775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1" y="2138"/>
                    <a:pt x="81" y="1403"/>
                  </a:cubicBezTo>
                  <a:cubicBezTo>
                    <a:pt x="81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85"/>
                    <a:pt x="634" y="2813"/>
                    <a:pt x="1410" y="2813"/>
                  </a:cubicBezTo>
                  <a:cubicBezTo>
                    <a:pt x="2185" y="2813"/>
                    <a:pt x="2819" y="2185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8" name="Google Shape;31608;p32"/>
            <p:cNvSpPr/>
            <p:nvPr/>
          </p:nvSpPr>
          <p:spPr>
            <a:xfrm>
              <a:off x="4415675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2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2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9" name="Google Shape;31609;p32"/>
            <p:cNvSpPr/>
            <p:nvPr/>
          </p:nvSpPr>
          <p:spPr>
            <a:xfrm>
              <a:off x="4414650" y="3029925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3" y="88"/>
                  </a:moveTo>
                  <a:cubicBezTo>
                    <a:pt x="10385" y="88"/>
                    <a:pt x="13365" y="3068"/>
                    <a:pt x="13365" y="6730"/>
                  </a:cubicBezTo>
                  <a:cubicBezTo>
                    <a:pt x="13365" y="10391"/>
                    <a:pt x="10385" y="13372"/>
                    <a:pt x="6723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8"/>
                    <a:pt x="3062" y="88"/>
                    <a:pt x="6723" y="88"/>
                  </a:cubicBezTo>
                  <a:close/>
                  <a:moveTo>
                    <a:pt x="6723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3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0" name="Google Shape;31610;p32"/>
            <p:cNvSpPr/>
            <p:nvPr/>
          </p:nvSpPr>
          <p:spPr>
            <a:xfrm>
              <a:off x="4438925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50" y="1"/>
                    <a:pt x="1" y="2543"/>
                    <a:pt x="1" y="5678"/>
                  </a:cubicBezTo>
                  <a:cubicBezTo>
                    <a:pt x="1" y="8820"/>
                    <a:pt x="2550" y="11363"/>
                    <a:pt x="5685" y="11363"/>
                  </a:cubicBezTo>
                  <a:cubicBezTo>
                    <a:pt x="8820" y="11363"/>
                    <a:pt x="11362" y="8820"/>
                    <a:pt x="11362" y="5678"/>
                  </a:cubicBezTo>
                  <a:cubicBezTo>
                    <a:pt x="11362" y="2543"/>
                    <a:pt x="8820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1" name="Google Shape;31611;p32"/>
            <p:cNvSpPr/>
            <p:nvPr/>
          </p:nvSpPr>
          <p:spPr>
            <a:xfrm>
              <a:off x="4437925" y="3056900"/>
              <a:ext cx="286075" cy="286075"/>
            </a:xfrm>
            <a:custGeom>
              <a:rect b="b" l="l" r="r" t="t"/>
              <a:pathLst>
                <a:path extrusionOk="0" h="11443" w="11443">
                  <a:moveTo>
                    <a:pt x="5725" y="88"/>
                  </a:moveTo>
                  <a:cubicBezTo>
                    <a:pt x="8833" y="88"/>
                    <a:pt x="11362" y="2617"/>
                    <a:pt x="11362" y="5718"/>
                  </a:cubicBezTo>
                  <a:cubicBezTo>
                    <a:pt x="11362" y="8827"/>
                    <a:pt x="8833" y="11355"/>
                    <a:pt x="5725" y="11355"/>
                  </a:cubicBezTo>
                  <a:cubicBezTo>
                    <a:pt x="2616" y="11355"/>
                    <a:pt x="88" y="8827"/>
                    <a:pt x="88" y="5718"/>
                  </a:cubicBezTo>
                  <a:cubicBezTo>
                    <a:pt x="88" y="2617"/>
                    <a:pt x="2616" y="88"/>
                    <a:pt x="5725" y="88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2" name="Google Shape;31612;p32"/>
            <p:cNvSpPr/>
            <p:nvPr/>
          </p:nvSpPr>
          <p:spPr>
            <a:xfrm>
              <a:off x="4464225" y="3083200"/>
              <a:ext cx="233650" cy="233500"/>
            </a:xfrm>
            <a:custGeom>
              <a:rect b="b" l="l" r="r" t="t"/>
              <a:pathLst>
                <a:path extrusionOk="0" h="9340" w="9346">
                  <a:moveTo>
                    <a:pt x="4673" y="0"/>
                  </a:moveTo>
                  <a:cubicBezTo>
                    <a:pt x="2090" y="0"/>
                    <a:pt x="0" y="2091"/>
                    <a:pt x="0" y="4666"/>
                  </a:cubicBezTo>
                  <a:cubicBezTo>
                    <a:pt x="0" y="7249"/>
                    <a:pt x="2090" y="9339"/>
                    <a:pt x="4673" y="9339"/>
                  </a:cubicBezTo>
                  <a:cubicBezTo>
                    <a:pt x="7249" y="9339"/>
                    <a:pt x="9346" y="7249"/>
                    <a:pt x="9346" y="4666"/>
                  </a:cubicBezTo>
                  <a:cubicBezTo>
                    <a:pt x="9346" y="2091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3" name="Google Shape;31613;p32"/>
            <p:cNvSpPr/>
            <p:nvPr/>
          </p:nvSpPr>
          <p:spPr>
            <a:xfrm>
              <a:off x="4463025" y="3082025"/>
              <a:ext cx="235875" cy="235850"/>
            </a:xfrm>
            <a:custGeom>
              <a:rect b="b" l="l" r="r" t="t"/>
              <a:pathLst>
                <a:path extrusionOk="0" h="9434" w="9435">
                  <a:moveTo>
                    <a:pt x="4721" y="88"/>
                  </a:moveTo>
                  <a:cubicBezTo>
                    <a:pt x="7270" y="88"/>
                    <a:pt x="9347" y="2164"/>
                    <a:pt x="9347" y="4713"/>
                  </a:cubicBezTo>
                  <a:cubicBezTo>
                    <a:pt x="9347" y="7269"/>
                    <a:pt x="7270" y="9346"/>
                    <a:pt x="4721" y="9346"/>
                  </a:cubicBezTo>
                  <a:cubicBezTo>
                    <a:pt x="2165" y="9346"/>
                    <a:pt x="89" y="7269"/>
                    <a:pt x="89" y="4713"/>
                  </a:cubicBezTo>
                  <a:cubicBezTo>
                    <a:pt x="89" y="2164"/>
                    <a:pt x="2165" y="88"/>
                    <a:pt x="4721" y="88"/>
                  </a:cubicBezTo>
                  <a:close/>
                  <a:moveTo>
                    <a:pt x="4721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21" y="9433"/>
                  </a:cubicBezTo>
                  <a:cubicBezTo>
                    <a:pt x="7317" y="9433"/>
                    <a:pt x="9434" y="7316"/>
                    <a:pt x="9434" y="4713"/>
                  </a:cubicBezTo>
                  <a:cubicBezTo>
                    <a:pt x="9434" y="2117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4" name="Google Shape;31614;p32"/>
            <p:cNvSpPr/>
            <p:nvPr/>
          </p:nvSpPr>
          <p:spPr>
            <a:xfrm>
              <a:off x="4492875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5" name="Google Shape;31615;p32"/>
            <p:cNvSpPr/>
            <p:nvPr/>
          </p:nvSpPr>
          <p:spPr>
            <a:xfrm>
              <a:off x="4491850" y="3110850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5"/>
                    <a:pt x="7047" y="3560"/>
                  </a:cubicBezTo>
                  <a:cubicBezTo>
                    <a:pt x="7047" y="5482"/>
                    <a:pt x="5483" y="7046"/>
                    <a:pt x="3568" y="7046"/>
                  </a:cubicBezTo>
                  <a:cubicBezTo>
                    <a:pt x="1646" y="7046"/>
                    <a:pt x="89" y="5482"/>
                    <a:pt x="89" y="3560"/>
                  </a:cubicBezTo>
                  <a:cubicBezTo>
                    <a:pt x="89" y="1645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8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6" name="Google Shape;31616;p32"/>
            <p:cNvSpPr/>
            <p:nvPr/>
          </p:nvSpPr>
          <p:spPr>
            <a:xfrm>
              <a:off x="4518150" y="3136975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7" name="Google Shape;31617;p32"/>
            <p:cNvSpPr/>
            <p:nvPr/>
          </p:nvSpPr>
          <p:spPr>
            <a:xfrm>
              <a:off x="451697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8" name="Google Shape;31618;p32"/>
            <p:cNvSpPr/>
            <p:nvPr/>
          </p:nvSpPr>
          <p:spPr>
            <a:xfrm>
              <a:off x="454682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2"/>
                  </a:cubicBezTo>
                  <a:cubicBezTo>
                    <a:pt x="2731" y="614"/>
                    <a:pt x="2117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9" name="Google Shape;31619;p32"/>
            <p:cNvSpPr/>
            <p:nvPr/>
          </p:nvSpPr>
          <p:spPr>
            <a:xfrm>
              <a:off x="454580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10" y="2813"/>
                  </a:cubicBezTo>
                  <a:cubicBezTo>
                    <a:pt x="2185" y="2813"/>
                    <a:pt x="2812" y="2185"/>
                    <a:pt x="2812" y="1403"/>
                  </a:cubicBezTo>
                  <a:cubicBezTo>
                    <a:pt x="2812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0" name="Google Shape;31620;p32"/>
            <p:cNvSpPr/>
            <p:nvPr/>
          </p:nvSpPr>
          <p:spPr>
            <a:xfrm>
              <a:off x="4749950" y="3030925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1" name="Google Shape;31621;p32"/>
            <p:cNvSpPr/>
            <p:nvPr/>
          </p:nvSpPr>
          <p:spPr>
            <a:xfrm>
              <a:off x="4748775" y="3029925"/>
              <a:ext cx="336475" cy="336325"/>
            </a:xfrm>
            <a:custGeom>
              <a:rect b="b" l="l" r="r" t="t"/>
              <a:pathLst>
                <a:path extrusionOk="0" h="13453" w="13459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2" name="Google Shape;31622;p32"/>
            <p:cNvSpPr/>
            <p:nvPr/>
          </p:nvSpPr>
          <p:spPr>
            <a:xfrm>
              <a:off x="4773200" y="3057900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8" y="11363"/>
                  </a:cubicBezTo>
                  <a:cubicBezTo>
                    <a:pt x="8821" y="11363"/>
                    <a:pt x="11363" y="8820"/>
                    <a:pt x="11363" y="5678"/>
                  </a:cubicBezTo>
                  <a:cubicBezTo>
                    <a:pt x="11363" y="2543"/>
                    <a:pt x="8821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3" name="Google Shape;31623;p32"/>
            <p:cNvSpPr/>
            <p:nvPr/>
          </p:nvSpPr>
          <p:spPr>
            <a:xfrm>
              <a:off x="4772200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8" y="88"/>
                  </a:moveTo>
                  <a:cubicBezTo>
                    <a:pt x="8827" y="88"/>
                    <a:pt x="11355" y="2617"/>
                    <a:pt x="11355" y="5718"/>
                  </a:cubicBezTo>
                  <a:cubicBezTo>
                    <a:pt x="11355" y="8827"/>
                    <a:pt x="8827" y="11355"/>
                    <a:pt x="5718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7"/>
                    <a:pt x="2617" y="88"/>
                    <a:pt x="5718" y="88"/>
                  </a:cubicBezTo>
                  <a:close/>
                  <a:moveTo>
                    <a:pt x="5718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18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4" name="Google Shape;31624;p32"/>
            <p:cNvSpPr/>
            <p:nvPr/>
          </p:nvSpPr>
          <p:spPr>
            <a:xfrm>
              <a:off x="4798500" y="3083200"/>
              <a:ext cx="233500" cy="233500"/>
            </a:xfrm>
            <a:custGeom>
              <a:rect b="b" l="l" r="r" t="t"/>
              <a:pathLst>
                <a:path extrusionOk="0" h="9340" w="9340">
                  <a:moveTo>
                    <a:pt x="4666" y="0"/>
                  </a:moveTo>
                  <a:cubicBezTo>
                    <a:pt x="2091" y="0"/>
                    <a:pt x="0" y="2091"/>
                    <a:pt x="0" y="4666"/>
                  </a:cubicBezTo>
                  <a:cubicBezTo>
                    <a:pt x="0" y="7249"/>
                    <a:pt x="2091" y="9339"/>
                    <a:pt x="4666" y="9339"/>
                  </a:cubicBezTo>
                  <a:cubicBezTo>
                    <a:pt x="7249" y="9339"/>
                    <a:pt x="9339" y="7249"/>
                    <a:pt x="9339" y="4666"/>
                  </a:cubicBezTo>
                  <a:cubicBezTo>
                    <a:pt x="9339" y="2091"/>
                    <a:pt x="7249" y="0"/>
                    <a:pt x="46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5" name="Google Shape;31625;p32"/>
            <p:cNvSpPr/>
            <p:nvPr/>
          </p:nvSpPr>
          <p:spPr>
            <a:xfrm>
              <a:off x="4797325" y="3082025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3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3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3" y="88"/>
                  </a:cubicBezTo>
                  <a:close/>
                  <a:moveTo>
                    <a:pt x="4713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3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6" name="Google Shape;31626;p32"/>
            <p:cNvSpPr/>
            <p:nvPr/>
          </p:nvSpPr>
          <p:spPr>
            <a:xfrm>
              <a:off x="4827150" y="3111850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7" name="Google Shape;31627;p32"/>
            <p:cNvSpPr/>
            <p:nvPr/>
          </p:nvSpPr>
          <p:spPr>
            <a:xfrm>
              <a:off x="4826150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6"/>
                    <a:pt x="3560" y="7046"/>
                  </a:cubicBezTo>
                  <a:cubicBezTo>
                    <a:pt x="1645" y="7046"/>
                    <a:pt x="81" y="5482"/>
                    <a:pt x="81" y="3560"/>
                  </a:cubicBezTo>
                  <a:cubicBezTo>
                    <a:pt x="81" y="1645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0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8" name="Google Shape;31628;p32"/>
            <p:cNvSpPr/>
            <p:nvPr/>
          </p:nvSpPr>
          <p:spPr>
            <a:xfrm>
              <a:off x="4852275" y="3136975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5"/>
                  </a:cubicBezTo>
                  <a:cubicBezTo>
                    <a:pt x="5037" y="1126"/>
                    <a:pt x="3911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9" name="Google Shape;31629;p32"/>
            <p:cNvSpPr/>
            <p:nvPr/>
          </p:nvSpPr>
          <p:spPr>
            <a:xfrm>
              <a:off x="4851250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6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0" name="Google Shape;31630;p32"/>
            <p:cNvSpPr/>
            <p:nvPr/>
          </p:nvSpPr>
          <p:spPr>
            <a:xfrm>
              <a:off x="4881100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0"/>
                  </a:moveTo>
                  <a:cubicBezTo>
                    <a:pt x="614" y="0"/>
                    <a:pt x="0" y="614"/>
                    <a:pt x="0" y="1362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1" name="Google Shape;31631;p32"/>
            <p:cNvSpPr/>
            <p:nvPr/>
          </p:nvSpPr>
          <p:spPr>
            <a:xfrm>
              <a:off x="4880075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3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3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3" y="2813"/>
                  </a:cubicBezTo>
                  <a:cubicBezTo>
                    <a:pt x="2186" y="2813"/>
                    <a:pt x="2813" y="2185"/>
                    <a:pt x="2813" y="1403"/>
                  </a:cubicBezTo>
                  <a:cubicBezTo>
                    <a:pt x="2813" y="628"/>
                    <a:pt x="2186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2" name="Google Shape;31632;p32"/>
            <p:cNvSpPr/>
            <p:nvPr/>
          </p:nvSpPr>
          <p:spPr>
            <a:xfrm>
              <a:off x="5084225" y="3030925"/>
              <a:ext cx="334125" cy="334325"/>
            </a:xfrm>
            <a:custGeom>
              <a:rect b="b" l="l" r="r" t="t"/>
              <a:pathLst>
                <a:path extrusionOk="0" h="13373" w="13365">
                  <a:moveTo>
                    <a:pt x="6683" y="1"/>
                  </a:moveTo>
                  <a:cubicBezTo>
                    <a:pt x="2988" y="1"/>
                    <a:pt x="0" y="2995"/>
                    <a:pt x="0" y="6690"/>
                  </a:cubicBezTo>
                  <a:cubicBezTo>
                    <a:pt x="0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3" name="Google Shape;31633;p32"/>
            <p:cNvSpPr/>
            <p:nvPr/>
          </p:nvSpPr>
          <p:spPr>
            <a:xfrm>
              <a:off x="5083050" y="3029925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8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8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4" name="Google Shape;31634;p32"/>
            <p:cNvSpPr/>
            <p:nvPr/>
          </p:nvSpPr>
          <p:spPr>
            <a:xfrm>
              <a:off x="5107475" y="3057900"/>
              <a:ext cx="283925" cy="284075"/>
            </a:xfrm>
            <a:custGeom>
              <a:rect b="b" l="l" r="r" t="t"/>
              <a:pathLst>
                <a:path extrusionOk="0" h="11363" w="11357">
                  <a:moveTo>
                    <a:pt x="5679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20"/>
                    <a:pt x="2543" y="11363"/>
                    <a:pt x="5679" y="11363"/>
                  </a:cubicBezTo>
                  <a:cubicBezTo>
                    <a:pt x="8814" y="11363"/>
                    <a:pt x="11356" y="8820"/>
                    <a:pt x="11356" y="5678"/>
                  </a:cubicBezTo>
                  <a:cubicBezTo>
                    <a:pt x="11356" y="2543"/>
                    <a:pt x="8814" y="1"/>
                    <a:pt x="567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5" name="Google Shape;31635;p32"/>
            <p:cNvSpPr/>
            <p:nvPr/>
          </p:nvSpPr>
          <p:spPr>
            <a:xfrm>
              <a:off x="5106475" y="3056900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8"/>
                  </a:moveTo>
                  <a:cubicBezTo>
                    <a:pt x="8827" y="88"/>
                    <a:pt x="11356" y="2617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7"/>
                    <a:pt x="2610" y="88"/>
                    <a:pt x="5719" y="88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6" name="Google Shape;31636;p32"/>
            <p:cNvSpPr/>
            <p:nvPr/>
          </p:nvSpPr>
          <p:spPr>
            <a:xfrm>
              <a:off x="5132600" y="3083200"/>
              <a:ext cx="233675" cy="233500"/>
            </a:xfrm>
            <a:custGeom>
              <a:rect b="b" l="l" r="r" t="t"/>
              <a:pathLst>
                <a:path extrusionOk="0" h="9340" w="9347">
                  <a:moveTo>
                    <a:pt x="4674" y="0"/>
                  </a:moveTo>
                  <a:cubicBezTo>
                    <a:pt x="2098" y="0"/>
                    <a:pt x="1" y="2091"/>
                    <a:pt x="1" y="4666"/>
                  </a:cubicBezTo>
                  <a:cubicBezTo>
                    <a:pt x="1" y="7249"/>
                    <a:pt x="2098" y="9339"/>
                    <a:pt x="4674" y="9339"/>
                  </a:cubicBezTo>
                  <a:cubicBezTo>
                    <a:pt x="7256" y="9339"/>
                    <a:pt x="9346" y="7249"/>
                    <a:pt x="9346" y="4666"/>
                  </a:cubicBezTo>
                  <a:cubicBezTo>
                    <a:pt x="9346" y="2091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7" name="Google Shape;31637;p32"/>
            <p:cNvSpPr/>
            <p:nvPr/>
          </p:nvSpPr>
          <p:spPr>
            <a:xfrm>
              <a:off x="5131600" y="3082025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8" name="Google Shape;31638;p32"/>
            <p:cNvSpPr/>
            <p:nvPr/>
          </p:nvSpPr>
          <p:spPr>
            <a:xfrm>
              <a:off x="5161425" y="3111850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9" name="Google Shape;31639;p32"/>
            <p:cNvSpPr/>
            <p:nvPr/>
          </p:nvSpPr>
          <p:spPr>
            <a:xfrm>
              <a:off x="5160425" y="3110850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6"/>
                    <a:pt x="3561" y="7046"/>
                  </a:cubicBezTo>
                  <a:cubicBezTo>
                    <a:pt x="1646" y="7046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0" name="Google Shape;31640;p32"/>
            <p:cNvSpPr/>
            <p:nvPr/>
          </p:nvSpPr>
          <p:spPr>
            <a:xfrm>
              <a:off x="5186550" y="3136975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1" name="Google Shape;31641;p32"/>
            <p:cNvSpPr/>
            <p:nvPr/>
          </p:nvSpPr>
          <p:spPr>
            <a:xfrm>
              <a:off x="5185525" y="3135950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57" y="5031"/>
                  </a:cubicBezTo>
                  <a:cubicBezTo>
                    <a:pt x="1194" y="5031"/>
                    <a:pt x="82" y="3925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57" y="5119"/>
                  </a:cubicBezTo>
                  <a:cubicBezTo>
                    <a:pt x="3966" y="5119"/>
                    <a:pt x="5119" y="3972"/>
                    <a:pt x="5119" y="2556"/>
                  </a:cubicBezTo>
                  <a:cubicBezTo>
                    <a:pt x="5119" y="1147"/>
                    <a:pt x="3966" y="1"/>
                    <a:pt x="255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2" name="Google Shape;31642;p32"/>
            <p:cNvSpPr/>
            <p:nvPr/>
          </p:nvSpPr>
          <p:spPr>
            <a:xfrm>
              <a:off x="5215375" y="3165800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7" y="0"/>
                    <a:pt x="0" y="614"/>
                    <a:pt x="0" y="1362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2"/>
                  </a:cubicBezTo>
                  <a:cubicBezTo>
                    <a:pt x="2731" y="614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3" name="Google Shape;31643;p32"/>
            <p:cNvSpPr/>
            <p:nvPr/>
          </p:nvSpPr>
          <p:spPr>
            <a:xfrm>
              <a:off x="5214350" y="3164775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04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04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04" y="82"/>
                  </a:cubicBezTo>
                  <a:close/>
                  <a:moveTo>
                    <a:pt x="1404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85"/>
                    <a:pt x="628" y="2813"/>
                    <a:pt x="1404" y="2813"/>
                  </a:cubicBezTo>
                  <a:cubicBezTo>
                    <a:pt x="2179" y="2813"/>
                    <a:pt x="2813" y="2185"/>
                    <a:pt x="2813" y="1403"/>
                  </a:cubicBezTo>
                  <a:cubicBezTo>
                    <a:pt x="2813" y="628"/>
                    <a:pt x="2179" y="1"/>
                    <a:pt x="140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4" name="Google Shape;31644;p32"/>
            <p:cNvSpPr/>
            <p:nvPr/>
          </p:nvSpPr>
          <p:spPr>
            <a:xfrm>
              <a:off x="358157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5" name="Google Shape;31645;p32"/>
            <p:cNvSpPr/>
            <p:nvPr/>
          </p:nvSpPr>
          <p:spPr>
            <a:xfrm>
              <a:off x="358055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24" y="88"/>
                  </a:moveTo>
                  <a:cubicBezTo>
                    <a:pt x="10392" y="88"/>
                    <a:pt x="13365" y="3062"/>
                    <a:pt x="13365" y="6730"/>
                  </a:cubicBezTo>
                  <a:cubicBezTo>
                    <a:pt x="13365" y="10391"/>
                    <a:pt x="1039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lose/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10432" y="13453"/>
                    <a:pt x="13453" y="10438"/>
                    <a:pt x="13453" y="6730"/>
                  </a:cubicBezTo>
                  <a:cubicBezTo>
                    <a:pt x="13453" y="3021"/>
                    <a:pt x="10432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6" name="Google Shape;31646;p32"/>
            <p:cNvSpPr/>
            <p:nvPr/>
          </p:nvSpPr>
          <p:spPr>
            <a:xfrm>
              <a:off x="3604825" y="3152975"/>
              <a:ext cx="284075" cy="284075"/>
            </a:xfrm>
            <a:custGeom>
              <a:rect b="b" l="l" r="r" t="t"/>
              <a:pathLst>
                <a:path extrusionOk="0" h="11363" w="11363">
                  <a:moveTo>
                    <a:pt x="5685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85" y="11363"/>
                  </a:cubicBezTo>
                  <a:cubicBezTo>
                    <a:pt x="8821" y="11363"/>
                    <a:pt x="11363" y="8814"/>
                    <a:pt x="11363" y="5678"/>
                  </a:cubicBezTo>
                  <a:cubicBezTo>
                    <a:pt x="11363" y="2543"/>
                    <a:pt x="8821" y="1"/>
                    <a:pt x="568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7" name="Google Shape;31647;p32"/>
            <p:cNvSpPr/>
            <p:nvPr/>
          </p:nvSpPr>
          <p:spPr>
            <a:xfrm>
              <a:off x="360382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25" y="81"/>
                  </a:moveTo>
                  <a:cubicBezTo>
                    <a:pt x="8834" y="81"/>
                    <a:pt x="11362" y="2610"/>
                    <a:pt x="11362" y="5718"/>
                  </a:cubicBezTo>
                  <a:cubicBezTo>
                    <a:pt x="11362" y="8827"/>
                    <a:pt x="8834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lose/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8" name="Google Shape;31648;p32"/>
            <p:cNvSpPr/>
            <p:nvPr/>
          </p:nvSpPr>
          <p:spPr>
            <a:xfrm>
              <a:off x="363012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7249" y="9346"/>
                    <a:pt x="9346" y="7256"/>
                    <a:pt x="9346" y="4673"/>
                  </a:cubicBezTo>
                  <a:cubicBezTo>
                    <a:pt x="9346" y="2098"/>
                    <a:pt x="7249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9" name="Google Shape;31649;p32"/>
            <p:cNvSpPr/>
            <p:nvPr/>
          </p:nvSpPr>
          <p:spPr>
            <a:xfrm>
              <a:off x="3628950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20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20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20" y="88"/>
                  </a:cubicBezTo>
                  <a:close/>
                  <a:moveTo>
                    <a:pt x="4720" y="0"/>
                  </a:moveTo>
                  <a:cubicBezTo>
                    <a:pt x="2117" y="0"/>
                    <a:pt x="0" y="2117"/>
                    <a:pt x="0" y="4713"/>
                  </a:cubicBezTo>
                  <a:cubicBezTo>
                    <a:pt x="0" y="7316"/>
                    <a:pt x="2117" y="9433"/>
                    <a:pt x="4720" y="9433"/>
                  </a:cubicBezTo>
                  <a:cubicBezTo>
                    <a:pt x="7316" y="9433"/>
                    <a:pt x="9433" y="7316"/>
                    <a:pt x="9433" y="4713"/>
                  </a:cubicBezTo>
                  <a:cubicBezTo>
                    <a:pt x="9433" y="2117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0" name="Google Shape;31650;p32"/>
            <p:cNvSpPr/>
            <p:nvPr/>
          </p:nvSpPr>
          <p:spPr>
            <a:xfrm>
              <a:off x="365877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1" name="Google Shape;31651;p32"/>
            <p:cNvSpPr/>
            <p:nvPr/>
          </p:nvSpPr>
          <p:spPr>
            <a:xfrm>
              <a:off x="365777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2" name="Google Shape;31652;p32"/>
            <p:cNvSpPr/>
            <p:nvPr/>
          </p:nvSpPr>
          <p:spPr>
            <a:xfrm>
              <a:off x="3683900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22" y="0"/>
                  </a:moveTo>
                  <a:cubicBezTo>
                    <a:pt x="1133" y="0"/>
                    <a:pt x="0" y="1126"/>
                    <a:pt x="0" y="2515"/>
                  </a:cubicBezTo>
                  <a:cubicBezTo>
                    <a:pt x="0" y="3904"/>
                    <a:pt x="1133" y="5030"/>
                    <a:pt x="2522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2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3" name="Google Shape;31653;p32"/>
            <p:cNvSpPr/>
            <p:nvPr/>
          </p:nvSpPr>
          <p:spPr>
            <a:xfrm>
              <a:off x="368287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1" y="1194"/>
                    <a:pt x="5031" y="2556"/>
                  </a:cubicBezTo>
                  <a:cubicBezTo>
                    <a:pt x="5031" y="3925"/>
                    <a:pt x="3925" y="5031"/>
                    <a:pt x="2563" y="5031"/>
                  </a:cubicBezTo>
                  <a:cubicBezTo>
                    <a:pt x="1194" y="5031"/>
                    <a:pt x="89" y="3925"/>
                    <a:pt x="89" y="2556"/>
                  </a:cubicBezTo>
                  <a:cubicBezTo>
                    <a:pt x="89" y="1194"/>
                    <a:pt x="1194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47" y="1"/>
                    <a:pt x="1" y="1147"/>
                    <a:pt x="1" y="2556"/>
                  </a:cubicBezTo>
                  <a:cubicBezTo>
                    <a:pt x="1" y="3972"/>
                    <a:pt x="1147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4" name="Google Shape;31654;p32"/>
            <p:cNvSpPr/>
            <p:nvPr/>
          </p:nvSpPr>
          <p:spPr>
            <a:xfrm>
              <a:off x="371272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5" name="Google Shape;31655;p32"/>
            <p:cNvSpPr/>
            <p:nvPr/>
          </p:nvSpPr>
          <p:spPr>
            <a:xfrm>
              <a:off x="3711700" y="3259850"/>
              <a:ext cx="70325" cy="70325"/>
            </a:xfrm>
            <a:custGeom>
              <a:rect b="b" l="l" r="r" t="t"/>
              <a:pathLst>
                <a:path extrusionOk="0" h="2813" w="2813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75" y="2732"/>
                    <a:pt x="82" y="2138"/>
                    <a:pt x="82" y="1403"/>
                  </a:cubicBezTo>
                  <a:cubicBezTo>
                    <a:pt x="82" y="675"/>
                    <a:pt x="675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28" y="1"/>
                    <a:pt x="1" y="628"/>
                    <a:pt x="1" y="1403"/>
                  </a:cubicBezTo>
                  <a:cubicBezTo>
                    <a:pt x="1" y="2179"/>
                    <a:pt x="628" y="2813"/>
                    <a:pt x="1410" y="2813"/>
                  </a:cubicBezTo>
                  <a:cubicBezTo>
                    <a:pt x="2186" y="2813"/>
                    <a:pt x="2813" y="2179"/>
                    <a:pt x="2813" y="1403"/>
                  </a:cubicBezTo>
                  <a:cubicBezTo>
                    <a:pt x="2813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6" name="Google Shape;31656;p32"/>
            <p:cNvSpPr/>
            <p:nvPr/>
          </p:nvSpPr>
          <p:spPr>
            <a:xfrm>
              <a:off x="39158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3" y="1"/>
                  </a:moveTo>
                  <a:cubicBezTo>
                    <a:pt x="2994" y="1"/>
                    <a:pt x="1" y="2995"/>
                    <a:pt x="1" y="6690"/>
                  </a:cubicBezTo>
                  <a:cubicBezTo>
                    <a:pt x="1" y="10378"/>
                    <a:pt x="2994" y="13372"/>
                    <a:pt x="6683" y="13372"/>
                  </a:cubicBezTo>
                  <a:cubicBezTo>
                    <a:pt x="10378" y="13372"/>
                    <a:pt x="13372" y="10378"/>
                    <a:pt x="13372" y="6690"/>
                  </a:cubicBezTo>
                  <a:cubicBezTo>
                    <a:pt x="13372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7" name="Google Shape;31657;p32"/>
            <p:cNvSpPr/>
            <p:nvPr/>
          </p:nvSpPr>
          <p:spPr>
            <a:xfrm>
              <a:off x="3914675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1" y="3062"/>
                    <a:pt x="13371" y="6730"/>
                  </a:cubicBezTo>
                  <a:cubicBezTo>
                    <a:pt x="13371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8" name="Google Shape;31658;p32"/>
            <p:cNvSpPr/>
            <p:nvPr/>
          </p:nvSpPr>
          <p:spPr>
            <a:xfrm>
              <a:off x="3939125" y="3152975"/>
              <a:ext cx="284050" cy="284075"/>
            </a:xfrm>
            <a:custGeom>
              <a:rect b="b" l="l" r="r" t="t"/>
              <a:pathLst>
                <a:path extrusionOk="0" h="11363" w="11362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20" y="11363"/>
                    <a:pt x="11362" y="8814"/>
                    <a:pt x="11362" y="5678"/>
                  </a:cubicBezTo>
                  <a:cubicBezTo>
                    <a:pt x="11362" y="2543"/>
                    <a:pt x="8820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9" name="Google Shape;31659;p32"/>
            <p:cNvSpPr/>
            <p:nvPr/>
          </p:nvSpPr>
          <p:spPr>
            <a:xfrm>
              <a:off x="393810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70" y="0"/>
                    <a:pt x="1" y="2569"/>
                    <a:pt x="1" y="5718"/>
                  </a:cubicBezTo>
                  <a:cubicBezTo>
                    <a:pt x="1" y="8874"/>
                    <a:pt x="2570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0" name="Google Shape;31660;p32"/>
            <p:cNvSpPr/>
            <p:nvPr/>
          </p:nvSpPr>
          <p:spPr>
            <a:xfrm>
              <a:off x="3964400" y="3178100"/>
              <a:ext cx="233500" cy="233675"/>
            </a:xfrm>
            <a:custGeom>
              <a:rect b="b" l="l" r="r" t="t"/>
              <a:pathLst>
                <a:path extrusionOk="0" h="9347" w="9340">
                  <a:moveTo>
                    <a:pt x="4667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67" y="9346"/>
                  </a:cubicBezTo>
                  <a:cubicBezTo>
                    <a:pt x="7249" y="9346"/>
                    <a:pt x="9339" y="7256"/>
                    <a:pt x="9339" y="4673"/>
                  </a:cubicBezTo>
                  <a:cubicBezTo>
                    <a:pt x="9339" y="2098"/>
                    <a:pt x="7249" y="0"/>
                    <a:pt x="4667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1" name="Google Shape;31661;p32"/>
            <p:cNvSpPr/>
            <p:nvPr/>
          </p:nvSpPr>
          <p:spPr>
            <a:xfrm>
              <a:off x="3963225" y="3177100"/>
              <a:ext cx="235850" cy="235850"/>
            </a:xfrm>
            <a:custGeom>
              <a:rect b="b" l="l" r="r" t="t"/>
              <a:pathLst>
                <a:path extrusionOk="0" h="9434" w="9434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34" y="7316"/>
                    <a:pt x="9434" y="4713"/>
                  </a:cubicBezTo>
                  <a:cubicBezTo>
                    <a:pt x="9434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2" name="Google Shape;31662;p32"/>
            <p:cNvSpPr/>
            <p:nvPr/>
          </p:nvSpPr>
          <p:spPr>
            <a:xfrm>
              <a:off x="3993050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3" name="Google Shape;31663;p32"/>
            <p:cNvSpPr/>
            <p:nvPr/>
          </p:nvSpPr>
          <p:spPr>
            <a:xfrm>
              <a:off x="399205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7" y="1645"/>
                    <a:pt x="7047" y="3560"/>
                  </a:cubicBezTo>
                  <a:cubicBezTo>
                    <a:pt x="7047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1" y="7127"/>
                  </a:cubicBezTo>
                  <a:cubicBezTo>
                    <a:pt x="5529" y="7127"/>
                    <a:pt x="7128" y="5529"/>
                    <a:pt x="7128" y="3560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4" name="Google Shape;31664;p32"/>
            <p:cNvSpPr/>
            <p:nvPr/>
          </p:nvSpPr>
          <p:spPr>
            <a:xfrm>
              <a:off x="4018175" y="3232050"/>
              <a:ext cx="125950" cy="125775"/>
            </a:xfrm>
            <a:custGeom>
              <a:rect b="b" l="l" r="r" t="t"/>
              <a:pathLst>
                <a:path extrusionOk="0" h="5031" w="5038">
                  <a:moveTo>
                    <a:pt x="2516" y="0"/>
                  </a:moveTo>
                  <a:cubicBezTo>
                    <a:pt x="1127" y="0"/>
                    <a:pt x="0" y="1126"/>
                    <a:pt x="0" y="2515"/>
                  </a:cubicBezTo>
                  <a:cubicBezTo>
                    <a:pt x="0" y="3904"/>
                    <a:pt x="1127" y="5030"/>
                    <a:pt x="2516" y="5030"/>
                  </a:cubicBezTo>
                  <a:cubicBezTo>
                    <a:pt x="3911" y="5030"/>
                    <a:pt x="5037" y="3904"/>
                    <a:pt x="5037" y="2515"/>
                  </a:cubicBezTo>
                  <a:cubicBezTo>
                    <a:pt x="5037" y="1126"/>
                    <a:pt x="3911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5" name="Google Shape;31665;p32"/>
            <p:cNvSpPr/>
            <p:nvPr/>
          </p:nvSpPr>
          <p:spPr>
            <a:xfrm>
              <a:off x="4017175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4" y="82"/>
                    <a:pt x="5030" y="1194"/>
                    <a:pt x="5030" y="2556"/>
                  </a:cubicBezTo>
                  <a:cubicBezTo>
                    <a:pt x="5030" y="3925"/>
                    <a:pt x="3924" y="5031"/>
                    <a:pt x="2556" y="5031"/>
                  </a:cubicBezTo>
                  <a:cubicBezTo>
                    <a:pt x="1194" y="5031"/>
                    <a:pt x="88" y="3925"/>
                    <a:pt x="88" y="2556"/>
                  </a:cubicBezTo>
                  <a:cubicBezTo>
                    <a:pt x="88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72" y="5119"/>
                    <a:pt x="5118" y="3972"/>
                    <a:pt x="5118" y="2556"/>
                  </a:cubicBezTo>
                  <a:cubicBezTo>
                    <a:pt x="5118" y="1147"/>
                    <a:pt x="3972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6" name="Google Shape;31666;p32"/>
            <p:cNvSpPr/>
            <p:nvPr/>
          </p:nvSpPr>
          <p:spPr>
            <a:xfrm>
              <a:off x="404700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14" y="0"/>
                    <a:pt x="1" y="607"/>
                    <a:pt x="1" y="1362"/>
                  </a:cubicBezTo>
                  <a:cubicBezTo>
                    <a:pt x="1" y="2117"/>
                    <a:pt x="614" y="2731"/>
                    <a:pt x="1363" y="2731"/>
                  </a:cubicBezTo>
                  <a:cubicBezTo>
                    <a:pt x="2118" y="2731"/>
                    <a:pt x="2731" y="2117"/>
                    <a:pt x="2731" y="1362"/>
                  </a:cubicBezTo>
                  <a:cubicBezTo>
                    <a:pt x="2731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7" name="Google Shape;31667;p32"/>
            <p:cNvSpPr/>
            <p:nvPr/>
          </p:nvSpPr>
          <p:spPr>
            <a:xfrm>
              <a:off x="4046000" y="3259850"/>
              <a:ext cx="70300" cy="70325"/>
            </a:xfrm>
            <a:custGeom>
              <a:rect b="b" l="l" r="r" t="t"/>
              <a:pathLst>
                <a:path extrusionOk="0" h="2813" w="2812">
                  <a:moveTo>
                    <a:pt x="1403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03" y="2732"/>
                  </a:cubicBezTo>
                  <a:cubicBezTo>
                    <a:pt x="674" y="2732"/>
                    <a:pt x="81" y="2138"/>
                    <a:pt x="81" y="1403"/>
                  </a:cubicBezTo>
                  <a:cubicBezTo>
                    <a:pt x="81" y="675"/>
                    <a:pt x="674" y="82"/>
                    <a:pt x="1403" y="82"/>
                  </a:cubicBezTo>
                  <a:close/>
                  <a:moveTo>
                    <a:pt x="1403" y="1"/>
                  </a:moveTo>
                  <a:cubicBezTo>
                    <a:pt x="627" y="1"/>
                    <a:pt x="0" y="628"/>
                    <a:pt x="0" y="1403"/>
                  </a:cubicBezTo>
                  <a:cubicBezTo>
                    <a:pt x="0" y="2179"/>
                    <a:pt x="627" y="2813"/>
                    <a:pt x="1403" y="2813"/>
                  </a:cubicBezTo>
                  <a:cubicBezTo>
                    <a:pt x="2185" y="2813"/>
                    <a:pt x="2812" y="2179"/>
                    <a:pt x="2812" y="1403"/>
                  </a:cubicBezTo>
                  <a:cubicBezTo>
                    <a:pt x="2812" y="628"/>
                    <a:pt x="2185" y="1"/>
                    <a:pt x="140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8" name="Google Shape;31668;p32"/>
            <p:cNvSpPr/>
            <p:nvPr/>
          </p:nvSpPr>
          <p:spPr>
            <a:xfrm>
              <a:off x="4250125" y="3126000"/>
              <a:ext cx="334150" cy="334325"/>
            </a:xfrm>
            <a:custGeom>
              <a:rect b="b" l="l" r="r" t="t"/>
              <a:pathLst>
                <a:path extrusionOk="0" h="13373" w="13366">
                  <a:moveTo>
                    <a:pt x="6683" y="1"/>
                  </a:moveTo>
                  <a:cubicBezTo>
                    <a:pt x="2988" y="1"/>
                    <a:pt x="1" y="2995"/>
                    <a:pt x="1" y="6690"/>
                  </a:cubicBezTo>
                  <a:cubicBezTo>
                    <a:pt x="1" y="10378"/>
                    <a:pt x="2988" y="13372"/>
                    <a:pt x="6683" y="13372"/>
                  </a:cubicBezTo>
                  <a:cubicBezTo>
                    <a:pt x="10378" y="13372"/>
                    <a:pt x="13365" y="10378"/>
                    <a:pt x="13365" y="6690"/>
                  </a:cubicBezTo>
                  <a:cubicBezTo>
                    <a:pt x="13365" y="2995"/>
                    <a:pt x="10378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9" name="Google Shape;31669;p32"/>
            <p:cNvSpPr/>
            <p:nvPr/>
          </p:nvSpPr>
          <p:spPr>
            <a:xfrm>
              <a:off x="4248950" y="3125000"/>
              <a:ext cx="336500" cy="336325"/>
            </a:xfrm>
            <a:custGeom>
              <a:rect b="b" l="l" r="r" t="t"/>
              <a:pathLst>
                <a:path extrusionOk="0" h="13453" w="13460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8" y="13372"/>
                    <a:pt x="88" y="10391"/>
                    <a:pt x="88" y="6730"/>
                  </a:cubicBezTo>
                  <a:cubicBezTo>
                    <a:pt x="88" y="3062"/>
                    <a:pt x="3068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0" y="3021"/>
                    <a:pt x="0" y="6730"/>
                  </a:cubicBezTo>
                  <a:cubicBezTo>
                    <a:pt x="0" y="10438"/>
                    <a:pt x="3021" y="13453"/>
                    <a:pt x="6730" y="13453"/>
                  </a:cubicBezTo>
                  <a:cubicBezTo>
                    <a:pt x="10438" y="13453"/>
                    <a:pt x="13459" y="10438"/>
                    <a:pt x="13459" y="6730"/>
                  </a:cubicBezTo>
                  <a:cubicBezTo>
                    <a:pt x="13459" y="3021"/>
                    <a:pt x="10438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0" name="Google Shape;31670;p32"/>
            <p:cNvSpPr/>
            <p:nvPr/>
          </p:nvSpPr>
          <p:spPr>
            <a:xfrm>
              <a:off x="427340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1" name="Google Shape;31671;p32"/>
            <p:cNvSpPr/>
            <p:nvPr/>
          </p:nvSpPr>
          <p:spPr>
            <a:xfrm>
              <a:off x="4272375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4" y="11443"/>
                    <a:pt x="11443" y="8874"/>
                    <a:pt x="11443" y="5718"/>
                  </a:cubicBezTo>
                  <a:cubicBezTo>
                    <a:pt x="11443" y="2569"/>
                    <a:pt x="8874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2" name="Google Shape;31672;p32"/>
            <p:cNvSpPr/>
            <p:nvPr/>
          </p:nvSpPr>
          <p:spPr>
            <a:xfrm>
              <a:off x="4298500" y="3178100"/>
              <a:ext cx="233675" cy="233675"/>
            </a:xfrm>
            <a:custGeom>
              <a:rect b="b" l="l" r="r" t="t"/>
              <a:pathLst>
                <a:path extrusionOk="0" h="9347" w="9347">
                  <a:moveTo>
                    <a:pt x="4674" y="0"/>
                  </a:moveTo>
                  <a:cubicBezTo>
                    <a:pt x="2098" y="0"/>
                    <a:pt x="1" y="2098"/>
                    <a:pt x="1" y="4673"/>
                  </a:cubicBezTo>
                  <a:cubicBezTo>
                    <a:pt x="1" y="7256"/>
                    <a:pt x="2098" y="9346"/>
                    <a:pt x="4674" y="9346"/>
                  </a:cubicBezTo>
                  <a:cubicBezTo>
                    <a:pt x="7256" y="9346"/>
                    <a:pt x="9347" y="7256"/>
                    <a:pt x="9347" y="4673"/>
                  </a:cubicBezTo>
                  <a:cubicBezTo>
                    <a:pt x="9347" y="2098"/>
                    <a:pt x="7256" y="0"/>
                    <a:pt x="4674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3" name="Google Shape;31673;p32"/>
            <p:cNvSpPr/>
            <p:nvPr/>
          </p:nvSpPr>
          <p:spPr>
            <a:xfrm>
              <a:off x="4297500" y="3177100"/>
              <a:ext cx="235675" cy="235850"/>
            </a:xfrm>
            <a:custGeom>
              <a:rect b="b" l="l" r="r" t="t"/>
              <a:pathLst>
                <a:path extrusionOk="0" h="9434" w="9427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8" y="7269"/>
                    <a:pt x="88" y="4713"/>
                  </a:cubicBezTo>
                  <a:cubicBezTo>
                    <a:pt x="88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0" y="2117"/>
                    <a:pt x="0" y="4713"/>
                  </a:cubicBezTo>
                  <a:cubicBezTo>
                    <a:pt x="0" y="7316"/>
                    <a:pt x="2118" y="9433"/>
                    <a:pt x="4714" y="9433"/>
                  </a:cubicBezTo>
                  <a:cubicBezTo>
                    <a:pt x="7316" y="9433"/>
                    <a:pt x="9427" y="7316"/>
                    <a:pt x="9427" y="4713"/>
                  </a:cubicBezTo>
                  <a:cubicBezTo>
                    <a:pt x="9427" y="2117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4" name="Google Shape;31674;p32"/>
            <p:cNvSpPr/>
            <p:nvPr/>
          </p:nvSpPr>
          <p:spPr>
            <a:xfrm>
              <a:off x="4327325" y="3206925"/>
              <a:ext cx="176200" cy="176175"/>
            </a:xfrm>
            <a:custGeom>
              <a:rect b="b" l="l" r="r" t="t"/>
              <a:pathLst>
                <a:path extrusionOk="0" h="7047" w="7048">
                  <a:moveTo>
                    <a:pt x="3521" y="1"/>
                  </a:moveTo>
                  <a:cubicBezTo>
                    <a:pt x="1579" y="1"/>
                    <a:pt x="1" y="1578"/>
                    <a:pt x="1" y="3520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5" name="Google Shape;31675;p32"/>
            <p:cNvSpPr/>
            <p:nvPr/>
          </p:nvSpPr>
          <p:spPr>
            <a:xfrm>
              <a:off x="4326325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5"/>
                    <a:pt x="7040" y="3560"/>
                  </a:cubicBezTo>
                  <a:cubicBezTo>
                    <a:pt x="7040" y="5482"/>
                    <a:pt x="5482" y="7040"/>
                    <a:pt x="3561" y="7040"/>
                  </a:cubicBezTo>
                  <a:cubicBezTo>
                    <a:pt x="1646" y="7040"/>
                    <a:pt x="81" y="5482"/>
                    <a:pt x="81" y="3560"/>
                  </a:cubicBezTo>
                  <a:cubicBezTo>
                    <a:pt x="81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0" y="1598"/>
                    <a:pt x="0" y="3560"/>
                  </a:cubicBezTo>
                  <a:cubicBezTo>
                    <a:pt x="0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6" name="Google Shape;31676;p32"/>
            <p:cNvSpPr/>
            <p:nvPr/>
          </p:nvSpPr>
          <p:spPr>
            <a:xfrm>
              <a:off x="435245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7" name="Google Shape;31677;p32"/>
            <p:cNvSpPr/>
            <p:nvPr/>
          </p:nvSpPr>
          <p:spPr>
            <a:xfrm>
              <a:off x="4351450" y="3231025"/>
              <a:ext cx="127950" cy="127975"/>
            </a:xfrm>
            <a:custGeom>
              <a:rect b="b" l="l" r="r" t="t"/>
              <a:pathLst>
                <a:path extrusionOk="0" h="5119" w="5118">
                  <a:moveTo>
                    <a:pt x="2556" y="82"/>
                  </a:moveTo>
                  <a:cubicBezTo>
                    <a:pt x="3925" y="82"/>
                    <a:pt x="5030" y="1194"/>
                    <a:pt x="5030" y="2556"/>
                  </a:cubicBezTo>
                  <a:cubicBezTo>
                    <a:pt x="5030" y="3925"/>
                    <a:pt x="3925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6" y="1"/>
                    <a:pt x="0" y="1147"/>
                    <a:pt x="0" y="2556"/>
                  </a:cubicBezTo>
                  <a:cubicBezTo>
                    <a:pt x="0" y="3972"/>
                    <a:pt x="1146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8" name="Google Shape;31678;p32"/>
            <p:cNvSpPr/>
            <p:nvPr/>
          </p:nvSpPr>
          <p:spPr>
            <a:xfrm>
              <a:off x="4381275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9" name="Google Shape;31679;p32"/>
            <p:cNvSpPr/>
            <p:nvPr/>
          </p:nvSpPr>
          <p:spPr>
            <a:xfrm>
              <a:off x="4380100" y="3259850"/>
              <a:ext cx="70475" cy="70325"/>
            </a:xfrm>
            <a:custGeom>
              <a:rect b="b" l="l" r="r" t="t"/>
              <a:pathLst>
                <a:path extrusionOk="0" h="2813" w="2819">
                  <a:moveTo>
                    <a:pt x="1410" y="82"/>
                  </a:moveTo>
                  <a:cubicBezTo>
                    <a:pt x="2145" y="82"/>
                    <a:pt x="2738" y="675"/>
                    <a:pt x="2738" y="1403"/>
                  </a:cubicBezTo>
                  <a:cubicBezTo>
                    <a:pt x="2738" y="2138"/>
                    <a:pt x="2145" y="2732"/>
                    <a:pt x="1410" y="2732"/>
                  </a:cubicBezTo>
                  <a:cubicBezTo>
                    <a:pt x="681" y="2732"/>
                    <a:pt x="88" y="2138"/>
                    <a:pt x="88" y="1403"/>
                  </a:cubicBezTo>
                  <a:cubicBezTo>
                    <a:pt x="88" y="675"/>
                    <a:pt x="681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0" y="628"/>
                    <a:pt x="0" y="1403"/>
                  </a:cubicBezTo>
                  <a:cubicBezTo>
                    <a:pt x="0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0" name="Google Shape;31680;p32"/>
            <p:cNvSpPr/>
            <p:nvPr/>
          </p:nvSpPr>
          <p:spPr>
            <a:xfrm>
              <a:off x="4584250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7" y="13372"/>
                    <a:pt x="13371" y="10378"/>
                    <a:pt x="13371" y="6690"/>
                  </a:cubicBezTo>
                  <a:cubicBezTo>
                    <a:pt x="13371" y="2995"/>
                    <a:pt x="10377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1" name="Google Shape;31681;p32"/>
            <p:cNvSpPr/>
            <p:nvPr/>
          </p:nvSpPr>
          <p:spPr>
            <a:xfrm>
              <a:off x="4583225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1" y="88"/>
                    <a:pt x="13372" y="3062"/>
                    <a:pt x="13372" y="6730"/>
                  </a:cubicBezTo>
                  <a:cubicBezTo>
                    <a:pt x="13372" y="10391"/>
                    <a:pt x="10391" y="13372"/>
                    <a:pt x="6730" y="13372"/>
                  </a:cubicBezTo>
                  <a:cubicBezTo>
                    <a:pt x="3069" y="13372"/>
                    <a:pt x="88" y="10391"/>
                    <a:pt x="88" y="6730"/>
                  </a:cubicBezTo>
                  <a:cubicBezTo>
                    <a:pt x="88" y="3062"/>
                    <a:pt x="3069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1" y="0"/>
                    <a:pt x="1" y="3021"/>
                    <a:pt x="1" y="6730"/>
                  </a:cubicBezTo>
                  <a:cubicBezTo>
                    <a:pt x="1" y="10438"/>
                    <a:pt x="3021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2" name="Google Shape;31682;p32"/>
            <p:cNvSpPr/>
            <p:nvPr/>
          </p:nvSpPr>
          <p:spPr>
            <a:xfrm>
              <a:off x="4607675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2" y="1"/>
                    <a:pt x="0" y="2543"/>
                    <a:pt x="0" y="5678"/>
                  </a:cubicBezTo>
                  <a:cubicBezTo>
                    <a:pt x="0" y="8814"/>
                    <a:pt x="2542" y="11363"/>
                    <a:pt x="5678" y="11363"/>
                  </a:cubicBezTo>
                  <a:cubicBezTo>
                    <a:pt x="8813" y="11363"/>
                    <a:pt x="11355" y="8814"/>
                    <a:pt x="11355" y="5678"/>
                  </a:cubicBezTo>
                  <a:cubicBezTo>
                    <a:pt x="11355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3" name="Google Shape;31683;p32"/>
            <p:cNvSpPr/>
            <p:nvPr/>
          </p:nvSpPr>
          <p:spPr>
            <a:xfrm>
              <a:off x="4606650" y="3151975"/>
              <a:ext cx="286100" cy="286075"/>
            </a:xfrm>
            <a:custGeom>
              <a:rect b="b" l="l" r="r" t="t"/>
              <a:pathLst>
                <a:path extrusionOk="0" h="11443" w="11444">
                  <a:moveTo>
                    <a:pt x="5719" y="81"/>
                  </a:moveTo>
                  <a:cubicBezTo>
                    <a:pt x="8827" y="81"/>
                    <a:pt x="11356" y="2610"/>
                    <a:pt x="11356" y="5718"/>
                  </a:cubicBezTo>
                  <a:cubicBezTo>
                    <a:pt x="11356" y="8827"/>
                    <a:pt x="8827" y="11355"/>
                    <a:pt x="5719" y="11355"/>
                  </a:cubicBezTo>
                  <a:cubicBezTo>
                    <a:pt x="2610" y="11355"/>
                    <a:pt x="82" y="8827"/>
                    <a:pt x="82" y="5718"/>
                  </a:cubicBezTo>
                  <a:cubicBezTo>
                    <a:pt x="82" y="2610"/>
                    <a:pt x="2610" y="81"/>
                    <a:pt x="5719" y="81"/>
                  </a:cubicBezTo>
                  <a:close/>
                  <a:moveTo>
                    <a:pt x="5719" y="0"/>
                  </a:moveTo>
                  <a:cubicBezTo>
                    <a:pt x="2563" y="0"/>
                    <a:pt x="1" y="2569"/>
                    <a:pt x="1" y="5718"/>
                  </a:cubicBezTo>
                  <a:cubicBezTo>
                    <a:pt x="1" y="8874"/>
                    <a:pt x="2563" y="11443"/>
                    <a:pt x="5719" y="11443"/>
                  </a:cubicBezTo>
                  <a:cubicBezTo>
                    <a:pt x="8875" y="11443"/>
                    <a:pt x="11444" y="8874"/>
                    <a:pt x="11444" y="5718"/>
                  </a:cubicBezTo>
                  <a:cubicBezTo>
                    <a:pt x="11444" y="2569"/>
                    <a:pt x="8875" y="0"/>
                    <a:pt x="5719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4" name="Google Shape;31684;p32"/>
            <p:cNvSpPr/>
            <p:nvPr/>
          </p:nvSpPr>
          <p:spPr>
            <a:xfrm>
              <a:off x="4632800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5" y="9346"/>
                    <a:pt x="9346" y="7256"/>
                    <a:pt x="9346" y="4673"/>
                  </a:cubicBezTo>
                  <a:cubicBezTo>
                    <a:pt x="9346" y="2098"/>
                    <a:pt x="7255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5" name="Google Shape;31685;p32"/>
            <p:cNvSpPr/>
            <p:nvPr/>
          </p:nvSpPr>
          <p:spPr>
            <a:xfrm>
              <a:off x="4631775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69" y="88"/>
                    <a:pt x="9346" y="2164"/>
                    <a:pt x="9346" y="4713"/>
                  </a:cubicBezTo>
                  <a:cubicBezTo>
                    <a:pt x="9346" y="7269"/>
                    <a:pt x="7269" y="9346"/>
                    <a:pt x="4714" y="9346"/>
                  </a:cubicBezTo>
                  <a:cubicBezTo>
                    <a:pt x="2165" y="9346"/>
                    <a:pt x="81" y="7269"/>
                    <a:pt x="81" y="4713"/>
                  </a:cubicBezTo>
                  <a:cubicBezTo>
                    <a:pt x="81" y="2164"/>
                    <a:pt x="2165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8" y="0"/>
                    <a:pt x="1" y="2117"/>
                    <a:pt x="1" y="4713"/>
                  </a:cubicBezTo>
                  <a:cubicBezTo>
                    <a:pt x="1" y="7316"/>
                    <a:pt x="2118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6" name="Google Shape;31686;p32"/>
            <p:cNvSpPr/>
            <p:nvPr/>
          </p:nvSpPr>
          <p:spPr>
            <a:xfrm>
              <a:off x="4661625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0" y="1"/>
                  </a:moveTo>
                  <a:cubicBezTo>
                    <a:pt x="1578" y="1"/>
                    <a:pt x="0" y="1578"/>
                    <a:pt x="0" y="3520"/>
                  </a:cubicBezTo>
                  <a:cubicBezTo>
                    <a:pt x="0" y="5469"/>
                    <a:pt x="1578" y="7047"/>
                    <a:pt x="3520" y="7047"/>
                  </a:cubicBezTo>
                  <a:cubicBezTo>
                    <a:pt x="5469" y="7047"/>
                    <a:pt x="7046" y="5469"/>
                    <a:pt x="7046" y="3520"/>
                  </a:cubicBezTo>
                  <a:cubicBezTo>
                    <a:pt x="7046" y="1578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7" name="Google Shape;31687;p32"/>
            <p:cNvSpPr/>
            <p:nvPr/>
          </p:nvSpPr>
          <p:spPr>
            <a:xfrm>
              <a:off x="46606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3" y="81"/>
                    <a:pt x="7040" y="1645"/>
                    <a:pt x="7040" y="3560"/>
                  </a:cubicBezTo>
                  <a:cubicBezTo>
                    <a:pt x="7040" y="5482"/>
                    <a:pt x="5483" y="7040"/>
                    <a:pt x="3561" y="7040"/>
                  </a:cubicBezTo>
                  <a:cubicBezTo>
                    <a:pt x="1646" y="7040"/>
                    <a:pt x="82" y="5482"/>
                    <a:pt x="82" y="3560"/>
                  </a:cubicBezTo>
                  <a:cubicBezTo>
                    <a:pt x="82" y="1645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9" y="0"/>
                    <a:pt x="1" y="1598"/>
                    <a:pt x="1" y="3560"/>
                  </a:cubicBezTo>
                  <a:cubicBezTo>
                    <a:pt x="1" y="5529"/>
                    <a:pt x="1599" y="7127"/>
                    <a:pt x="3561" y="7127"/>
                  </a:cubicBezTo>
                  <a:cubicBezTo>
                    <a:pt x="5530" y="7127"/>
                    <a:pt x="7128" y="5529"/>
                    <a:pt x="7128" y="3560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8" name="Google Shape;31688;p32"/>
            <p:cNvSpPr/>
            <p:nvPr/>
          </p:nvSpPr>
          <p:spPr>
            <a:xfrm>
              <a:off x="4686725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9" name="Google Shape;31689;p32"/>
            <p:cNvSpPr/>
            <p:nvPr/>
          </p:nvSpPr>
          <p:spPr>
            <a:xfrm>
              <a:off x="4685725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56" y="82"/>
                  </a:moveTo>
                  <a:cubicBezTo>
                    <a:pt x="3918" y="82"/>
                    <a:pt x="5030" y="1194"/>
                    <a:pt x="5030" y="2556"/>
                  </a:cubicBezTo>
                  <a:cubicBezTo>
                    <a:pt x="5030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8" y="3972"/>
                    <a:pt x="5118" y="2556"/>
                  </a:cubicBezTo>
                  <a:cubicBezTo>
                    <a:pt x="5118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0" name="Google Shape;31690;p32"/>
            <p:cNvSpPr/>
            <p:nvPr/>
          </p:nvSpPr>
          <p:spPr>
            <a:xfrm>
              <a:off x="47155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0"/>
                  </a:moveTo>
                  <a:cubicBezTo>
                    <a:pt x="608" y="0"/>
                    <a:pt x="1" y="607"/>
                    <a:pt x="1" y="1362"/>
                  </a:cubicBezTo>
                  <a:cubicBezTo>
                    <a:pt x="1" y="2117"/>
                    <a:pt x="608" y="2731"/>
                    <a:pt x="1363" y="2731"/>
                  </a:cubicBezTo>
                  <a:cubicBezTo>
                    <a:pt x="2118" y="2731"/>
                    <a:pt x="2732" y="2117"/>
                    <a:pt x="2732" y="1362"/>
                  </a:cubicBezTo>
                  <a:cubicBezTo>
                    <a:pt x="2732" y="607"/>
                    <a:pt x="2118" y="0"/>
                    <a:pt x="136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1" name="Google Shape;31691;p32"/>
            <p:cNvSpPr/>
            <p:nvPr/>
          </p:nvSpPr>
          <p:spPr>
            <a:xfrm>
              <a:off x="471437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1" y="675"/>
                    <a:pt x="2731" y="1403"/>
                  </a:cubicBezTo>
                  <a:cubicBezTo>
                    <a:pt x="2731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4" y="1"/>
                    <a:pt x="1" y="628"/>
                    <a:pt x="1" y="1403"/>
                  </a:cubicBezTo>
                  <a:cubicBezTo>
                    <a:pt x="1" y="2179"/>
                    <a:pt x="634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2" name="Google Shape;31692;p32"/>
            <p:cNvSpPr/>
            <p:nvPr/>
          </p:nvSpPr>
          <p:spPr>
            <a:xfrm>
              <a:off x="4918525" y="3126000"/>
              <a:ext cx="334300" cy="334325"/>
            </a:xfrm>
            <a:custGeom>
              <a:rect b="b" l="l" r="r" t="t"/>
              <a:pathLst>
                <a:path extrusionOk="0" h="13373" w="13372">
                  <a:moveTo>
                    <a:pt x="6689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9" y="13372"/>
                  </a:cubicBezTo>
                  <a:cubicBezTo>
                    <a:pt x="10378" y="13372"/>
                    <a:pt x="13371" y="10378"/>
                    <a:pt x="13371" y="6690"/>
                  </a:cubicBezTo>
                  <a:cubicBezTo>
                    <a:pt x="13371" y="2995"/>
                    <a:pt x="10378" y="1"/>
                    <a:pt x="668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3" name="Google Shape;31693;p32"/>
            <p:cNvSpPr/>
            <p:nvPr/>
          </p:nvSpPr>
          <p:spPr>
            <a:xfrm>
              <a:off x="4917500" y="3125000"/>
              <a:ext cx="336325" cy="336325"/>
            </a:xfrm>
            <a:custGeom>
              <a:rect b="b" l="l" r="r" t="t"/>
              <a:pathLst>
                <a:path extrusionOk="0" h="13453" w="13453">
                  <a:moveTo>
                    <a:pt x="6730" y="88"/>
                  </a:moveTo>
                  <a:cubicBezTo>
                    <a:pt x="10392" y="88"/>
                    <a:pt x="13372" y="3062"/>
                    <a:pt x="13372" y="6730"/>
                  </a:cubicBezTo>
                  <a:cubicBezTo>
                    <a:pt x="13372" y="10391"/>
                    <a:pt x="10392" y="13372"/>
                    <a:pt x="6730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30" y="88"/>
                  </a:cubicBezTo>
                  <a:close/>
                  <a:moveTo>
                    <a:pt x="6730" y="0"/>
                  </a:moveTo>
                  <a:cubicBezTo>
                    <a:pt x="3022" y="0"/>
                    <a:pt x="1" y="3021"/>
                    <a:pt x="1" y="6730"/>
                  </a:cubicBezTo>
                  <a:cubicBezTo>
                    <a:pt x="1" y="10438"/>
                    <a:pt x="3022" y="13453"/>
                    <a:pt x="6730" y="13453"/>
                  </a:cubicBezTo>
                  <a:cubicBezTo>
                    <a:pt x="10439" y="13453"/>
                    <a:pt x="13453" y="10438"/>
                    <a:pt x="13453" y="6730"/>
                  </a:cubicBezTo>
                  <a:cubicBezTo>
                    <a:pt x="13453" y="3021"/>
                    <a:pt x="10439" y="0"/>
                    <a:pt x="673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4" name="Google Shape;31694;p32"/>
            <p:cNvSpPr/>
            <p:nvPr/>
          </p:nvSpPr>
          <p:spPr>
            <a:xfrm>
              <a:off x="4941950" y="3152975"/>
              <a:ext cx="283900" cy="284075"/>
            </a:xfrm>
            <a:custGeom>
              <a:rect b="b" l="l" r="r" t="t"/>
              <a:pathLst>
                <a:path extrusionOk="0" h="11363" w="11356">
                  <a:moveTo>
                    <a:pt x="5678" y="1"/>
                  </a:moveTo>
                  <a:cubicBezTo>
                    <a:pt x="2543" y="1"/>
                    <a:pt x="0" y="2543"/>
                    <a:pt x="0" y="5678"/>
                  </a:cubicBezTo>
                  <a:cubicBezTo>
                    <a:pt x="0" y="8814"/>
                    <a:pt x="2543" y="11363"/>
                    <a:pt x="5678" y="11363"/>
                  </a:cubicBezTo>
                  <a:cubicBezTo>
                    <a:pt x="8813" y="11363"/>
                    <a:pt x="11356" y="8814"/>
                    <a:pt x="11356" y="5678"/>
                  </a:cubicBezTo>
                  <a:cubicBezTo>
                    <a:pt x="11356" y="2543"/>
                    <a:pt x="8813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5" name="Google Shape;31695;p32"/>
            <p:cNvSpPr/>
            <p:nvPr/>
          </p:nvSpPr>
          <p:spPr>
            <a:xfrm>
              <a:off x="4940950" y="3151975"/>
              <a:ext cx="285900" cy="286075"/>
            </a:xfrm>
            <a:custGeom>
              <a:rect b="b" l="l" r="r" t="t"/>
              <a:pathLst>
                <a:path extrusionOk="0" h="11443" w="11436">
                  <a:moveTo>
                    <a:pt x="5718" y="81"/>
                  </a:moveTo>
                  <a:cubicBezTo>
                    <a:pt x="8826" y="81"/>
                    <a:pt x="11355" y="2610"/>
                    <a:pt x="11355" y="5718"/>
                  </a:cubicBezTo>
                  <a:cubicBezTo>
                    <a:pt x="11355" y="8827"/>
                    <a:pt x="8826" y="11355"/>
                    <a:pt x="5718" y="11355"/>
                  </a:cubicBezTo>
                  <a:cubicBezTo>
                    <a:pt x="2610" y="11355"/>
                    <a:pt x="81" y="8827"/>
                    <a:pt x="81" y="5718"/>
                  </a:cubicBezTo>
                  <a:cubicBezTo>
                    <a:pt x="81" y="2610"/>
                    <a:pt x="2610" y="81"/>
                    <a:pt x="5718" y="81"/>
                  </a:cubicBezTo>
                  <a:close/>
                  <a:moveTo>
                    <a:pt x="5718" y="0"/>
                  </a:moveTo>
                  <a:cubicBezTo>
                    <a:pt x="2562" y="0"/>
                    <a:pt x="0" y="2569"/>
                    <a:pt x="0" y="5718"/>
                  </a:cubicBezTo>
                  <a:cubicBezTo>
                    <a:pt x="0" y="8874"/>
                    <a:pt x="2562" y="11443"/>
                    <a:pt x="5718" y="11443"/>
                  </a:cubicBezTo>
                  <a:cubicBezTo>
                    <a:pt x="8874" y="11443"/>
                    <a:pt x="11436" y="8874"/>
                    <a:pt x="11436" y="5718"/>
                  </a:cubicBezTo>
                  <a:cubicBezTo>
                    <a:pt x="11436" y="2569"/>
                    <a:pt x="8874" y="0"/>
                    <a:pt x="571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6" name="Google Shape;31696;p32"/>
            <p:cNvSpPr/>
            <p:nvPr/>
          </p:nvSpPr>
          <p:spPr>
            <a:xfrm>
              <a:off x="4967075" y="3178100"/>
              <a:ext cx="233650" cy="233675"/>
            </a:xfrm>
            <a:custGeom>
              <a:rect b="b" l="l" r="r" t="t"/>
              <a:pathLst>
                <a:path extrusionOk="0" h="9347" w="9346">
                  <a:moveTo>
                    <a:pt x="4673" y="0"/>
                  </a:moveTo>
                  <a:cubicBezTo>
                    <a:pt x="2090" y="0"/>
                    <a:pt x="0" y="2098"/>
                    <a:pt x="0" y="4673"/>
                  </a:cubicBezTo>
                  <a:cubicBezTo>
                    <a:pt x="0" y="7256"/>
                    <a:pt x="2090" y="9346"/>
                    <a:pt x="4673" y="9346"/>
                  </a:cubicBezTo>
                  <a:cubicBezTo>
                    <a:pt x="7256" y="9346"/>
                    <a:pt x="9346" y="7256"/>
                    <a:pt x="9346" y="4673"/>
                  </a:cubicBezTo>
                  <a:cubicBezTo>
                    <a:pt x="9346" y="2098"/>
                    <a:pt x="72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7" name="Google Shape;31697;p32"/>
            <p:cNvSpPr/>
            <p:nvPr/>
          </p:nvSpPr>
          <p:spPr>
            <a:xfrm>
              <a:off x="4966050" y="3177100"/>
              <a:ext cx="235700" cy="235850"/>
            </a:xfrm>
            <a:custGeom>
              <a:rect b="b" l="l" r="r" t="t"/>
              <a:pathLst>
                <a:path extrusionOk="0" h="9434" w="9428">
                  <a:moveTo>
                    <a:pt x="4714" y="88"/>
                  </a:moveTo>
                  <a:cubicBezTo>
                    <a:pt x="7270" y="88"/>
                    <a:pt x="9346" y="2164"/>
                    <a:pt x="9346" y="4713"/>
                  </a:cubicBezTo>
                  <a:cubicBezTo>
                    <a:pt x="9346" y="7269"/>
                    <a:pt x="7270" y="9346"/>
                    <a:pt x="4714" y="9346"/>
                  </a:cubicBezTo>
                  <a:cubicBezTo>
                    <a:pt x="2158" y="9346"/>
                    <a:pt x="82" y="7269"/>
                    <a:pt x="82" y="4713"/>
                  </a:cubicBezTo>
                  <a:cubicBezTo>
                    <a:pt x="82" y="2164"/>
                    <a:pt x="2158" y="88"/>
                    <a:pt x="4714" y="88"/>
                  </a:cubicBezTo>
                  <a:close/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7317" y="9433"/>
                    <a:pt x="9427" y="7316"/>
                    <a:pt x="9427" y="4713"/>
                  </a:cubicBezTo>
                  <a:cubicBezTo>
                    <a:pt x="9427" y="2117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8" name="Google Shape;31698;p32"/>
            <p:cNvSpPr/>
            <p:nvPr/>
          </p:nvSpPr>
          <p:spPr>
            <a:xfrm>
              <a:off x="4995900" y="3206925"/>
              <a:ext cx="176000" cy="176175"/>
            </a:xfrm>
            <a:custGeom>
              <a:rect b="b" l="l" r="r" t="t"/>
              <a:pathLst>
                <a:path extrusionOk="0" h="7047" w="7040">
                  <a:moveTo>
                    <a:pt x="3520" y="1"/>
                  </a:moveTo>
                  <a:cubicBezTo>
                    <a:pt x="1571" y="1"/>
                    <a:pt x="0" y="1578"/>
                    <a:pt x="0" y="3520"/>
                  </a:cubicBezTo>
                  <a:cubicBezTo>
                    <a:pt x="0" y="5469"/>
                    <a:pt x="1571" y="7047"/>
                    <a:pt x="3520" y="7047"/>
                  </a:cubicBezTo>
                  <a:cubicBezTo>
                    <a:pt x="5462" y="7047"/>
                    <a:pt x="7040" y="5469"/>
                    <a:pt x="7040" y="3520"/>
                  </a:cubicBezTo>
                  <a:cubicBezTo>
                    <a:pt x="7040" y="1578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9" name="Google Shape;31699;p32"/>
            <p:cNvSpPr/>
            <p:nvPr/>
          </p:nvSpPr>
          <p:spPr>
            <a:xfrm>
              <a:off x="4994725" y="3205925"/>
              <a:ext cx="178350" cy="178200"/>
            </a:xfrm>
            <a:custGeom>
              <a:rect b="b" l="l" r="r" t="t"/>
              <a:pathLst>
                <a:path extrusionOk="0" h="7128" w="7134">
                  <a:moveTo>
                    <a:pt x="3567" y="81"/>
                  </a:moveTo>
                  <a:cubicBezTo>
                    <a:pt x="5489" y="81"/>
                    <a:pt x="7046" y="1645"/>
                    <a:pt x="7046" y="3560"/>
                  </a:cubicBezTo>
                  <a:cubicBezTo>
                    <a:pt x="7046" y="5482"/>
                    <a:pt x="5489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605" y="0"/>
                    <a:pt x="0" y="1598"/>
                    <a:pt x="0" y="3560"/>
                  </a:cubicBezTo>
                  <a:cubicBezTo>
                    <a:pt x="0" y="5529"/>
                    <a:pt x="1605" y="7127"/>
                    <a:pt x="3567" y="7127"/>
                  </a:cubicBezTo>
                  <a:cubicBezTo>
                    <a:pt x="5529" y="7127"/>
                    <a:pt x="7134" y="5529"/>
                    <a:pt x="7134" y="3560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0" name="Google Shape;31700;p32"/>
            <p:cNvSpPr/>
            <p:nvPr/>
          </p:nvSpPr>
          <p:spPr>
            <a:xfrm>
              <a:off x="5021000" y="3232050"/>
              <a:ext cx="125800" cy="125775"/>
            </a:xfrm>
            <a:custGeom>
              <a:rect b="b" l="l" r="r" t="t"/>
              <a:pathLst>
                <a:path extrusionOk="0" h="5031" w="5032">
                  <a:moveTo>
                    <a:pt x="2516" y="0"/>
                  </a:moveTo>
                  <a:cubicBezTo>
                    <a:pt x="1127" y="0"/>
                    <a:pt x="1" y="1126"/>
                    <a:pt x="1" y="2515"/>
                  </a:cubicBezTo>
                  <a:cubicBezTo>
                    <a:pt x="1" y="3904"/>
                    <a:pt x="1127" y="5030"/>
                    <a:pt x="2516" y="5030"/>
                  </a:cubicBezTo>
                  <a:cubicBezTo>
                    <a:pt x="3905" y="5030"/>
                    <a:pt x="5031" y="3904"/>
                    <a:pt x="5031" y="2515"/>
                  </a:cubicBezTo>
                  <a:cubicBezTo>
                    <a:pt x="5031" y="1126"/>
                    <a:pt x="3905" y="0"/>
                    <a:pt x="251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1" name="Google Shape;31701;p32"/>
            <p:cNvSpPr/>
            <p:nvPr/>
          </p:nvSpPr>
          <p:spPr>
            <a:xfrm>
              <a:off x="5020000" y="3231025"/>
              <a:ext cx="127800" cy="127975"/>
            </a:xfrm>
            <a:custGeom>
              <a:rect b="b" l="l" r="r" t="t"/>
              <a:pathLst>
                <a:path extrusionOk="0" h="5119" w="5112">
                  <a:moveTo>
                    <a:pt x="2556" y="82"/>
                  </a:moveTo>
                  <a:cubicBezTo>
                    <a:pt x="3918" y="82"/>
                    <a:pt x="5031" y="1194"/>
                    <a:pt x="5031" y="2556"/>
                  </a:cubicBezTo>
                  <a:cubicBezTo>
                    <a:pt x="5031" y="3925"/>
                    <a:pt x="3918" y="5031"/>
                    <a:pt x="2556" y="5031"/>
                  </a:cubicBezTo>
                  <a:cubicBezTo>
                    <a:pt x="1194" y="5031"/>
                    <a:pt x="81" y="3925"/>
                    <a:pt x="81" y="2556"/>
                  </a:cubicBezTo>
                  <a:cubicBezTo>
                    <a:pt x="81" y="1194"/>
                    <a:pt x="1194" y="82"/>
                    <a:pt x="2556" y="82"/>
                  </a:cubicBezTo>
                  <a:close/>
                  <a:moveTo>
                    <a:pt x="2556" y="1"/>
                  </a:moveTo>
                  <a:cubicBezTo>
                    <a:pt x="1147" y="1"/>
                    <a:pt x="0" y="1147"/>
                    <a:pt x="0" y="2556"/>
                  </a:cubicBezTo>
                  <a:cubicBezTo>
                    <a:pt x="0" y="3972"/>
                    <a:pt x="1147" y="5119"/>
                    <a:pt x="2556" y="5119"/>
                  </a:cubicBezTo>
                  <a:cubicBezTo>
                    <a:pt x="3965" y="5119"/>
                    <a:pt x="5112" y="3972"/>
                    <a:pt x="5112" y="2556"/>
                  </a:cubicBezTo>
                  <a:cubicBezTo>
                    <a:pt x="5112" y="1147"/>
                    <a:pt x="3965" y="1"/>
                    <a:pt x="2556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2" name="Google Shape;31702;p32"/>
            <p:cNvSpPr/>
            <p:nvPr/>
          </p:nvSpPr>
          <p:spPr>
            <a:xfrm>
              <a:off x="5049675" y="3260875"/>
              <a:ext cx="68450" cy="68300"/>
            </a:xfrm>
            <a:custGeom>
              <a:rect b="b" l="l" r="r" t="t"/>
              <a:pathLst>
                <a:path extrusionOk="0" h="2732" w="2738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8" y="2117"/>
                    <a:pt x="2738" y="1362"/>
                  </a:cubicBezTo>
                  <a:cubicBezTo>
                    <a:pt x="2738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3" name="Google Shape;31703;p32"/>
            <p:cNvSpPr/>
            <p:nvPr/>
          </p:nvSpPr>
          <p:spPr>
            <a:xfrm>
              <a:off x="5048650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8" y="2138"/>
                    <a:pt x="88" y="1403"/>
                  </a:cubicBezTo>
                  <a:cubicBezTo>
                    <a:pt x="88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5" y="2813"/>
                    <a:pt x="2819" y="2179"/>
                    <a:pt x="2819" y="1403"/>
                  </a:cubicBezTo>
                  <a:cubicBezTo>
                    <a:pt x="2819" y="628"/>
                    <a:pt x="2185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4" name="Google Shape;31704;p32"/>
            <p:cNvSpPr/>
            <p:nvPr/>
          </p:nvSpPr>
          <p:spPr>
            <a:xfrm>
              <a:off x="5252800" y="3126000"/>
              <a:ext cx="274300" cy="334325"/>
            </a:xfrm>
            <a:custGeom>
              <a:rect b="b" l="l" r="r" t="t"/>
              <a:pathLst>
                <a:path extrusionOk="0" h="13373" w="10972">
                  <a:moveTo>
                    <a:pt x="6683" y="1"/>
                  </a:moveTo>
                  <a:cubicBezTo>
                    <a:pt x="2994" y="1"/>
                    <a:pt x="0" y="2995"/>
                    <a:pt x="0" y="6690"/>
                  </a:cubicBezTo>
                  <a:cubicBezTo>
                    <a:pt x="0" y="10378"/>
                    <a:pt x="2994" y="13372"/>
                    <a:pt x="6683" y="13372"/>
                  </a:cubicBezTo>
                  <a:cubicBezTo>
                    <a:pt x="8314" y="13372"/>
                    <a:pt x="9811" y="12785"/>
                    <a:pt x="10971" y="11821"/>
                  </a:cubicBezTo>
                  <a:lnTo>
                    <a:pt x="10971" y="1559"/>
                  </a:lnTo>
                  <a:cubicBezTo>
                    <a:pt x="9811" y="588"/>
                    <a:pt x="8314" y="1"/>
                    <a:pt x="668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5" name="Google Shape;31705;p32"/>
            <p:cNvSpPr/>
            <p:nvPr/>
          </p:nvSpPr>
          <p:spPr>
            <a:xfrm>
              <a:off x="5251775" y="3125000"/>
              <a:ext cx="275325" cy="336325"/>
            </a:xfrm>
            <a:custGeom>
              <a:rect b="b" l="l" r="r" t="t"/>
              <a:pathLst>
                <a:path extrusionOk="0" h="13453" w="11013">
                  <a:moveTo>
                    <a:pt x="6724" y="0"/>
                  </a:moveTo>
                  <a:cubicBezTo>
                    <a:pt x="3015" y="0"/>
                    <a:pt x="1" y="3021"/>
                    <a:pt x="1" y="6730"/>
                  </a:cubicBezTo>
                  <a:cubicBezTo>
                    <a:pt x="1" y="10438"/>
                    <a:pt x="3015" y="13453"/>
                    <a:pt x="6724" y="13453"/>
                  </a:cubicBezTo>
                  <a:cubicBezTo>
                    <a:pt x="8355" y="13453"/>
                    <a:pt x="9846" y="12873"/>
                    <a:pt x="11012" y="11908"/>
                  </a:cubicBezTo>
                  <a:lnTo>
                    <a:pt x="11012" y="11801"/>
                  </a:lnTo>
                  <a:cubicBezTo>
                    <a:pt x="9852" y="12778"/>
                    <a:pt x="8362" y="13372"/>
                    <a:pt x="6724" y="13372"/>
                  </a:cubicBezTo>
                  <a:cubicBezTo>
                    <a:pt x="3062" y="13372"/>
                    <a:pt x="82" y="10391"/>
                    <a:pt x="82" y="6730"/>
                  </a:cubicBezTo>
                  <a:cubicBezTo>
                    <a:pt x="82" y="3062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59"/>
                  </a:cubicBezTo>
                  <a:lnTo>
                    <a:pt x="11012" y="1545"/>
                  </a:lnTo>
                  <a:cubicBezTo>
                    <a:pt x="9846" y="580"/>
                    <a:pt x="8355" y="0"/>
                    <a:pt x="672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6" name="Google Shape;31706;p32"/>
            <p:cNvSpPr/>
            <p:nvPr/>
          </p:nvSpPr>
          <p:spPr>
            <a:xfrm>
              <a:off x="5276225" y="3152975"/>
              <a:ext cx="250875" cy="284075"/>
            </a:xfrm>
            <a:custGeom>
              <a:rect b="b" l="l" r="r" t="t"/>
              <a:pathLst>
                <a:path extrusionOk="0" h="11363" w="10035">
                  <a:moveTo>
                    <a:pt x="5678" y="1"/>
                  </a:moveTo>
                  <a:cubicBezTo>
                    <a:pt x="2543" y="1"/>
                    <a:pt x="1" y="2543"/>
                    <a:pt x="1" y="5678"/>
                  </a:cubicBezTo>
                  <a:cubicBezTo>
                    <a:pt x="1" y="8814"/>
                    <a:pt x="2543" y="11363"/>
                    <a:pt x="5678" y="11363"/>
                  </a:cubicBezTo>
                  <a:cubicBezTo>
                    <a:pt x="7425" y="11363"/>
                    <a:pt x="8996" y="10567"/>
                    <a:pt x="10034" y="9319"/>
                  </a:cubicBezTo>
                  <a:lnTo>
                    <a:pt x="10034" y="2037"/>
                  </a:lnTo>
                  <a:cubicBezTo>
                    <a:pt x="8996" y="796"/>
                    <a:pt x="7425" y="1"/>
                    <a:pt x="5678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7" name="Google Shape;31707;p32"/>
            <p:cNvSpPr/>
            <p:nvPr/>
          </p:nvSpPr>
          <p:spPr>
            <a:xfrm>
              <a:off x="5275050" y="3151975"/>
              <a:ext cx="252050" cy="286075"/>
            </a:xfrm>
            <a:custGeom>
              <a:rect b="b" l="l" r="r" t="t"/>
              <a:pathLst>
                <a:path extrusionOk="0" h="11443" w="10082">
                  <a:moveTo>
                    <a:pt x="5725" y="0"/>
                  </a:moveTo>
                  <a:cubicBezTo>
                    <a:pt x="2569" y="0"/>
                    <a:pt x="0" y="2569"/>
                    <a:pt x="0" y="5718"/>
                  </a:cubicBezTo>
                  <a:cubicBezTo>
                    <a:pt x="0" y="8874"/>
                    <a:pt x="2569" y="11443"/>
                    <a:pt x="5725" y="11443"/>
                  </a:cubicBezTo>
                  <a:cubicBezTo>
                    <a:pt x="7465" y="11443"/>
                    <a:pt x="9029" y="10654"/>
                    <a:pt x="10081" y="9420"/>
                  </a:cubicBezTo>
                  <a:lnTo>
                    <a:pt x="10081" y="9292"/>
                  </a:lnTo>
                  <a:cubicBezTo>
                    <a:pt x="9049" y="10553"/>
                    <a:pt x="7478" y="11355"/>
                    <a:pt x="5725" y="11355"/>
                  </a:cubicBezTo>
                  <a:cubicBezTo>
                    <a:pt x="2617" y="11355"/>
                    <a:pt x="88" y="8827"/>
                    <a:pt x="88" y="5718"/>
                  </a:cubicBezTo>
                  <a:cubicBezTo>
                    <a:pt x="88" y="2610"/>
                    <a:pt x="2617" y="81"/>
                    <a:pt x="5725" y="81"/>
                  </a:cubicBezTo>
                  <a:cubicBezTo>
                    <a:pt x="7478" y="81"/>
                    <a:pt x="9049" y="890"/>
                    <a:pt x="10081" y="2151"/>
                  </a:cubicBezTo>
                  <a:lnTo>
                    <a:pt x="10081" y="2016"/>
                  </a:lnTo>
                  <a:cubicBezTo>
                    <a:pt x="9029" y="782"/>
                    <a:pt x="7465" y="0"/>
                    <a:pt x="5725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8" name="Google Shape;31708;p32"/>
            <p:cNvSpPr/>
            <p:nvPr/>
          </p:nvSpPr>
          <p:spPr>
            <a:xfrm>
              <a:off x="5301350" y="3178100"/>
              <a:ext cx="225750" cy="233675"/>
            </a:xfrm>
            <a:custGeom>
              <a:rect b="b" l="l" r="r" t="t"/>
              <a:pathLst>
                <a:path extrusionOk="0" h="9347" w="9030">
                  <a:moveTo>
                    <a:pt x="4673" y="0"/>
                  </a:moveTo>
                  <a:cubicBezTo>
                    <a:pt x="2091" y="0"/>
                    <a:pt x="0" y="2098"/>
                    <a:pt x="0" y="4673"/>
                  </a:cubicBezTo>
                  <a:cubicBezTo>
                    <a:pt x="0" y="7256"/>
                    <a:pt x="2091" y="9346"/>
                    <a:pt x="4673" y="9346"/>
                  </a:cubicBezTo>
                  <a:cubicBezTo>
                    <a:pt x="6656" y="9346"/>
                    <a:pt x="8355" y="8112"/>
                    <a:pt x="9029" y="6366"/>
                  </a:cubicBezTo>
                  <a:lnTo>
                    <a:pt x="9029" y="2988"/>
                  </a:lnTo>
                  <a:cubicBezTo>
                    <a:pt x="8355" y="1241"/>
                    <a:pt x="6656" y="0"/>
                    <a:pt x="46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9" name="Google Shape;31709;p32"/>
            <p:cNvSpPr/>
            <p:nvPr/>
          </p:nvSpPr>
          <p:spPr>
            <a:xfrm>
              <a:off x="5300325" y="3177100"/>
              <a:ext cx="226775" cy="235850"/>
            </a:xfrm>
            <a:custGeom>
              <a:rect b="b" l="l" r="r" t="t"/>
              <a:pathLst>
                <a:path extrusionOk="0" h="9434" w="9071">
                  <a:moveTo>
                    <a:pt x="4714" y="0"/>
                  </a:moveTo>
                  <a:cubicBezTo>
                    <a:pt x="2111" y="0"/>
                    <a:pt x="1" y="2117"/>
                    <a:pt x="1" y="4713"/>
                  </a:cubicBezTo>
                  <a:cubicBezTo>
                    <a:pt x="1" y="7316"/>
                    <a:pt x="2111" y="9433"/>
                    <a:pt x="4714" y="9433"/>
                  </a:cubicBezTo>
                  <a:cubicBezTo>
                    <a:pt x="6676" y="9433"/>
                    <a:pt x="8362" y="8226"/>
                    <a:pt x="9070" y="6514"/>
                  </a:cubicBezTo>
                  <a:lnTo>
                    <a:pt x="9070" y="6284"/>
                  </a:lnTo>
                  <a:cubicBezTo>
                    <a:pt x="8429" y="8065"/>
                    <a:pt x="6717" y="9346"/>
                    <a:pt x="4714" y="9346"/>
                  </a:cubicBezTo>
                  <a:cubicBezTo>
                    <a:pt x="2159" y="9346"/>
                    <a:pt x="82" y="7269"/>
                    <a:pt x="82" y="4713"/>
                  </a:cubicBezTo>
                  <a:cubicBezTo>
                    <a:pt x="82" y="2164"/>
                    <a:pt x="2159" y="88"/>
                    <a:pt x="4714" y="88"/>
                  </a:cubicBezTo>
                  <a:cubicBezTo>
                    <a:pt x="6717" y="88"/>
                    <a:pt x="8429" y="1362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0" name="Google Shape;31710;p32"/>
            <p:cNvSpPr/>
            <p:nvPr/>
          </p:nvSpPr>
          <p:spPr>
            <a:xfrm>
              <a:off x="5330000" y="3206925"/>
              <a:ext cx="176175" cy="176175"/>
            </a:xfrm>
            <a:custGeom>
              <a:rect b="b" l="l" r="r" t="t"/>
              <a:pathLst>
                <a:path extrusionOk="0" h="7047" w="7047">
                  <a:moveTo>
                    <a:pt x="3527" y="1"/>
                  </a:moveTo>
                  <a:cubicBezTo>
                    <a:pt x="1578" y="1"/>
                    <a:pt x="1" y="1578"/>
                    <a:pt x="1" y="3520"/>
                  </a:cubicBezTo>
                  <a:cubicBezTo>
                    <a:pt x="1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0"/>
                  </a:cubicBezTo>
                  <a:cubicBezTo>
                    <a:pt x="7047" y="1578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1" name="Google Shape;31711;p32"/>
            <p:cNvSpPr/>
            <p:nvPr/>
          </p:nvSpPr>
          <p:spPr>
            <a:xfrm>
              <a:off x="5329000" y="32059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7" y="81"/>
                  </a:moveTo>
                  <a:cubicBezTo>
                    <a:pt x="5482" y="81"/>
                    <a:pt x="7046" y="1645"/>
                    <a:pt x="7046" y="3560"/>
                  </a:cubicBezTo>
                  <a:cubicBezTo>
                    <a:pt x="7046" y="5482"/>
                    <a:pt x="5482" y="7040"/>
                    <a:pt x="3567" y="7040"/>
                  </a:cubicBezTo>
                  <a:cubicBezTo>
                    <a:pt x="1645" y="7040"/>
                    <a:pt x="88" y="5482"/>
                    <a:pt x="88" y="3560"/>
                  </a:cubicBezTo>
                  <a:cubicBezTo>
                    <a:pt x="88" y="1645"/>
                    <a:pt x="1645" y="81"/>
                    <a:pt x="3567" y="81"/>
                  </a:cubicBezTo>
                  <a:close/>
                  <a:moveTo>
                    <a:pt x="3567" y="0"/>
                  </a:moveTo>
                  <a:cubicBezTo>
                    <a:pt x="1598" y="0"/>
                    <a:pt x="0" y="1598"/>
                    <a:pt x="0" y="3560"/>
                  </a:cubicBezTo>
                  <a:cubicBezTo>
                    <a:pt x="0" y="5529"/>
                    <a:pt x="1598" y="7127"/>
                    <a:pt x="3567" y="7127"/>
                  </a:cubicBezTo>
                  <a:cubicBezTo>
                    <a:pt x="5529" y="7127"/>
                    <a:pt x="7127" y="5529"/>
                    <a:pt x="7127" y="3560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2" name="Google Shape;31712;p32"/>
            <p:cNvSpPr/>
            <p:nvPr/>
          </p:nvSpPr>
          <p:spPr>
            <a:xfrm>
              <a:off x="5355300" y="3232050"/>
              <a:ext cx="125775" cy="125775"/>
            </a:xfrm>
            <a:custGeom>
              <a:rect b="b" l="l" r="r" t="t"/>
              <a:pathLst>
                <a:path extrusionOk="0" h="5031" w="5031">
                  <a:moveTo>
                    <a:pt x="2515" y="0"/>
                  </a:moveTo>
                  <a:cubicBezTo>
                    <a:pt x="1126" y="0"/>
                    <a:pt x="0" y="1126"/>
                    <a:pt x="0" y="2515"/>
                  </a:cubicBezTo>
                  <a:cubicBezTo>
                    <a:pt x="0" y="3904"/>
                    <a:pt x="1126" y="5030"/>
                    <a:pt x="2515" y="5030"/>
                  </a:cubicBezTo>
                  <a:cubicBezTo>
                    <a:pt x="3904" y="5030"/>
                    <a:pt x="5030" y="3904"/>
                    <a:pt x="5030" y="2515"/>
                  </a:cubicBezTo>
                  <a:cubicBezTo>
                    <a:pt x="5030" y="1126"/>
                    <a:pt x="3904" y="0"/>
                    <a:pt x="251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3" name="Google Shape;31713;p32"/>
            <p:cNvSpPr/>
            <p:nvPr/>
          </p:nvSpPr>
          <p:spPr>
            <a:xfrm>
              <a:off x="5354100" y="3231025"/>
              <a:ext cx="127975" cy="127975"/>
            </a:xfrm>
            <a:custGeom>
              <a:rect b="b" l="l" r="r" t="t"/>
              <a:pathLst>
                <a:path extrusionOk="0" h="5119" w="5119">
                  <a:moveTo>
                    <a:pt x="2563" y="82"/>
                  </a:moveTo>
                  <a:cubicBezTo>
                    <a:pt x="3925" y="82"/>
                    <a:pt x="5038" y="1194"/>
                    <a:pt x="5038" y="2556"/>
                  </a:cubicBezTo>
                  <a:cubicBezTo>
                    <a:pt x="5038" y="3925"/>
                    <a:pt x="3925" y="5031"/>
                    <a:pt x="2563" y="5031"/>
                  </a:cubicBezTo>
                  <a:cubicBezTo>
                    <a:pt x="1201" y="5031"/>
                    <a:pt x="88" y="3925"/>
                    <a:pt x="88" y="2556"/>
                  </a:cubicBezTo>
                  <a:cubicBezTo>
                    <a:pt x="88" y="1194"/>
                    <a:pt x="1201" y="82"/>
                    <a:pt x="2563" y="82"/>
                  </a:cubicBezTo>
                  <a:close/>
                  <a:moveTo>
                    <a:pt x="2563" y="1"/>
                  </a:moveTo>
                  <a:cubicBezTo>
                    <a:pt x="1154" y="1"/>
                    <a:pt x="1" y="1147"/>
                    <a:pt x="1" y="2556"/>
                  </a:cubicBezTo>
                  <a:cubicBezTo>
                    <a:pt x="1" y="3972"/>
                    <a:pt x="1154" y="5119"/>
                    <a:pt x="2563" y="5119"/>
                  </a:cubicBezTo>
                  <a:cubicBezTo>
                    <a:pt x="3972" y="5119"/>
                    <a:pt x="5119" y="3972"/>
                    <a:pt x="5119" y="2556"/>
                  </a:cubicBezTo>
                  <a:cubicBezTo>
                    <a:pt x="5119" y="1147"/>
                    <a:pt x="3972" y="1"/>
                    <a:pt x="256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4" name="Google Shape;31714;p32"/>
            <p:cNvSpPr/>
            <p:nvPr/>
          </p:nvSpPr>
          <p:spPr>
            <a:xfrm>
              <a:off x="5383950" y="32608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0"/>
                  </a:moveTo>
                  <a:cubicBezTo>
                    <a:pt x="614" y="0"/>
                    <a:pt x="0" y="607"/>
                    <a:pt x="0" y="1362"/>
                  </a:cubicBezTo>
                  <a:cubicBezTo>
                    <a:pt x="0" y="2117"/>
                    <a:pt x="614" y="2731"/>
                    <a:pt x="1369" y="2731"/>
                  </a:cubicBezTo>
                  <a:cubicBezTo>
                    <a:pt x="2124" y="2731"/>
                    <a:pt x="2731" y="2117"/>
                    <a:pt x="2731" y="1362"/>
                  </a:cubicBezTo>
                  <a:cubicBezTo>
                    <a:pt x="2731" y="607"/>
                    <a:pt x="2124" y="0"/>
                    <a:pt x="136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5" name="Google Shape;31715;p32"/>
            <p:cNvSpPr/>
            <p:nvPr/>
          </p:nvSpPr>
          <p:spPr>
            <a:xfrm>
              <a:off x="5382925" y="3259850"/>
              <a:ext cx="70500" cy="70325"/>
            </a:xfrm>
            <a:custGeom>
              <a:rect b="b" l="l" r="r" t="t"/>
              <a:pathLst>
                <a:path extrusionOk="0" h="2813" w="2820">
                  <a:moveTo>
                    <a:pt x="1410" y="82"/>
                  </a:moveTo>
                  <a:cubicBezTo>
                    <a:pt x="2138" y="82"/>
                    <a:pt x="2732" y="675"/>
                    <a:pt x="2732" y="1403"/>
                  </a:cubicBezTo>
                  <a:cubicBezTo>
                    <a:pt x="2732" y="2138"/>
                    <a:pt x="2138" y="2732"/>
                    <a:pt x="1410" y="2732"/>
                  </a:cubicBezTo>
                  <a:cubicBezTo>
                    <a:pt x="682" y="2732"/>
                    <a:pt x="89" y="2138"/>
                    <a:pt x="89" y="1403"/>
                  </a:cubicBezTo>
                  <a:cubicBezTo>
                    <a:pt x="89" y="675"/>
                    <a:pt x="682" y="82"/>
                    <a:pt x="1410" y="82"/>
                  </a:cubicBezTo>
                  <a:close/>
                  <a:moveTo>
                    <a:pt x="1410" y="1"/>
                  </a:moveTo>
                  <a:cubicBezTo>
                    <a:pt x="635" y="1"/>
                    <a:pt x="1" y="628"/>
                    <a:pt x="1" y="1403"/>
                  </a:cubicBezTo>
                  <a:cubicBezTo>
                    <a:pt x="1" y="2179"/>
                    <a:pt x="635" y="2813"/>
                    <a:pt x="1410" y="2813"/>
                  </a:cubicBezTo>
                  <a:cubicBezTo>
                    <a:pt x="2186" y="2813"/>
                    <a:pt x="2819" y="2179"/>
                    <a:pt x="2819" y="1403"/>
                  </a:cubicBezTo>
                  <a:cubicBezTo>
                    <a:pt x="2819" y="628"/>
                    <a:pt x="2186" y="1"/>
                    <a:pt x="141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6" name="Google Shape;31716;p32"/>
            <p:cNvSpPr/>
            <p:nvPr/>
          </p:nvSpPr>
          <p:spPr>
            <a:xfrm>
              <a:off x="3450750" y="3224125"/>
              <a:ext cx="296375" cy="278175"/>
            </a:xfrm>
            <a:custGeom>
              <a:rect b="b" l="l" r="r" t="t"/>
              <a:pathLst>
                <a:path extrusionOk="0" h="11127" w="11855">
                  <a:moveTo>
                    <a:pt x="5173" y="0"/>
                  </a:moveTo>
                  <a:cubicBezTo>
                    <a:pt x="3089" y="0"/>
                    <a:pt x="1228" y="958"/>
                    <a:pt x="1" y="2448"/>
                  </a:cubicBezTo>
                  <a:lnTo>
                    <a:pt x="1" y="10930"/>
                  </a:lnTo>
                  <a:cubicBezTo>
                    <a:pt x="62" y="10998"/>
                    <a:pt x="116" y="11065"/>
                    <a:pt x="176" y="11126"/>
                  </a:cubicBezTo>
                  <a:lnTo>
                    <a:pt x="10169" y="11126"/>
                  </a:lnTo>
                  <a:cubicBezTo>
                    <a:pt x="11214" y="9946"/>
                    <a:pt x="11855" y="8395"/>
                    <a:pt x="11855" y="6689"/>
                  </a:cubicBezTo>
                  <a:cubicBezTo>
                    <a:pt x="11855" y="2994"/>
                    <a:pt x="8861" y="0"/>
                    <a:pt x="517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7" name="Google Shape;31717;p32"/>
            <p:cNvSpPr/>
            <p:nvPr/>
          </p:nvSpPr>
          <p:spPr>
            <a:xfrm>
              <a:off x="3450750" y="3223100"/>
              <a:ext cx="297400" cy="279200"/>
            </a:xfrm>
            <a:custGeom>
              <a:rect b="b" l="l" r="r" t="t"/>
              <a:pathLst>
                <a:path extrusionOk="0" h="11168" w="11896">
                  <a:moveTo>
                    <a:pt x="5173" y="1"/>
                  </a:moveTo>
                  <a:cubicBezTo>
                    <a:pt x="3096" y="1"/>
                    <a:pt x="1235" y="945"/>
                    <a:pt x="1" y="2428"/>
                  </a:cubicBezTo>
                  <a:lnTo>
                    <a:pt x="1" y="2563"/>
                  </a:lnTo>
                  <a:cubicBezTo>
                    <a:pt x="1221" y="1053"/>
                    <a:pt x="3082" y="88"/>
                    <a:pt x="5173" y="88"/>
                  </a:cubicBezTo>
                  <a:cubicBezTo>
                    <a:pt x="8834" y="88"/>
                    <a:pt x="11814" y="3069"/>
                    <a:pt x="11814" y="6730"/>
                  </a:cubicBezTo>
                  <a:cubicBezTo>
                    <a:pt x="11814" y="8436"/>
                    <a:pt x="11167" y="9994"/>
                    <a:pt x="10109" y="11167"/>
                  </a:cubicBezTo>
                  <a:lnTo>
                    <a:pt x="10216" y="11167"/>
                  </a:lnTo>
                  <a:cubicBezTo>
                    <a:pt x="11262" y="9980"/>
                    <a:pt x="11895" y="8429"/>
                    <a:pt x="11895" y="6730"/>
                  </a:cubicBezTo>
                  <a:cubicBezTo>
                    <a:pt x="11895" y="3022"/>
                    <a:pt x="8881" y="1"/>
                    <a:pt x="517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8" name="Google Shape;31718;p32"/>
            <p:cNvSpPr/>
            <p:nvPr/>
          </p:nvSpPr>
          <p:spPr>
            <a:xfrm>
              <a:off x="3450750" y="3251100"/>
              <a:ext cx="269425" cy="251200"/>
            </a:xfrm>
            <a:custGeom>
              <a:rect b="b" l="l" r="r" t="t"/>
              <a:pathLst>
                <a:path extrusionOk="0" h="10048" w="10777">
                  <a:moveTo>
                    <a:pt x="5099" y="0"/>
                  </a:moveTo>
                  <a:cubicBezTo>
                    <a:pt x="2860" y="0"/>
                    <a:pt x="931" y="1295"/>
                    <a:pt x="1" y="3176"/>
                  </a:cubicBezTo>
                  <a:lnTo>
                    <a:pt x="1" y="8186"/>
                  </a:lnTo>
                  <a:cubicBezTo>
                    <a:pt x="358" y="8907"/>
                    <a:pt x="857" y="9541"/>
                    <a:pt x="1471" y="10047"/>
                  </a:cubicBezTo>
                  <a:lnTo>
                    <a:pt x="8726" y="10047"/>
                  </a:lnTo>
                  <a:cubicBezTo>
                    <a:pt x="9980" y="9009"/>
                    <a:pt x="10776" y="7438"/>
                    <a:pt x="10776" y="5678"/>
                  </a:cubicBezTo>
                  <a:cubicBezTo>
                    <a:pt x="10776" y="2542"/>
                    <a:pt x="8234" y="0"/>
                    <a:pt x="509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9" name="Google Shape;31719;p32"/>
            <p:cNvSpPr/>
            <p:nvPr/>
          </p:nvSpPr>
          <p:spPr>
            <a:xfrm>
              <a:off x="3450750" y="3250075"/>
              <a:ext cx="270600" cy="252225"/>
            </a:xfrm>
            <a:custGeom>
              <a:rect b="b" l="l" r="r" t="t"/>
              <a:pathLst>
                <a:path extrusionOk="0" h="10089" w="10824">
                  <a:moveTo>
                    <a:pt x="5099" y="1"/>
                  </a:moveTo>
                  <a:cubicBezTo>
                    <a:pt x="2880" y="1"/>
                    <a:pt x="952" y="1275"/>
                    <a:pt x="1" y="3129"/>
                  </a:cubicBezTo>
                  <a:lnTo>
                    <a:pt x="1" y="3318"/>
                  </a:lnTo>
                  <a:cubicBezTo>
                    <a:pt x="904" y="1410"/>
                    <a:pt x="2853" y="88"/>
                    <a:pt x="5099" y="88"/>
                  </a:cubicBezTo>
                  <a:cubicBezTo>
                    <a:pt x="8207" y="88"/>
                    <a:pt x="10736" y="2617"/>
                    <a:pt x="10736" y="5719"/>
                  </a:cubicBezTo>
                  <a:cubicBezTo>
                    <a:pt x="10736" y="7485"/>
                    <a:pt x="9926" y="9056"/>
                    <a:pt x="8659" y="10088"/>
                  </a:cubicBezTo>
                  <a:lnTo>
                    <a:pt x="8787" y="10088"/>
                  </a:lnTo>
                  <a:cubicBezTo>
                    <a:pt x="10028" y="9043"/>
                    <a:pt x="10823" y="7472"/>
                    <a:pt x="10823" y="5719"/>
                  </a:cubicBezTo>
                  <a:cubicBezTo>
                    <a:pt x="10823" y="2570"/>
                    <a:pt x="8254" y="1"/>
                    <a:pt x="509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0" name="Google Shape;31720;p32"/>
            <p:cNvSpPr/>
            <p:nvPr/>
          </p:nvSpPr>
          <p:spPr>
            <a:xfrm>
              <a:off x="3450750" y="3453200"/>
              <a:ext cx="38650" cy="49100"/>
            </a:xfrm>
            <a:custGeom>
              <a:rect b="b" l="l" r="r" t="t"/>
              <a:pathLst>
                <a:path extrusionOk="0" h="1964" w="1546">
                  <a:moveTo>
                    <a:pt x="1" y="1"/>
                  </a:moveTo>
                  <a:lnTo>
                    <a:pt x="1" y="190"/>
                  </a:lnTo>
                  <a:cubicBezTo>
                    <a:pt x="352" y="871"/>
                    <a:pt x="830" y="1478"/>
                    <a:pt x="1410" y="1963"/>
                  </a:cubicBezTo>
                  <a:lnTo>
                    <a:pt x="1545" y="1963"/>
                  </a:lnTo>
                  <a:cubicBezTo>
                    <a:pt x="891" y="1437"/>
                    <a:pt x="365" y="770"/>
                    <a:pt x="1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1" name="Google Shape;31721;p32"/>
            <p:cNvSpPr/>
            <p:nvPr/>
          </p:nvSpPr>
          <p:spPr>
            <a:xfrm>
              <a:off x="3461375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2" name="Google Shape;31722;p32"/>
            <p:cNvSpPr/>
            <p:nvPr/>
          </p:nvSpPr>
          <p:spPr>
            <a:xfrm>
              <a:off x="3460375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44" y="9083"/>
                  </a:cubicBezTo>
                  <a:lnTo>
                    <a:pt x="6487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3" name="Google Shape;31723;p32"/>
            <p:cNvSpPr/>
            <p:nvPr/>
          </p:nvSpPr>
          <p:spPr>
            <a:xfrm>
              <a:off x="3490200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0" y="5469"/>
                    <a:pt x="7040" y="3521"/>
                  </a:cubicBezTo>
                  <a:cubicBezTo>
                    <a:pt x="7040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4" name="Google Shape;31724;p32"/>
            <p:cNvSpPr/>
            <p:nvPr/>
          </p:nvSpPr>
          <p:spPr>
            <a:xfrm>
              <a:off x="3489025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53" y="7047"/>
                    <a:pt x="88" y="5482"/>
                    <a:pt x="88" y="3561"/>
                  </a:cubicBezTo>
                  <a:cubicBezTo>
                    <a:pt x="88" y="1646"/>
                    <a:pt x="1653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605" y="0"/>
                    <a:pt x="1" y="1598"/>
                    <a:pt x="1" y="3561"/>
                  </a:cubicBezTo>
                  <a:cubicBezTo>
                    <a:pt x="1" y="5530"/>
                    <a:pt x="1605" y="7128"/>
                    <a:pt x="3568" y="7128"/>
                  </a:cubicBezTo>
                  <a:cubicBezTo>
                    <a:pt x="5536" y="7128"/>
                    <a:pt x="7135" y="5530"/>
                    <a:pt x="7135" y="3561"/>
                  </a:cubicBezTo>
                  <a:cubicBezTo>
                    <a:pt x="7135" y="1598"/>
                    <a:pt x="5536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5" name="Google Shape;31725;p32"/>
            <p:cNvSpPr/>
            <p:nvPr/>
          </p:nvSpPr>
          <p:spPr>
            <a:xfrm>
              <a:off x="351532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6" name="Google Shape;31726;p32"/>
            <p:cNvSpPr/>
            <p:nvPr/>
          </p:nvSpPr>
          <p:spPr>
            <a:xfrm>
              <a:off x="3514300" y="3329150"/>
              <a:ext cx="127825" cy="127950"/>
            </a:xfrm>
            <a:custGeom>
              <a:rect b="b" l="l" r="r" t="t"/>
              <a:pathLst>
                <a:path extrusionOk="0" h="5118" w="5113">
                  <a:moveTo>
                    <a:pt x="2557" y="88"/>
                  </a:moveTo>
                  <a:cubicBezTo>
                    <a:pt x="3919" y="88"/>
                    <a:pt x="5031" y="1194"/>
                    <a:pt x="5031" y="2556"/>
                  </a:cubicBezTo>
                  <a:cubicBezTo>
                    <a:pt x="5031" y="3924"/>
                    <a:pt x="3919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2" y="3972"/>
                    <a:pt x="5112" y="2556"/>
                  </a:cubicBezTo>
                  <a:cubicBezTo>
                    <a:pt x="5112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7" name="Google Shape;31727;p32"/>
            <p:cNvSpPr/>
            <p:nvPr/>
          </p:nvSpPr>
          <p:spPr>
            <a:xfrm>
              <a:off x="35441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8" name="Google Shape;31728;p32"/>
            <p:cNvSpPr/>
            <p:nvPr/>
          </p:nvSpPr>
          <p:spPr>
            <a:xfrm>
              <a:off x="3542975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9" name="Google Shape;31729;p32"/>
            <p:cNvSpPr/>
            <p:nvPr/>
          </p:nvSpPr>
          <p:spPr>
            <a:xfrm>
              <a:off x="3747100" y="3224125"/>
              <a:ext cx="334325" cy="278175"/>
            </a:xfrm>
            <a:custGeom>
              <a:rect b="b" l="l" r="r" t="t"/>
              <a:pathLst>
                <a:path extrusionOk="0" h="11127" w="13373">
                  <a:moveTo>
                    <a:pt x="6690" y="0"/>
                  </a:moveTo>
                  <a:cubicBezTo>
                    <a:pt x="2995" y="0"/>
                    <a:pt x="1" y="2994"/>
                    <a:pt x="1" y="6689"/>
                  </a:cubicBezTo>
                  <a:cubicBezTo>
                    <a:pt x="1" y="8395"/>
                    <a:pt x="641" y="9946"/>
                    <a:pt x="1693" y="11126"/>
                  </a:cubicBezTo>
                  <a:lnTo>
                    <a:pt x="11680" y="11126"/>
                  </a:lnTo>
                  <a:cubicBezTo>
                    <a:pt x="12731" y="9946"/>
                    <a:pt x="13372" y="8395"/>
                    <a:pt x="13372" y="6689"/>
                  </a:cubicBezTo>
                  <a:cubicBezTo>
                    <a:pt x="13372" y="2994"/>
                    <a:pt x="10378" y="0"/>
                    <a:pt x="669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0" name="Google Shape;31730;p32"/>
            <p:cNvSpPr/>
            <p:nvPr/>
          </p:nvSpPr>
          <p:spPr>
            <a:xfrm>
              <a:off x="374610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30" y="1"/>
                  </a:moveTo>
                  <a:cubicBezTo>
                    <a:pt x="3015" y="1"/>
                    <a:pt x="0" y="3022"/>
                    <a:pt x="0" y="6730"/>
                  </a:cubicBezTo>
                  <a:cubicBezTo>
                    <a:pt x="0" y="8429"/>
                    <a:pt x="634" y="9980"/>
                    <a:pt x="1679" y="11167"/>
                  </a:cubicBezTo>
                  <a:lnTo>
                    <a:pt x="1794" y="11167"/>
                  </a:lnTo>
                  <a:cubicBezTo>
                    <a:pt x="729" y="9994"/>
                    <a:pt x="81" y="8436"/>
                    <a:pt x="81" y="6730"/>
                  </a:cubicBezTo>
                  <a:cubicBezTo>
                    <a:pt x="81" y="3069"/>
                    <a:pt x="3062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66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1" name="Google Shape;31731;p32"/>
            <p:cNvSpPr/>
            <p:nvPr/>
          </p:nvSpPr>
          <p:spPr>
            <a:xfrm>
              <a:off x="3770550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2" name="Google Shape;31732;p32"/>
            <p:cNvSpPr/>
            <p:nvPr/>
          </p:nvSpPr>
          <p:spPr>
            <a:xfrm>
              <a:off x="3769525" y="3250075"/>
              <a:ext cx="285925" cy="252225"/>
            </a:xfrm>
            <a:custGeom>
              <a:rect b="b" l="l" r="r" t="t"/>
              <a:pathLst>
                <a:path extrusionOk="0" h="10089" w="11437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90" y="9043"/>
                    <a:pt x="2030" y="10088"/>
                  </a:cubicBezTo>
                  <a:lnTo>
                    <a:pt x="2158" y="10088"/>
                  </a:lnTo>
                  <a:cubicBezTo>
                    <a:pt x="891" y="9056"/>
                    <a:pt x="82" y="7485"/>
                    <a:pt x="82" y="5719"/>
                  </a:cubicBezTo>
                  <a:cubicBezTo>
                    <a:pt x="82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7" y="9056"/>
                    <a:pt x="9272" y="10088"/>
                  </a:cubicBezTo>
                  <a:lnTo>
                    <a:pt x="9407" y="10088"/>
                  </a:lnTo>
                  <a:cubicBezTo>
                    <a:pt x="10648" y="9043"/>
                    <a:pt x="11437" y="7472"/>
                    <a:pt x="11437" y="5719"/>
                  </a:cubicBezTo>
                  <a:cubicBezTo>
                    <a:pt x="11437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3" name="Google Shape;31733;p32"/>
            <p:cNvSpPr/>
            <p:nvPr/>
          </p:nvSpPr>
          <p:spPr>
            <a:xfrm>
              <a:off x="379565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1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7" y="6669"/>
                    <a:pt x="9347" y="4667"/>
                  </a:cubicBezTo>
                  <a:cubicBezTo>
                    <a:pt x="9347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4" name="Google Shape;31734;p32"/>
            <p:cNvSpPr/>
            <p:nvPr/>
          </p:nvSpPr>
          <p:spPr>
            <a:xfrm>
              <a:off x="379465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1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6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5" name="Google Shape;31735;p32"/>
            <p:cNvSpPr/>
            <p:nvPr/>
          </p:nvSpPr>
          <p:spPr>
            <a:xfrm>
              <a:off x="3824475" y="3305025"/>
              <a:ext cx="176025" cy="176200"/>
            </a:xfrm>
            <a:custGeom>
              <a:rect b="b" l="l" r="r" t="t"/>
              <a:pathLst>
                <a:path extrusionOk="0" h="7048" w="7041">
                  <a:moveTo>
                    <a:pt x="3521" y="1"/>
                  </a:moveTo>
                  <a:cubicBezTo>
                    <a:pt x="1572" y="1"/>
                    <a:pt x="1" y="1579"/>
                    <a:pt x="1" y="3521"/>
                  </a:cubicBezTo>
                  <a:cubicBezTo>
                    <a:pt x="1" y="5469"/>
                    <a:pt x="1572" y="7047"/>
                    <a:pt x="3521" y="7047"/>
                  </a:cubicBezTo>
                  <a:cubicBezTo>
                    <a:pt x="5463" y="7047"/>
                    <a:pt x="7040" y="5469"/>
                    <a:pt x="7040" y="3521"/>
                  </a:cubicBezTo>
                  <a:cubicBezTo>
                    <a:pt x="7040" y="1579"/>
                    <a:pt x="5463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6" name="Google Shape;31736;p32"/>
            <p:cNvSpPr/>
            <p:nvPr/>
          </p:nvSpPr>
          <p:spPr>
            <a:xfrm>
              <a:off x="3823300" y="3304025"/>
              <a:ext cx="178375" cy="178200"/>
            </a:xfrm>
            <a:custGeom>
              <a:rect b="b" l="l" r="r" t="t"/>
              <a:pathLst>
                <a:path extrusionOk="0" h="7128" w="7135">
                  <a:moveTo>
                    <a:pt x="3568" y="81"/>
                  </a:moveTo>
                  <a:cubicBezTo>
                    <a:pt x="5489" y="81"/>
                    <a:pt x="7047" y="1646"/>
                    <a:pt x="7047" y="3561"/>
                  </a:cubicBezTo>
                  <a:cubicBezTo>
                    <a:pt x="7047" y="5482"/>
                    <a:pt x="5489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35" y="5530"/>
                    <a:pt x="7135" y="3561"/>
                  </a:cubicBezTo>
                  <a:cubicBezTo>
                    <a:pt x="7135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7" name="Google Shape;31737;p32"/>
            <p:cNvSpPr/>
            <p:nvPr/>
          </p:nvSpPr>
          <p:spPr>
            <a:xfrm>
              <a:off x="384960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8" name="Google Shape;31738;p32"/>
            <p:cNvSpPr/>
            <p:nvPr/>
          </p:nvSpPr>
          <p:spPr>
            <a:xfrm>
              <a:off x="3848600" y="3329150"/>
              <a:ext cx="127800" cy="127950"/>
            </a:xfrm>
            <a:custGeom>
              <a:rect b="b" l="l" r="r" t="t"/>
              <a:pathLst>
                <a:path extrusionOk="0" h="5118" w="5112">
                  <a:moveTo>
                    <a:pt x="2556" y="88"/>
                  </a:moveTo>
                  <a:cubicBezTo>
                    <a:pt x="3918" y="88"/>
                    <a:pt x="5030" y="1194"/>
                    <a:pt x="5030" y="2556"/>
                  </a:cubicBezTo>
                  <a:cubicBezTo>
                    <a:pt x="5030" y="3924"/>
                    <a:pt x="3918" y="5030"/>
                    <a:pt x="2556" y="5030"/>
                  </a:cubicBezTo>
                  <a:cubicBezTo>
                    <a:pt x="1194" y="5030"/>
                    <a:pt x="81" y="3924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3972"/>
                    <a:pt x="1146" y="5118"/>
                    <a:pt x="2556" y="5118"/>
                  </a:cubicBezTo>
                  <a:cubicBezTo>
                    <a:pt x="3965" y="5118"/>
                    <a:pt x="5111" y="3972"/>
                    <a:pt x="5111" y="2556"/>
                  </a:cubicBezTo>
                  <a:cubicBezTo>
                    <a:pt x="5111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9" name="Google Shape;31739;p32"/>
            <p:cNvSpPr/>
            <p:nvPr/>
          </p:nvSpPr>
          <p:spPr>
            <a:xfrm>
              <a:off x="387825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70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2118"/>
                    <a:pt x="614" y="2731"/>
                    <a:pt x="1370" y="2731"/>
                  </a:cubicBezTo>
                  <a:cubicBezTo>
                    <a:pt x="2125" y="2731"/>
                    <a:pt x="2732" y="2118"/>
                    <a:pt x="2732" y="1363"/>
                  </a:cubicBezTo>
                  <a:cubicBezTo>
                    <a:pt x="2732" y="614"/>
                    <a:pt x="2125" y="1"/>
                    <a:pt x="137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0" name="Google Shape;31740;p32"/>
            <p:cNvSpPr/>
            <p:nvPr/>
          </p:nvSpPr>
          <p:spPr>
            <a:xfrm>
              <a:off x="3877250" y="3357975"/>
              <a:ext cx="70475" cy="70300"/>
            </a:xfrm>
            <a:custGeom>
              <a:rect b="b" l="l" r="r" t="t"/>
              <a:pathLst>
                <a:path extrusionOk="0" h="2812" w="2819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1" y="2731"/>
                    <a:pt x="88" y="2138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1" name="Google Shape;31741;p32"/>
            <p:cNvSpPr/>
            <p:nvPr/>
          </p:nvSpPr>
          <p:spPr>
            <a:xfrm>
              <a:off x="408140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93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2" name="Google Shape;31742;p32"/>
            <p:cNvSpPr/>
            <p:nvPr/>
          </p:nvSpPr>
          <p:spPr>
            <a:xfrm>
              <a:off x="4080375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4" y="9980"/>
                    <a:pt x="1680" y="11167"/>
                  </a:cubicBezTo>
                  <a:lnTo>
                    <a:pt x="1787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8436"/>
                    <a:pt x="12724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9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3" name="Google Shape;31743;p32"/>
            <p:cNvSpPr/>
            <p:nvPr/>
          </p:nvSpPr>
          <p:spPr>
            <a:xfrm>
              <a:off x="4104825" y="3251100"/>
              <a:ext cx="283900" cy="251200"/>
            </a:xfrm>
            <a:custGeom>
              <a:rect b="b" l="l" r="r" t="t"/>
              <a:pathLst>
                <a:path extrusionOk="0" h="10048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7438"/>
                    <a:pt x="796" y="9009"/>
                    <a:pt x="2050" y="10047"/>
                  </a:cubicBezTo>
                  <a:lnTo>
                    <a:pt x="9305" y="10047"/>
                  </a:lnTo>
                  <a:cubicBezTo>
                    <a:pt x="10560" y="9009"/>
                    <a:pt x="11355" y="7438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4" name="Google Shape;31744;p32"/>
            <p:cNvSpPr/>
            <p:nvPr/>
          </p:nvSpPr>
          <p:spPr>
            <a:xfrm>
              <a:off x="4103650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96" y="9043"/>
                    <a:pt x="2036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80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5" name="Google Shape;31745;p32"/>
            <p:cNvSpPr/>
            <p:nvPr/>
          </p:nvSpPr>
          <p:spPr>
            <a:xfrm>
              <a:off x="4129950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54" y="8368"/>
                    <a:pt x="3014" y="9036"/>
                  </a:cubicBezTo>
                  <a:lnTo>
                    <a:pt x="6332" y="9036"/>
                  </a:lnTo>
                  <a:cubicBezTo>
                    <a:pt x="8091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6" name="Google Shape;31746;p32"/>
            <p:cNvSpPr/>
            <p:nvPr/>
          </p:nvSpPr>
          <p:spPr>
            <a:xfrm>
              <a:off x="4128925" y="3275200"/>
              <a:ext cx="235700" cy="227100"/>
            </a:xfrm>
            <a:custGeom>
              <a:rect b="b" l="l" r="r" t="t"/>
              <a:pathLst>
                <a:path extrusionOk="0" h="9084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6689"/>
                    <a:pt x="1214" y="8382"/>
                    <a:pt x="2940" y="9083"/>
                  </a:cubicBezTo>
                  <a:lnTo>
                    <a:pt x="3183" y="9083"/>
                  </a:lnTo>
                  <a:cubicBezTo>
                    <a:pt x="1376" y="8449"/>
                    <a:pt x="81" y="6730"/>
                    <a:pt x="81" y="4714"/>
                  </a:cubicBezTo>
                  <a:cubicBezTo>
                    <a:pt x="81" y="2165"/>
                    <a:pt x="2158" y="88"/>
                    <a:pt x="4714" y="88"/>
                  </a:cubicBezTo>
                  <a:cubicBezTo>
                    <a:pt x="7263" y="88"/>
                    <a:pt x="9339" y="2165"/>
                    <a:pt x="9339" y="4714"/>
                  </a:cubicBezTo>
                  <a:cubicBezTo>
                    <a:pt x="9339" y="6730"/>
                    <a:pt x="8045" y="8449"/>
                    <a:pt x="6244" y="9083"/>
                  </a:cubicBezTo>
                  <a:lnTo>
                    <a:pt x="6480" y="9083"/>
                  </a:lnTo>
                  <a:cubicBezTo>
                    <a:pt x="8207" y="8382"/>
                    <a:pt x="9427" y="6689"/>
                    <a:pt x="9427" y="4714"/>
                  </a:cubicBezTo>
                  <a:cubicBezTo>
                    <a:pt x="9427" y="2118"/>
                    <a:pt x="7310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7" name="Google Shape;31747;p32"/>
            <p:cNvSpPr/>
            <p:nvPr/>
          </p:nvSpPr>
          <p:spPr>
            <a:xfrm>
              <a:off x="415860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8" name="Google Shape;31748;p32"/>
            <p:cNvSpPr/>
            <p:nvPr/>
          </p:nvSpPr>
          <p:spPr>
            <a:xfrm>
              <a:off x="4157575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8" y="5482"/>
                    <a:pt x="88" y="3561"/>
                  </a:cubicBezTo>
                  <a:cubicBezTo>
                    <a:pt x="88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9" name="Google Shape;31749;p32"/>
            <p:cNvSpPr/>
            <p:nvPr/>
          </p:nvSpPr>
          <p:spPr>
            <a:xfrm>
              <a:off x="4183875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0" name="Google Shape;31750;p32"/>
            <p:cNvSpPr/>
            <p:nvPr/>
          </p:nvSpPr>
          <p:spPr>
            <a:xfrm>
              <a:off x="418270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7" y="1194"/>
                    <a:pt x="5037" y="2556"/>
                  </a:cubicBezTo>
                  <a:cubicBezTo>
                    <a:pt x="5037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3972"/>
                    <a:pt x="1154" y="5118"/>
                    <a:pt x="2563" y="5118"/>
                  </a:cubicBezTo>
                  <a:cubicBezTo>
                    <a:pt x="3972" y="5118"/>
                    <a:pt x="5118" y="3972"/>
                    <a:pt x="5118" y="2556"/>
                  </a:cubicBezTo>
                  <a:cubicBezTo>
                    <a:pt x="5118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1" name="Google Shape;31751;p32"/>
            <p:cNvSpPr/>
            <p:nvPr/>
          </p:nvSpPr>
          <p:spPr>
            <a:xfrm>
              <a:off x="4212550" y="3358975"/>
              <a:ext cx="68275" cy="68300"/>
            </a:xfrm>
            <a:custGeom>
              <a:rect b="b" l="l" r="r" t="t"/>
              <a:pathLst>
                <a:path extrusionOk="0" h="2732" w="2731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24" y="2731"/>
                    <a:pt x="2731" y="2118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2" name="Google Shape;31752;p32"/>
            <p:cNvSpPr/>
            <p:nvPr/>
          </p:nvSpPr>
          <p:spPr>
            <a:xfrm>
              <a:off x="4211525" y="3357975"/>
              <a:ext cx="70500" cy="70300"/>
            </a:xfrm>
            <a:custGeom>
              <a:rect b="b" l="l" r="r" t="t"/>
              <a:pathLst>
                <a:path extrusionOk="0" h="2812" w="2820">
                  <a:moveTo>
                    <a:pt x="1410" y="81"/>
                  </a:moveTo>
                  <a:cubicBezTo>
                    <a:pt x="2138" y="81"/>
                    <a:pt x="2731" y="674"/>
                    <a:pt x="2731" y="1403"/>
                  </a:cubicBezTo>
                  <a:cubicBezTo>
                    <a:pt x="2731" y="2138"/>
                    <a:pt x="2138" y="2731"/>
                    <a:pt x="1410" y="2731"/>
                  </a:cubicBezTo>
                  <a:cubicBezTo>
                    <a:pt x="682" y="2731"/>
                    <a:pt x="81" y="2138"/>
                    <a:pt x="81" y="1403"/>
                  </a:cubicBezTo>
                  <a:cubicBezTo>
                    <a:pt x="81" y="674"/>
                    <a:pt x="682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2185"/>
                    <a:pt x="634" y="2812"/>
                    <a:pt x="1410" y="2812"/>
                  </a:cubicBezTo>
                  <a:cubicBezTo>
                    <a:pt x="2185" y="2812"/>
                    <a:pt x="2819" y="218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3" name="Google Shape;31753;p32"/>
            <p:cNvSpPr/>
            <p:nvPr/>
          </p:nvSpPr>
          <p:spPr>
            <a:xfrm>
              <a:off x="4415675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2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41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7" y="0"/>
                    <a:pt x="668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4" name="Google Shape;31754;p32"/>
            <p:cNvSpPr/>
            <p:nvPr/>
          </p:nvSpPr>
          <p:spPr>
            <a:xfrm>
              <a:off x="4414650" y="3223100"/>
              <a:ext cx="336325" cy="279200"/>
            </a:xfrm>
            <a:custGeom>
              <a:rect b="b" l="l" r="r" t="t"/>
              <a:pathLst>
                <a:path extrusionOk="0" h="11168" w="13453">
                  <a:moveTo>
                    <a:pt x="6723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8429"/>
                    <a:pt x="635" y="9980"/>
                    <a:pt x="1680" y="11167"/>
                  </a:cubicBezTo>
                  <a:lnTo>
                    <a:pt x="1788" y="11167"/>
                  </a:lnTo>
                  <a:cubicBezTo>
                    <a:pt x="729" y="9994"/>
                    <a:pt x="82" y="8436"/>
                    <a:pt x="82" y="6730"/>
                  </a:cubicBezTo>
                  <a:cubicBezTo>
                    <a:pt x="82" y="3069"/>
                    <a:pt x="3062" y="88"/>
                    <a:pt x="6723" y="88"/>
                  </a:cubicBezTo>
                  <a:cubicBezTo>
                    <a:pt x="10385" y="88"/>
                    <a:pt x="13365" y="3069"/>
                    <a:pt x="13365" y="6730"/>
                  </a:cubicBezTo>
                  <a:cubicBezTo>
                    <a:pt x="13365" y="8436"/>
                    <a:pt x="12725" y="9994"/>
                    <a:pt x="11659" y="11167"/>
                  </a:cubicBezTo>
                  <a:lnTo>
                    <a:pt x="11774" y="11167"/>
                  </a:lnTo>
                  <a:cubicBezTo>
                    <a:pt x="12819" y="9980"/>
                    <a:pt x="13453" y="8429"/>
                    <a:pt x="13453" y="6730"/>
                  </a:cubicBezTo>
                  <a:cubicBezTo>
                    <a:pt x="13453" y="3022"/>
                    <a:pt x="10432" y="1"/>
                    <a:pt x="6723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5" name="Google Shape;31755;p32"/>
            <p:cNvSpPr/>
            <p:nvPr/>
          </p:nvSpPr>
          <p:spPr>
            <a:xfrm>
              <a:off x="4438925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85" y="0"/>
                  </a:moveTo>
                  <a:cubicBezTo>
                    <a:pt x="2550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7" y="10047"/>
                  </a:cubicBezTo>
                  <a:lnTo>
                    <a:pt x="9313" y="10047"/>
                  </a:lnTo>
                  <a:cubicBezTo>
                    <a:pt x="10560" y="9009"/>
                    <a:pt x="11362" y="7438"/>
                    <a:pt x="11362" y="5678"/>
                  </a:cubicBezTo>
                  <a:cubicBezTo>
                    <a:pt x="11362" y="2542"/>
                    <a:pt x="8820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6" name="Google Shape;31756;p32"/>
            <p:cNvSpPr/>
            <p:nvPr/>
          </p:nvSpPr>
          <p:spPr>
            <a:xfrm>
              <a:off x="4437925" y="3250075"/>
              <a:ext cx="286075" cy="252225"/>
            </a:xfrm>
            <a:custGeom>
              <a:rect b="b" l="l" r="r" t="t"/>
              <a:pathLst>
                <a:path extrusionOk="0" h="10089" w="11443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7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6" y="88"/>
                    <a:pt x="5725" y="88"/>
                  </a:cubicBezTo>
                  <a:cubicBezTo>
                    <a:pt x="8833" y="88"/>
                    <a:pt x="11362" y="2617"/>
                    <a:pt x="11362" y="5719"/>
                  </a:cubicBezTo>
                  <a:cubicBezTo>
                    <a:pt x="11362" y="7485"/>
                    <a:pt x="10546" y="9056"/>
                    <a:pt x="9278" y="10088"/>
                  </a:cubicBezTo>
                  <a:lnTo>
                    <a:pt x="9413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7" name="Google Shape;31757;p32"/>
            <p:cNvSpPr/>
            <p:nvPr/>
          </p:nvSpPr>
          <p:spPr>
            <a:xfrm>
              <a:off x="4464225" y="3276375"/>
              <a:ext cx="233650" cy="225925"/>
            </a:xfrm>
            <a:custGeom>
              <a:rect b="b" l="l" r="r" t="t"/>
              <a:pathLst>
                <a:path extrusionOk="0" h="9037" w="9346">
                  <a:moveTo>
                    <a:pt x="4673" y="1"/>
                  </a:moveTo>
                  <a:cubicBezTo>
                    <a:pt x="2090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8" name="Google Shape;31758;p32"/>
            <p:cNvSpPr/>
            <p:nvPr/>
          </p:nvSpPr>
          <p:spPr>
            <a:xfrm>
              <a:off x="4463025" y="3275200"/>
              <a:ext cx="235875" cy="227100"/>
            </a:xfrm>
            <a:custGeom>
              <a:rect b="b" l="l" r="r" t="t"/>
              <a:pathLst>
                <a:path extrusionOk="0" h="9084" w="9435">
                  <a:moveTo>
                    <a:pt x="4721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6689"/>
                    <a:pt x="1221" y="8382"/>
                    <a:pt x="2948" y="9083"/>
                  </a:cubicBezTo>
                  <a:lnTo>
                    <a:pt x="3184" y="9083"/>
                  </a:lnTo>
                  <a:cubicBezTo>
                    <a:pt x="1383" y="8449"/>
                    <a:pt x="89" y="6730"/>
                    <a:pt x="89" y="4714"/>
                  </a:cubicBezTo>
                  <a:cubicBezTo>
                    <a:pt x="89" y="2165"/>
                    <a:pt x="2165" y="88"/>
                    <a:pt x="4721" y="88"/>
                  </a:cubicBezTo>
                  <a:cubicBezTo>
                    <a:pt x="7270" y="88"/>
                    <a:pt x="9347" y="2165"/>
                    <a:pt x="9347" y="4714"/>
                  </a:cubicBezTo>
                  <a:cubicBezTo>
                    <a:pt x="9347" y="6730"/>
                    <a:pt x="8052" y="8449"/>
                    <a:pt x="6252" y="9083"/>
                  </a:cubicBezTo>
                  <a:lnTo>
                    <a:pt x="6488" y="9083"/>
                  </a:lnTo>
                  <a:cubicBezTo>
                    <a:pt x="8214" y="8382"/>
                    <a:pt x="9434" y="6689"/>
                    <a:pt x="9434" y="4714"/>
                  </a:cubicBezTo>
                  <a:cubicBezTo>
                    <a:pt x="9434" y="2118"/>
                    <a:pt x="7317" y="0"/>
                    <a:pt x="472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9" name="Google Shape;31759;p32"/>
            <p:cNvSpPr/>
            <p:nvPr/>
          </p:nvSpPr>
          <p:spPr>
            <a:xfrm>
              <a:off x="4492875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7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5469"/>
                    <a:pt x="1578" y="7047"/>
                    <a:pt x="3527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0" name="Google Shape;31760;p32"/>
            <p:cNvSpPr/>
            <p:nvPr/>
          </p:nvSpPr>
          <p:spPr>
            <a:xfrm>
              <a:off x="4491850" y="3304025"/>
              <a:ext cx="178225" cy="178200"/>
            </a:xfrm>
            <a:custGeom>
              <a:rect b="b" l="l" r="r" t="t"/>
              <a:pathLst>
                <a:path extrusionOk="0" h="7128" w="7129">
                  <a:moveTo>
                    <a:pt x="3568" y="81"/>
                  </a:moveTo>
                  <a:cubicBezTo>
                    <a:pt x="5483" y="81"/>
                    <a:pt x="7047" y="1646"/>
                    <a:pt x="7047" y="3561"/>
                  </a:cubicBezTo>
                  <a:cubicBezTo>
                    <a:pt x="7047" y="5482"/>
                    <a:pt x="5483" y="7047"/>
                    <a:pt x="3568" y="7047"/>
                  </a:cubicBezTo>
                  <a:cubicBezTo>
                    <a:pt x="1646" y="7047"/>
                    <a:pt x="89" y="5482"/>
                    <a:pt x="89" y="3561"/>
                  </a:cubicBezTo>
                  <a:cubicBezTo>
                    <a:pt x="89" y="1646"/>
                    <a:pt x="1646" y="81"/>
                    <a:pt x="3568" y="81"/>
                  </a:cubicBezTo>
                  <a:close/>
                  <a:moveTo>
                    <a:pt x="3568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5530"/>
                    <a:pt x="1599" y="7128"/>
                    <a:pt x="3568" y="7128"/>
                  </a:cubicBezTo>
                  <a:cubicBezTo>
                    <a:pt x="5530" y="7128"/>
                    <a:pt x="7128" y="5530"/>
                    <a:pt x="7128" y="3561"/>
                  </a:cubicBezTo>
                  <a:cubicBezTo>
                    <a:pt x="7128" y="1598"/>
                    <a:pt x="5530" y="0"/>
                    <a:pt x="3568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1" name="Google Shape;31761;p32"/>
            <p:cNvSpPr/>
            <p:nvPr/>
          </p:nvSpPr>
          <p:spPr>
            <a:xfrm>
              <a:off x="4518150" y="3330150"/>
              <a:ext cx="125800" cy="125950"/>
            </a:xfrm>
            <a:custGeom>
              <a:rect b="b" l="l" r="r" t="t"/>
              <a:pathLst>
                <a:path extrusionOk="0" h="5038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3911"/>
                    <a:pt x="1127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2" name="Google Shape;31762;p32"/>
            <p:cNvSpPr/>
            <p:nvPr/>
          </p:nvSpPr>
          <p:spPr>
            <a:xfrm>
              <a:off x="451697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63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63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63" y="88"/>
                  </a:cubicBezTo>
                  <a:close/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63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3" name="Google Shape;31763;p32"/>
            <p:cNvSpPr/>
            <p:nvPr/>
          </p:nvSpPr>
          <p:spPr>
            <a:xfrm>
              <a:off x="454682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9" y="2731"/>
                  </a:cubicBezTo>
                  <a:cubicBezTo>
                    <a:pt x="2117" y="2731"/>
                    <a:pt x="2731" y="2118"/>
                    <a:pt x="2731" y="1363"/>
                  </a:cubicBezTo>
                  <a:cubicBezTo>
                    <a:pt x="2731" y="614"/>
                    <a:pt x="2117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4" name="Google Shape;31764;p32"/>
            <p:cNvSpPr/>
            <p:nvPr/>
          </p:nvSpPr>
          <p:spPr>
            <a:xfrm>
              <a:off x="454580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10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10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lose/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10" y="2812"/>
                  </a:cubicBezTo>
                  <a:cubicBezTo>
                    <a:pt x="2185" y="2812"/>
                    <a:pt x="2812" y="2185"/>
                    <a:pt x="2812" y="1403"/>
                  </a:cubicBezTo>
                  <a:cubicBezTo>
                    <a:pt x="2812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5" name="Google Shape;31765;p32"/>
            <p:cNvSpPr/>
            <p:nvPr/>
          </p:nvSpPr>
          <p:spPr>
            <a:xfrm>
              <a:off x="4749950" y="3224125"/>
              <a:ext cx="334300" cy="278175"/>
            </a:xfrm>
            <a:custGeom>
              <a:rect b="b" l="l" r="r" t="t"/>
              <a:pathLst>
                <a:path extrusionOk="0" h="11127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71" y="8395"/>
                    <a:pt x="13371" y="6689"/>
                  </a:cubicBezTo>
                  <a:cubicBezTo>
                    <a:pt x="13371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6" name="Google Shape;31766;p32"/>
            <p:cNvSpPr/>
            <p:nvPr/>
          </p:nvSpPr>
          <p:spPr>
            <a:xfrm>
              <a:off x="4748775" y="3223100"/>
              <a:ext cx="336475" cy="279200"/>
            </a:xfrm>
            <a:custGeom>
              <a:rect b="b" l="l" r="r" t="t"/>
              <a:pathLst>
                <a:path extrusionOk="0" h="11168" w="13459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86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80" y="11167"/>
                  </a:lnTo>
                  <a:cubicBezTo>
                    <a:pt x="12825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7" name="Google Shape;31767;p32"/>
            <p:cNvSpPr/>
            <p:nvPr/>
          </p:nvSpPr>
          <p:spPr>
            <a:xfrm>
              <a:off x="4773200" y="3251100"/>
              <a:ext cx="284075" cy="251200"/>
            </a:xfrm>
            <a:custGeom>
              <a:rect b="b" l="l" r="r" t="t"/>
              <a:pathLst>
                <a:path extrusionOk="0" h="10048" w="11363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803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63" y="7438"/>
                    <a:pt x="11363" y="5678"/>
                  </a:cubicBezTo>
                  <a:cubicBezTo>
                    <a:pt x="11363" y="2542"/>
                    <a:pt x="8821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8" name="Google Shape;31768;p32"/>
            <p:cNvSpPr/>
            <p:nvPr/>
          </p:nvSpPr>
          <p:spPr>
            <a:xfrm>
              <a:off x="4772200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8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8" y="7485"/>
                    <a:pt x="88" y="5719"/>
                  </a:cubicBezTo>
                  <a:cubicBezTo>
                    <a:pt x="88" y="2617"/>
                    <a:pt x="2617" y="88"/>
                    <a:pt x="5718" y="88"/>
                  </a:cubicBezTo>
                  <a:cubicBezTo>
                    <a:pt x="8827" y="88"/>
                    <a:pt x="11355" y="2617"/>
                    <a:pt x="11355" y="5719"/>
                  </a:cubicBezTo>
                  <a:cubicBezTo>
                    <a:pt x="11355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54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9" name="Google Shape;31769;p32"/>
            <p:cNvSpPr/>
            <p:nvPr/>
          </p:nvSpPr>
          <p:spPr>
            <a:xfrm>
              <a:off x="4798500" y="3276375"/>
              <a:ext cx="233500" cy="225925"/>
            </a:xfrm>
            <a:custGeom>
              <a:rect b="b" l="l" r="r" t="t"/>
              <a:pathLst>
                <a:path extrusionOk="0" h="9037" w="9340">
                  <a:moveTo>
                    <a:pt x="4666" y="1"/>
                  </a:moveTo>
                  <a:cubicBezTo>
                    <a:pt x="2091" y="1"/>
                    <a:pt x="0" y="2091"/>
                    <a:pt x="0" y="4667"/>
                  </a:cubicBezTo>
                  <a:cubicBezTo>
                    <a:pt x="0" y="6669"/>
                    <a:pt x="1248" y="8368"/>
                    <a:pt x="3014" y="9036"/>
                  </a:cubicBezTo>
                  <a:lnTo>
                    <a:pt x="6325" y="9036"/>
                  </a:lnTo>
                  <a:cubicBezTo>
                    <a:pt x="8092" y="8368"/>
                    <a:pt x="9339" y="6669"/>
                    <a:pt x="9339" y="4667"/>
                  </a:cubicBezTo>
                  <a:cubicBezTo>
                    <a:pt x="9339" y="2091"/>
                    <a:pt x="7249" y="1"/>
                    <a:pt x="466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0" name="Google Shape;31770;p32"/>
            <p:cNvSpPr/>
            <p:nvPr/>
          </p:nvSpPr>
          <p:spPr>
            <a:xfrm>
              <a:off x="4797325" y="3275200"/>
              <a:ext cx="235850" cy="227100"/>
            </a:xfrm>
            <a:custGeom>
              <a:rect b="b" l="l" r="r" t="t"/>
              <a:pathLst>
                <a:path extrusionOk="0" h="9084" w="9434">
                  <a:moveTo>
                    <a:pt x="4713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2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3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33" y="6689"/>
                    <a:pt x="9433" y="4714"/>
                  </a:cubicBezTo>
                  <a:cubicBezTo>
                    <a:pt x="9433" y="2118"/>
                    <a:pt x="7316" y="0"/>
                    <a:pt x="471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1" name="Google Shape;31771;p32"/>
            <p:cNvSpPr/>
            <p:nvPr/>
          </p:nvSpPr>
          <p:spPr>
            <a:xfrm>
              <a:off x="4827150" y="3305025"/>
              <a:ext cx="176175" cy="176200"/>
            </a:xfrm>
            <a:custGeom>
              <a:rect b="b" l="l" r="r" t="t"/>
              <a:pathLst>
                <a:path extrusionOk="0" h="7048" w="7047">
                  <a:moveTo>
                    <a:pt x="3520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5469"/>
                    <a:pt x="1578" y="7047"/>
                    <a:pt x="3520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2" name="Google Shape;31772;p32"/>
            <p:cNvSpPr/>
            <p:nvPr/>
          </p:nvSpPr>
          <p:spPr>
            <a:xfrm>
              <a:off x="4826150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0" y="81"/>
                  </a:moveTo>
                  <a:cubicBezTo>
                    <a:pt x="5482" y="81"/>
                    <a:pt x="7046" y="1646"/>
                    <a:pt x="7046" y="3561"/>
                  </a:cubicBezTo>
                  <a:cubicBezTo>
                    <a:pt x="7046" y="5482"/>
                    <a:pt x="5482" y="7047"/>
                    <a:pt x="3560" y="7047"/>
                  </a:cubicBezTo>
                  <a:cubicBezTo>
                    <a:pt x="1645" y="7047"/>
                    <a:pt x="81" y="5482"/>
                    <a:pt x="81" y="3561"/>
                  </a:cubicBezTo>
                  <a:cubicBezTo>
                    <a:pt x="81" y="1646"/>
                    <a:pt x="1645" y="81"/>
                    <a:pt x="3560" y="81"/>
                  </a:cubicBezTo>
                  <a:close/>
                  <a:moveTo>
                    <a:pt x="3560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0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3" name="Google Shape;31773;p32"/>
            <p:cNvSpPr/>
            <p:nvPr/>
          </p:nvSpPr>
          <p:spPr>
            <a:xfrm>
              <a:off x="4852275" y="3330150"/>
              <a:ext cx="125950" cy="125950"/>
            </a:xfrm>
            <a:custGeom>
              <a:rect b="b" l="l" r="r" t="t"/>
              <a:pathLst>
                <a:path extrusionOk="0" h="5038" w="5038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5" y="5037"/>
                  </a:cubicBezTo>
                  <a:cubicBezTo>
                    <a:pt x="3911" y="5037"/>
                    <a:pt x="5037" y="3911"/>
                    <a:pt x="5037" y="2516"/>
                  </a:cubicBezTo>
                  <a:cubicBezTo>
                    <a:pt x="5037" y="1127"/>
                    <a:pt x="3911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4" name="Google Shape;31774;p32"/>
            <p:cNvSpPr/>
            <p:nvPr/>
          </p:nvSpPr>
          <p:spPr>
            <a:xfrm>
              <a:off x="4851250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6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6" y="5030"/>
                  </a:cubicBezTo>
                  <a:cubicBezTo>
                    <a:pt x="1194" y="5030"/>
                    <a:pt x="88" y="3924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lose/>
                  <a:moveTo>
                    <a:pt x="2556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6" y="5118"/>
                  </a:cubicBezTo>
                  <a:cubicBezTo>
                    <a:pt x="3972" y="5118"/>
                    <a:pt x="5119" y="3972"/>
                    <a:pt x="5119" y="2556"/>
                  </a:cubicBezTo>
                  <a:cubicBezTo>
                    <a:pt x="5119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5" name="Google Shape;31775;p32"/>
            <p:cNvSpPr/>
            <p:nvPr/>
          </p:nvSpPr>
          <p:spPr>
            <a:xfrm>
              <a:off x="4881100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2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2118"/>
                    <a:pt x="614" y="2731"/>
                    <a:pt x="1362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6" name="Google Shape;31776;p32"/>
            <p:cNvSpPr/>
            <p:nvPr/>
          </p:nvSpPr>
          <p:spPr>
            <a:xfrm>
              <a:off x="4880075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3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3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3" y="81"/>
                  </a:cubicBezTo>
                  <a:close/>
                  <a:moveTo>
                    <a:pt x="1403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3" y="2812"/>
                  </a:cubicBezTo>
                  <a:cubicBezTo>
                    <a:pt x="2186" y="2812"/>
                    <a:pt x="2813" y="2185"/>
                    <a:pt x="2813" y="1403"/>
                  </a:cubicBezTo>
                  <a:cubicBezTo>
                    <a:pt x="2813" y="627"/>
                    <a:pt x="2186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7" name="Google Shape;31777;p32"/>
            <p:cNvSpPr/>
            <p:nvPr/>
          </p:nvSpPr>
          <p:spPr>
            <a:xfrm>
              <a:off x="5084225" y="3224125"/>
              <a:ext cx="334125" cy="278175"/>
            </a:xfrm>
            <a:custGeom>
              <a:rect b="b" l="l" r="r" t="t"/>
              <a:pathLst>
                <a:path extrusionOk="0" h="11127" w="13365">
                  <a:moveTo>
                    <a:pt x="6683" y="0"/>
                  </a:moveTo>
                  <a:cubicBezTo>
                    <a:pt x="2988" y="0"/>
                    <a:pt x="0" y="2994"/>
                    <a:pt x="0" y="6689"/>
                  </a:cubicBezTo>
                  <a:cubicBezTo>
                    <a:pt x="0" y="8395"/>
                    <a:pt x="634" y="9946"/>
                    <a:pt x="1686" y="11126"/>
                  </a:cubicBezTo>
                  <a:lnTo>
                    <a:pt x="11679" y="11126"/>
                  </a:lnTo>
                  <a:cubicBezTo>
                    <a:pt x="12731" y="9946"/>
                    <a:pt x="13365" y="839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8" name="Google Shape;31778;p32"/>
            <p:cNvSpPr/>
            <p:nvPr/>
          </p:nvSpPr>
          <p:spPr>
            <a:xfrm>
              <a:off x="5083050" y="3223100"/>
              <a:ext cx="336500" cy="279200"/>
            </a:xfrm>
            <a:custGeom>
              <a:rect b="b" l="l" r="r" t="t"/>
              <a:pathLst>
                <a:path extrusionOk="0" h="11168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8429"/>
                    <a:pt x="641" y="9980"/>
                    <a:pt x="1679" y="11167"/>
                  </a:cubicBezTo>
                  <a:lnTo>
                    <a:pt x="1794" y="11167"/>
                  </a:lnTo>
                  <a:cubicBezTo>
                    <a:pt x="735" y="9994"/>
                    <a:pt x="88" y="843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8436"/>
                    <a:pt x="12724" y="9994"/>
                    <a:pt x="11665" y="11167"/>
                  </a:cubicBezTo>
                  <a:lnTo>
                    <a:pt x="11773" y="11167"/>
                  </a:lnTo>
                  <a:cubicBezTo>
                    <a:pt x="12819" y="9980"/>
                    <a:pt x="13459" y="8429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9" name="Google Shape;31779;p32"/>
            <p:cNvSpPr/>
            <p:nvPr/>
          </p:nvSpPr>
          <p:spPr>
            <a:xfrm>
              <a:off x="5107475" y="3251100"/>
              <a:ext cx="283925" cy="251200"/>
            </a:xfrm>
            <a:custGeom>
              <a:rect b="b" l="l" r="r" t="t"/>
              <a:pathLst>
                <a:path extrusionOk="0" h="10048" w="11357">
                  <a:moveTo>
                    <a:pt x="5679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7438"/>
                    <a:pt x="797" y="9009"/>
                    <a:pt x="2051" y="10047"/>
                  </a:cubicBezTo>
                  <a:lnTo>
                    <a:pt x="9306" y="10047"/>
                  </a:lnTo>
                  <a:cubicBezTo>
                    <a:pt x="10560" y="9009"/>
                    <a:pt x="11356" y="7438"/>
                    <a:pt x="11356" y="5678"/>
                  </a:cubicBezTo>
                  <a:cubicBezTo>
                    <a:pt x="11356" y="2542"/>
                    <a:pt x="8814" y="0"/>
                    <a:pt x="56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0" name="Google Shape;31780;p32"/>
            <p:cNvSpPr/>
            <p:nvPr/>
          </p:nvSpPr>
          <p:spPr>
            <a:xfrm>
              <a:off x="5106475" y="3250075"/>
              <a:ext cx="286100" cy="252225"/>
            </a:xfrm>
            <a:custGeom>
              <a:rect b="b" l="l" r="r" t="t"/>
              <a:pathLst>
                <a:path extrusionOk="0" h="10089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7472"/>
                    <a:pt x="789" y="9043"/>
                    <a:pt x="2030" y="10088"/>
                  </a:cubicBezTo>
                  <a:lnTo>
                    <a:pt x="2165" y="10088"/>
                  </a:lnTo>
                  <a:cubicBezTo>
                    <a:pt x="897" y="9056"/>
                    <a:pt x="81" y="7485"/>
                    <a:pt x="81" y="5719"/>
                  </a:cubicBezTo>
                  <a:cubicBezTo>
                    <a:pt x="81" y="2617"/>
                    <a:pt x="2610" y="88"/>
                    <a:pt x="5719" y="88"/>
                  </a:cubicBezTo>
                  <a:cubicBezTo>
                    <a:pt x="8827" y="88"/>
                    <a:pt x="11356" y="2617"/>
                    <a:pt x="11356" y="5719"/>
                  </a:cubicBezTo>
                  <a:cubicBezTo>
                    <a:pt x="11356" y="7485"/>
                    <a:pt x="10546" y="9056"/>
                    <a:pt x="9279" y="10088"/>
                  </a:cubicBezTo>
                  <a:lnTo>
                    <a:pt x="9407" y="10088"/>
                  </a:lnTo>
                  <a:cubicBezTo>
                    <a:pt x="10648" y="9043"/>
                    <a:pt x="11443" y="7472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1" name="Google Shape;31781;p32"/>
            <p:cNvSpPr/>
            <p:nvPr/>
          </p:nvSpPr>
          <p:spPr>
            <a:xfrm>
              <a:off x="5132600" y="3276375"/>
              <a:ext cx="233675" cy="225925"/>
            </a:xfrm>
            <a:custGeom>
              <a:rect b="b" l="l" r="r" t="t"/>
              <a:pathLst>
                <a:path extrusionOk="0" h="9037" w="9347">
                  <a:moveTo>
                    <a:pt x="4674" y="1"/>
                  </a:moveTo>
                  <a:cubicBezTo>
                    <a:pt x="2098" y="1"/>
                    <a:pt x="1" y="2091"/>
                    <a:pt x="1" y="4667"/>
                  </a:cubicBezTo>
                  <a:cubicBezTo>
                    <a:pt x="1" y="6669"/>
                    <a:pt x="1255" y="8368"/>
                    <a:pt x="3015" y="9036"/>
                  </a:cubicBezTo>
                  <a:lnTo>
                    <a:pt x="6332" y="9036"/>
                  </a:lnTo>
                  <a:cubicBezTo>
                    <a:pt x="8092" y="8368"/>
                    <a:pt x="9346" y="6669"/>
                    <a:pt x="9346" y="4667"/>
                  </a:cubicBezTo>
                  <a:cubicBezTo>
                    <a:pt x="9346" y="2091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2" name="Google Shape;31782;p32"/>
            <p:cNvSpPr/>
            <p:nvPr/>
          </p:nvSpPr>
          <p:spPr>
            <a:xfrm>
              <a:off x="5131600" y="3275200"/>
              <a:ext cx="235675" cy="227100"/>
            </a:xfrm>
            <a:custGeom>
              <a:rect b="b" l="l" r="r" t="t"/>
              <a:pathLst>
                <a:path extrusionOk="0" h="9084" w="9427">
                  <a:moveTo>
                    <a:pt x="4714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6689"/>
                    <a:pt x="1221" y="8382"/>
                    <a:pt x="2947" y="9083"/>
                  </a:cubicBezTo>
                  <a:lnTo>
                    <a:pt x="3183" y="9083"/>
                  </a:lnTo>
                  <a:cubicBezTo>
                    <a:pt x="1383" y="8449"/>
                    <a:pt x="88" y="6730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6730"/>
                    <a:pt x="8051" y="8449"/>
                    <a:pt x="6251" y="9083"/>
                  </a:cubicBezTo>
                  <a:lnTo>
                    <a:pt x="6487" y="9083"/>
                  </a:lnTo>
                  <a:cubicBezTo>
                    <a:pt x="8213" y="8382"/>
                    <a:pt x="9427" y="668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3" name="Google Shape;31783;p32"/>
            <p:cNvSpPr/>
            <p:nvPr/>
          </p:nvSpPr>
          <p:spPr>
            <a:xfrm>
              <a:off x="5161425" y="3305025"/>
              <a:ext cx="176200" cy="176200"/>
            </a:xfrm>
            <a:custGeom>
              <a:rect b="b" l="l" r="r" t="t"/>
              <a:pathLst>
                <a:path extrusionOk="0" h="704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5469"/>
                    <a:pt x="1579" y="7047"/>
                    <a:pt x="3521" y="7047"/>
                  </a:cubicBezTo>
                  <a:cubicBezTo>
                    <a:pt x="5469" y="7047"/>
                    <a:pt x="7047" y="5469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4" name="Google Shape;31784;p32"/>
            <p:cNvSpPr/>
            <p:nvPr/>
          </p:nvSpPr>
          <p:spPr>
            <a:xfrm>
              <a:off x="5160425" y="3304025"/>
              <a:ext cx="178200" cy="178200"/>
            </a:xfrm>
            <a:custGeom>
              <a:rect b="b" l="l" r="r" t="t"/>
              <a:pathLst>
                <a:path extrusionOk="0" h="7128" w="7128">
                  <a:moveTo>
                    <a:pt x="3561" y="81"/>
                  </a:moveTo>
                  <a:cubicBezTo>
                    <a:pt x="5482" y="81"/>
                    <a:pt x="7040" y="1646"/>
                    <a:pt x="7040" y="3561"/>
                  </a:cubicBezTo>
                  <a:cubicBezTo>
                    <a:pt x="7040" y="5482"/>
                    <a:pt x="5482" y="7047"/>
                    <a:pt x="3561" y="7047"/>
                  </a:cubicBezTo>
                  <a:cubicBezTo>
                    <a:pt x="1646" y="7047"/>
                    <a:pt x="81" y="5482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lose/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5530"/>
                    <a:pt x="1598" y="7128"/>
                    <a:pt x="3561" y="7128"/>
                  </a:cubicBezTo>
                  <a:cubicBezTo>
                    <a:pt x="5529" y="7128"/>
                    <a:pt x="7127" y="5530"/>
                    <a:pt x="7127" y="3561"/>
                  </a:cubicBezTo>
                  <a:cubicBezTo>
                    <a:pt x="7127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5" name="Google Shape;31785;p32"/>
            <p:cNvSpPr/>
            <p:nvPr/>
          </p:nvSpPr>
          <p:spPr>
            <a:xfrm>
              <a:off x="5186550" y="3330150"/>
              <a:ext cx="125775" cy="125950"/>
            </a:xfrm>
            <a:custGeom>
              <a:rect b="b" l="l" r="r" t="t"/>
              <a:pathLst>
                <a:path extrusionOk="0" h="5038" w="5031">
                  <a:moveTo>
                    <a:pt x="2516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3911"/>
                    <a:pt x="1126" y="5037"/>
                    <a:pt x="2516" y="5037"/>
                  </a:cubicBezTo>
                  <a:cubicBezTo>
                    <a:pt x="3905" y="5037"/>
                    <a:pt x="5031" y="39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6" name="Google Shape;31786;p32"/>
            <p:cNvSpPr/>
            <p:nvPr/>
          </p:nvSpPr>
          <p:spPr>
            <a:xfrm>
              <a:off x="5185525" y="3329150"/>
              <a:ext cx="127975" cy="127950"/>
            </a:xfrm>
            <a:custGeom>
              <a:rect b="b" l="l" r="r" t="t"/>
              <a:pathLst>
                <a:path extrusionOk="0" h="5118" w="5119">
                  <a:moveTo>
                    <a:pt x="2557" y="88"/>
                  </a:moveTo>
                  <a:cubicBezTo>
                    <a:pt x="3925" y="88"/>
                    <a:pt x="5031" y="1194"/>
                    <a:pt x="5031" y="2556"/>
                  </a:cubicBezTo>
                  <a:cubicBezTo>
                    <a:pt x="5031" y="3924"/>
                    <a:pt x="3925" y="5030"/>
                    <a:pt x="2557" y="5030"/>
                  </a:cubicBezTo>
                  <a:cubicBezTo>
                    <a:pt x="1194" y="5030"/>
                    <a:pt x="82" y="3924"/>
                    <a:pt x="82" y="2556"/>
                  </a:cubicBezTo>
                  <a:cubicBezTo>
                    <a:pt x="82" y="1194"/>
                    <a:pt x="1194" y="88"/>
                    <a:pt x="2557" y="88"/>
                  </a:cubicBezTo>
                  <a:close/>
                  <a:moveTo>
                    <a:pt x="2557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3972"/>
                    <a:pt x="1147" y="5118"/>
                    <a:pt x="2557" y="5118"/>
                  </a:cubicBezTo>
                  <a:cubicBezTo>
                    <a:pt x="3966" y="5118"/>
                    <a:pt x="5119" y="3972"/>
                    <a:pt x="5119" y="2556"/>
                  </a:cubicBezTo>
                  <a:cubicBezTo>
                    <a:pt x="5119" y="1146"/>
                    <a:pt x="3966" y="0"/>
                    <a:pt x="255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7" name="Google Shape;31787;p32"/>
            <p:cNvSpPr/>
            <p:nvPr/>
          </p:nvSpPr>
          <p:spPr>
            <a:xfrm>
              <a:off x="5215375" y="3358975"/>
              <a:ext cx="68300" cy="68300"/>
            </a:xfrm>
            <a:custGeom>
              <a:rect b="b" l="l" r="r" t="t"/>
              <a:pathLst>
                <a:path extrusionOk="0" h="2732" w="2732">
                  <a:moveTo>
                    <a:pt x="1363" y="1"/>
                  </a:moveTo>
                  <a:cubicBezTo>
                    <a:pt x="607" y="1"/>
                    <a:pt x="0" y="614"/>
                    <a:pt x="0" y="1363"/>
                  </a:cubicBezTo>
                  <a:cubicBezTo>
                    <a:pt x="0" y="2118"/>
                    <a:pt x="607" y="2731"/>
                    <a:pt x="1363" y="2731"/>
                  </a:cubicBezTo>
                  <a:cubicBezTo>
                    <a:pt x="2118" y="2731"/>
                    <a:pt x="2731" y="2118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8" name="Google Shape;31788;p32"/>
            <p:cNvSpPr/>
            <p:nvPr/>
          </p:nvSpPr>
          <p:spPr>
            <a:xfrm>
              <a:off x="5214350" y="3357975"/>
              <a:ext cx="70325" cy="70300"/>
            </a:xfrm>
            <a:custGeom>
              <a:rect b="b" l="l" r="r" t="t"/>
              <a:pathLst>
                <a:path extrusionOk="0" h="2812" w="2813">
                  <a:moveTo>
                    <a:pt x="1404" y="81"/>
                  </a:moveTo>
                  <a:cubicBezTo>
                    <a:pt x="2138" y="81"/>
                    <a:pt x="2732" y="674"/>
                    <a:pt x="2732" y="1403"/>
                  </a:cubicBezTo>
                  <a:cubicBezTo>
                    <a:pt x="2732" y="2138"/>
                    <a:pt x="2138" y="2731"/>
                    <a:pt x="1404" y="2731"/>
                  </a:cubicBezTo>
                  <a:cubicBezTo>
                    <a:pt x="675" y="2731"/>
                    <a:pt x="82" y="2138"/>
                    <a:pt x="82" y="1403"/>
                  </a:cubicBezTo>
                  <a:cubicBezTo>
                    <a:pt x="82" y="674"/>
                    <a:pt x="675" y="81"/>
                    <a:pt x="1404" y="81"/>
                  </a:cubicBezTo>
                  <a:close/>
                  <a:moveTo>
                    <a:pt x="1404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2185"/>
                    <a:pt x="628" y="2812"/>
                    <a:pt x="1404" y="2812"/>
                  </a:cubicBezTo>
                  <a:cubicBezTo>
                    <a:pt x="2179" y="2812"/>
                    <a:pt x="2813" y="2185"/>
                    <a:pt x="2813" y="1403"/>
                  </a:cubicBezTo>
                  <a:cubicBezTo>
                    <a:pt x="2813" y="627"/>
                    <a:pt x="2179" y="0"/>
                    <a:pt x="140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9" name="Google Shape;31789;p32"/>
            <p:cNvSpPr/>
            <p:nvPr/>
          </p:nvSpPr>
          <p:spPr>
            <a:xfrm>
              <a:off x="358157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27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0" name="Google Shape;31790;p32"/>
            <p:cNvSpPr/>
            <p:nvPr/>
          </p:nvSpPr>
          <p:spPr>
            <a:xfrm>
              <a:off x="358055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10392" y="88"/>
                    <a:pt x="13365" y="3069"/>
                    <a:pt x="13365" y="6730"/>
                  </a:cubicBezTo>
                  <a:cubicBezTo>
                    <a:pt x="13365" y="6946"/>
                    <a:pt x="13359" y="7155"/>
                    <a:pt x="13338" y="7364"/>
                  </a:cubicBezTo>
                  <a:lnTo>
                    <a:pt x="13419" y="7364"/>
                  </a:lnTo>
                  <a:cubicBezTo>
                    <a:pt x="13440" y="7155"/>
                    <a:pt x="13453" y="6946"/>
                    <a:pt x="13453" y="6730"/>
                  </a:cubicBezTo>
                  <a:cubicBezTo>
                    <a:pt x="13453" y="3022"/>
                    <a:pt x="10432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1" name="Google Shape;31791;p32"/>
            <p:cNvSpPr/>
            <p:nvPr/>
          </p:nvSpPr>
          <p:spPr>
            <a:xfrm>
              <a:off x="3604825" y="3346175"/>
              <a:ext cx="284075" cy="156125"/>
            </a:xfrm>
            <a:custGeom>
              <a:rect b="b" l="l" r="r" t="t"/>
              <a:pathLst>
                <a:path extrusionOk="0" h="6245" w="11363">
                  <a:moveTo>
                    <a:pt x="5685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14" y="6062"/>
                    <a:pt x="35" y="6244"/>
                  </a:cubicBezTo>
                  <a:lnTo>
                    <a:pt x="11336" y="6244"/>
                  </a:lnTo>
                  <a:cubicBezTo>
                    <a:pt x="11349" y="6062"/>
                    <a:pt x="11363" y="5873"/>
                    <a:pt x="11363" y="5678"/>
                  </a:cubicBezTo>
                  <a:cubicBezTo>
                    <a:pt x="11363" y="2542"/>
                    <a:pt x="8821" y="0"/>
                    <a:pt x="5685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2" name="Google Shape;31792;p32"/>
            <p:cNvSpPr/>
            <p:nvPr/>
          </p:nvSpPr>
          <p:spPr>
            <a:xfrm>
              <a:off x="360382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27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8834" y="82"/>
                    <a:pt x="11362" y="2610"/>
                    <a:pt x="11362" y="5719"/>
                  </a:cubicBezTo>
                  <a:cubicBezTo>
                    <a:pt x="11362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6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3" name="Google Shape;31793;p32"/>
            <p:cNvSpPr/>
            <p:nvPr/>
          </p:nvSpPr>
          <p:spPr>
            <a:xfrm>
              <a:off x="363012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06" y="5240"/>
                  </a:lnTo>
                  <a:cubicBezTo>
                    <a:pt x="9333" y="5058"/>
                    <a:pt x="9346" y="4869"/>
                    <a:pt x="9346" y="4674"/>
                  </a:cubicBezTo>
                  <a:cubicBezTo>
                    <a:pt x="9346" y="2098"/>
                    <a:pt x="7249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4" name="Google Shape;31794;p32"/>
            <p:cNvSpPr/>
            <p:nvPr/>
          </p:nvSpPr>
          <p:spPr>
            <a:xfrm>
              <a:off x="3628950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20" y="0"/>
                  </a:moveTo>
                  <a:cubicBezTo>
                    <a:pt x="2117" y="0"/>
                    <a:pt x="0" y="2118"/>
                    <a:pt x="0" y="4714"/>
                  </a:cubicBezTo>
                  <a:cubicBezTo>
                    <a:pt x="0" y="4909"/>
                    <a:pt x="14" y="5098"/>
                    <a:pt x="41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20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400" y="5280"/>
                  </a:lnTo>
                  <a:cubicBezTo>
                    <a:pt x="9420" y="5098"/>
                    <a:pt x="9433" y="4909"/>
                    <a:pt x="9433" y="4714"/>
                  </a:cubicBezTo>
                  <a:cubicBezTo>
                    <a:pt x="9433" y="2118"/>
                    <a:pt x="7316" y="0"/>
                    <a:pt x="472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5" name="Google Shape;31795;p32"/>
            <p:cNvSpPr/>
            <p:nvPr/>
          </p:nvSpPr>
          <p:spPr>
            <a:xfrm>
              <a:off x="365877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6" name="Google Shape;31796;p32"/>
            <p:cNvSpPr/>
            <p:nvPr/>
          </p:nvSpPr>
          <p:spPr>
            <a:xfrm>
              <a:off x="365777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7" y="4127"/>
                  </a:cubicBezTo>
                  <a:lnTo>
                    <a:pt x="128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7" name="Google Shape;31797;p32"/>
            <p:cNvSpPr/>
            <p:nvPr/>
          </p:nvSpPr>
          <p:spPr>
            <a:xfrm>
              <a:off x="3683900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22" y="1"/>
                  </a:moveTo>
                  <a:cubicBezTo>
                    <a:pt x="1133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22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8" name="Google Shape;31798;p32"/>
            <p:cNvSpPr/>
            <p:nvPr/>
          </p:nvSpPr>
          <p:spPr>
            <a:xfrm>
              <a:off x="368287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47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9" y="2751"/>
                    <a:pt x="89" y="2556"/>
                  </a:cubicBezTo>
                  <a:cubicBezTo>
                    <a:pt x="89" y="1194"/>
                    <a:pt x="1194" y="88"/>
                    <a:pt x="2563" y="88"/>
                  </a:cubicBezTo>
                  <a:cubicBezTo>
                    <a:pt x="3925" y="88"/>
                    <a:pt x="5031" y="1194"/>
                    <a:pt x="5031" y="2556"/>
                  </a:cubicBezTo>
                  <a:cubicBezTo>
                    <a:pt x="5031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9" name="Google Shape;31799;p32"/>
            <p:cNvSpPr/>
            <p:nvPr/>
          </p:nvSpPr>
          <p:spPr>
            <a:xfrm>
              <a:off x="371272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0" name="Google Shape;31800;p32"/>
            <p:cNvSpPr/>
            <p:nvPr/>
          </p:nvSpPr>
          <p:spPr>
            <a:xfrm>
              <a:off x="3711700" y="3453050"/>
              <a:ext cx="70325" cy="49250"/>
            </a:xfrm>
            <a:custGeom>
              <a:rect b="b" l="l" r="r" t="t"/>
              <a:pathLst>
                <a:path extrusionOk="0" h="1970" w="2813">
                  <a:moveTo>
                    <a:pt x="1410" y="0"/>
                  </a:moveTo>
                  <a:cubicBezTo>
                    <a:pt x="628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0" y="1969"/>
                  </a:lnTo>
                  <a:cubicBezTo>
                    <a:pt x="129" y="1800"/>
                    <a:pt x="82" y="1605"/>
                    <a:pt x="82" y="1403"/>
                  </a:cubicBezTo>
                  <a:cubicBezTo>
                    <a:pt x="82" y="674"/>
                    <a:pt x="675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3" y="1605"/>
                    <a:pt x="2813" y="1403"/>
                  </a:cubicBezTo>
                  <a:cubicBezTo>
                    <a:pt x="2813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1" name="Google Shape;31801;p32"/>
            <p:cNvSpPr/>
            <p:nvPr/>
          </p:nvSpPr>
          <p:spPr>
            <a:xfrm>
              <a:off x="39158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3" y="0"/>
                  </a:moveTo>
                  <a:cubicBezTo>
                    <a:pt x="2994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72" y="6905"/>
                    <a:pt x="13372" y="6689"/>
                  </a:cubicBezTo>
                  <a:cubicBezTo>
                    <a:pt x="13372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2" name="Google Shape;31802;p32"/>
            <p:cNvSpPr/>
            <p:nvPr/>
          </p:nvSpPr>
          <p:spPr>
            <a:xfrm>
              <a:off x="3914675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22" y="7364"/>
                  </a:lnTo>
                  <a:cubicBezTo>
                    <a:pt x="101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1" y="3069"/>
                    <a:pt x="13371" y="6730"/>
                  </a:cubicBezTo>
                  <a:cubicBezTo>
                    <a:pt x="13371" y="6946"/>
                    <a:pt x="13365" y="7155"/>
                    <a:pt x="13345" y="7364"/>
                  </a:cubicBezTo>
                  <a:lnTo>
                    <a:pt x="13425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3" name="Google Shape;31803;p32"/>
            <p:cNvSpPr/>
            <p:nvPr/>
          </p:nvSpPr>
          <p:spPr>
            <a:xfrm>
              <a:off x="3939125" y="3346175"/>
              <a:ext cx="284050" cy="156125"/>
            </a:xfrm>
            <a:custGeom>
              <a:rect b="b" l="l" r="r" t="t"/>
              <a:pathLst>
                <a:path extrusionOk="0" h="6245" w="11362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62" y="5873"/>
                    <a:pt x="11362" y="5678"/>
                  </a:cubicBezTo>
                  <a:cubicBezTo>
                    <a:pt x="11362" y="2542"/>
                    <a:pt x="8820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4" name="Google Shape;31804;p32"/>
            <p:cNvSpPr/>
            <p:nvPr/>
          </p:nvSpPr>
          <p:spPr>
            <a:xfrm>
              <a:off x="393810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70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5" name="Google Shape;31805;p32"/>
            <p:cNvSpPr/>
            <p:nvPr/>
          </p:nvSpPr>
          <p:spPr>
            <a:xfrm>
              <a:off x="3964400" y="3371275"/>
              <a:ext cx="233500" cy="131025"/>
            </a:xfrm>
            <a:custGeom>
              <a:rect b="b" l="l" r="r" t="t"/>
              <a:pathLst>
                <a:path extrusionOk="0" h="5241" w="9340">
                  <a:moveTo>
                    <a:pt x="4667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7" y="5058"/>
                    <a:pt x="34" y="5240"/>
                  </a:cubicBezTo>
                  <a:lnTo>
                    <a:pt x="9306" y="5240"/>
                  </a:lnTo>
                  <a:cubicBezTo>
                    <a:pt x="9326" y="5058"/>
                    <a:pt x="9339" y="4869"/>
                    <a:pt x="9339" y="4674"/>
                  </a:cubicBezTo>
                  <a:cubicBezTo>
                    <a:pt x="9339" y="2098"/>
                    <a:pt x="7249" y="1"/>
                    <a:pt x="466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6" name="Google Shape;31806;p32"/>
            <p:cNvSpPr/>
            <p:nvPr/>
          </p:nvSpPr>
          <p:spPr>
            <a:xfrm>
              <a:off x="3963225" y="3370275"/>
              <a:ext cx="235850" cy="132025"/>
            </a:xfrm>
            <a:custGeom>
              <a:rect b="b" l="l" r="r" t="t"/>
              <a:pathLst>
                <a:path extrusionOk="0" h="5281" w="9434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1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2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34" y="4909"/>
                    <a:pt x="9434" y="4714"/>
                  </a:cubicBezTo>
                  <a:cubicBezTo>
                    <a:pt x="9434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7" name="Google Shape;31807;p32"/>
            <p:cNvSpPr/>
            <p:nvPr/>
          </p:nvSpPr>
          <p:spPr>
            <a:xfrm>
              <a:off x="3993050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8" name="Google Shape;31808;p32"/>
            <p:cNvSpPr/>
            <p:nvPr/>
          </p:nvSpPr>
          <p:spPr>
            <a:xfrm>
              <a:off x="399205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8" y="4127"/>
                  </a:cubicBezTo>
                  <a:lnTo>
                    <a:pt x="128" y="4127"/>
                  </a:lnTo>
                  <a:cubicBezTo>
                    <a:pt x="101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7" y="1646"/>
                    <a:pt x="7047" y="3561"/>
                  </a:cubicBezTo>
                  <a:cubicBezTo>
                    <a:pt x="7047" y="3756"/>
                    <a:pt x="7026" y="3945"/>
                    <a:pt x="6999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29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9" name="Google Shape;31809;p32"/>
            <p:cNvSpPr/>
            <p:nvPr/>
          </p:nvSpPr>
          <p:spPr>
            <a:xfrm>
              <a:off x="4018175" y="3425225"/>
              <a:ext cx="125950" cy="77075"/>
            </a:xfrm>
            <a:custGeom>
              <a:rect b="b" l="l" r="r" t="t"/>
              <a:pathLst>
                <a:path extrusionOk="0" h="3083" w="5038">
                  <a:moveTo>
                    <a:pt x="2516" y="1"/>
                  </a:moveTo>
                  <a:cubicBezTo>
                    <a:pt x="1127" y="1"/>
                    <a:pt x="0" y="1127"/>
                    <a:pt x="0" y="2516"/>
                  </a:cubicBezTo>
                  <a:cubicBezTo>
                    <a:pt x="0" y="2711"/>
                    <a:pt x="27" y="2900"/>
                    <a:pt x="68" y="3082"/>
                  </a:cubicBezTo>
                  <a:lnTo>
                    <a:pt x="4970" y="3082"/>
                  </a:lnTo>
                  <a:cubicBezTo>
                    <a:pt x="5010" y="2900"/>
                    <a:pt x="5037" y="2711"/>
                    <a:pt x="5037" y="2516"/>
                  </a:cubicBezTo>
                  <a:cubicBezTo>
                    <a:pt x="5037" y="1127"/>
                    <a:pt x="3911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0" name="Google Shape;31810;p32"/>
            <p:cNvSpPr/>
            <p:nvPr/>
          </p:nvSpPr>
          <p:spPr>
            <a:xfrm>
              <a:off x="4017175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7" y="3122"/>
                  </a:cubicBezTo>
                  <a:lnTo>
                    <a:pt x="148" y="3122"/>
                  </a:lnTo>
                  <a:cubicBezTo>
                    <a:pt x="108" y="2940"/>
                    <a:pt x="88" y="2751"/>
                    <a:pt x="88" y="2556"/>
                  </a:cubicBezTo>
                  <a:cubicBezTo>
                    <a:pt x="88" y="1194"/>
                    <a:pt x="1194" y="88"/>
                    <a:pt x="2556" y="88"/>
                  </a:cubicBezTo>
                  <a:cubicBezTo>
                    <a:pt x="3924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70" y="3122"/>
                  </a:cubicBezTo>
                  <a:lnTo>
                    <a:pt x="5050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72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1" name="Google Shape;31811;p32"/>
            <p:cNvSpPr/>
            <p:nvPr/>
          </p:nvSpPr>
          <p:spPr>
            <a:xfrm>
              <a:off x="404700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14" y="1"/>
                    <a:pt x="1" y="614"/>
                    <a:pt x="1" y="1363"/>
                  </a:cubicBezTo>
                  <a:cubicBezTo>
                    <a:pt x="1" y="1565"/>
                    <a:pt x="48" y="1760"/>
                    <a:pt x="122" y="1929"/>
                  </a:cubicBezTo>
                  <a:lnTo>
                    <a:pt x="2610" y="1929"/>
                  </a:lnTo>
                  <a:cubicBezTo>
                    <a:pt x="2684" y="1760"/>
                    <a:pt x="2731" y="1565"/>
                    <a:pt x="2731" y="1363"/>
                  </a:cubicBezTo>
                  <a:cubicBezTo>
                    <a:pt x="2731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2" name="Google Shape;31812;p32"/>
            <p:cNvSpPr/>
            <p:nvPr/>
          </p:nvSpPr>
          <p:spPr>
            <a:xfrm>
              <a:off x="4046000" y="3453050"/>
              <a:ext cx="70300" cy="49250"/>
            </a:xfrm>
            <a:custGeom>
              <a:rect b="b" l="l" r="r" t="t"/>
              <a:pathLst>
                <a:path extrusionOk="0" h="1970" w="2812">
                  <a:moveTo>
                    <a:pt x="1403" y="0"/>
                  </a:moveTo>
                  <a:cubicBezTo>
                    <a:pt x="627" y="0"/>
                    <a:pt x="0" y="627"/>
                    <a:pt x="0" y="1403"/>
                  </a:cubicBezTo>
                  <a:cubicBezTo>
                    <a:pt x="0" y="1605"/>
                    <a:pt x="41" y="1800"/>
                    <a:pt x="115" y="1969"/>
                  </a:cubicBezTo>
                  <a:lnTo>
                    <a:pt x="209" y="1969"/>
                  </a:lnTo>
                  <a:cubicBezTo>
                    <a:pt x="128" y="1800"/>
                    <a:pt x="81" y="1605"/>
                    <a:pt x="81" y="1403"/>
                  </a:cubicBezTo>
                  <a:cubicBezTo>
                    <a:pt x="81" y="674"/>
                    <a:pt x="674" y="81"/>
                    <a:pt x="1403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7" y="1969"/>
                  </a:lnTo>
                  <a:cubicBezTo>
                    <a:pt x="2771" y="1800"/>
                    <a:pt x="2812" y="1605"/>
                    <a:pt x="2812" y="1403"/>
                  </a:cubicBezTo>
                  <a:cubicBezTo>
                    <a:pt x="2812" y="627"/>
                    <a:pt x="2185" y="0"/>
                    <a:pt x="140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3" name="Google Shape;31813;p32"/>
            <p:cNvSpPr/>
            <p:nvPr/>
          </p:nvSpPr>
          <p:spPr>
            <a:xfrm>
              <a:off x="4250125" y="3319200"/>
              <a:ext cx="334150" cy="183100"/>
            </a:xfrm>
            <a:custGeom>
              <a:rect b="b" l="l" r="r" t="t"/>
              <a:pathLst>
                <a:path extrusionOk="0" h="7324" w="13366">
                  <a:moveTo>
                    <a:pt x="6683" y="0"/>
                  </a:moveTo>
                  <a:cubicBezTo>
                    <a:pt x="2988" y="0"/>
                    <a:pt x="1" y="2994"/>
                    <a:pt x="1" y="6689"/>
                  </a:cubicBezTo>
                  <a:cubicBezTo>
                    <a:pt x="1" y="6905"/>
                    <a:pt x="7" y="7114"/>
                    <a:pt x="28" y="7323"/>
                  </a:cubicBezTo>
                  <a:lnTo>
                    <a:pt x="13338" y="7323"/>
                  </a:lnTo>
                  <a:cubicBezTo>
                    <a:pt x="13358" y="7114"/>
                    <a:pt x="13365" y="6905"/>
                    <a:pt x="13365" y="6689"/>
                  </a:cubicBezTo>
                  <a:cubicBezTo>
                    <a:pt x="13365" y="2994"/>
                    <a:pt x="10378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4" name="Google Shape;31814;p32"/>
            <p:cNvSpPr/>
            <p:nvPr/>
          </p:nvSpPr>
          <p:spPr>
            <a:xfrm>
              <a:off x="4248950" y="3318175"/>
              <a:ext cx="336500" cy="184125"/>
            </a:xfrm>
            <a:custGeom>
              <a:rect b="b" l="l" r="r" t="t"/>
              <a:pathLst>
                <a:path extrusionOk="0" h="7365" w="13460">
                  <a:moveTo>
                    <a:pt x="6730" y="1"/>
                  </a:moveTo>
                  <a:cubicBezTo>
                    <a:pt x="3021" y="1"/>
                    <a:pt x="0" y="3022"/>
                    <a:pt x="0" y="6730"/>
                  </a:cubicBezTo>
                  <a:cubicBezTo>
                    <a:pt x="0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8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9" y="6946"/>
                    <a:pt x="13459" y="6730"/>
                  </a:cubicBezTo>
                  <a:cubicBezTo>
                    <a:pt x="13459" y="3022"/>
                    <a:pt x="10438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5" name="Google Shape;31815;p32"/>
            <p:cNvSpPr/>
            <p:nvPr/>
          </p:nvSpPr>
          <p:spPr>
            <a:xfrm>
              <a:off x="427340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14" y="6062"/>
                    <a:pt x="27" y="6244"/>
                  </a:cubicBezTo>
                  <a:lnTo>
                    <a:pt x="11328" y="6244"/>
                  </a:lnTo>
                  <a:cubicBezTo>
                    <a:pt x="11348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6" name="Google Shape;31816;p32"/>
            <p:cNvSpPr/>
            <p:nvPr/>
          </p:nvSpPr>
          <p:spPr>
            <a:xfrm>
              <a:off x="4272375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7" y="6103"/>
                    <a:pt x="28" y="6285"/>
                  </a:cubicBezTo>
                  <a:lnTo>
                    <a:pt x="115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6" y="6285"/>
                  </a:lnTo>
                  <a:cubicBezTo>
                    <a:pt x="11430" y="6103"/>
                    <a:pt x="11443" y="5914"/>
                    <a:pt x="11443" y="5719"/>
                  </a:cubicBezTo>
                  <a:cubicBezTo>
                    <a:pt x="11443" y="2570"/>
                    <a:pt x="8874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7" name="Google Shape;31817;p32"/>
            <p:cNvSpPr/>
            <p:nvPr/>
          </p:nvSpPr>
          <p:spPr>
            <a:xfrm>
              <a:off x="4298500" y="3371275"/>
              <a:ext cx="233675" cy="131025"/>
            </a:xfrm>
            <a:custGeom>
              <a:rect b="b" l="l" r="r" t="t"/>
              <a:pathLst>
                <a:path extrusionOk="0" h="5241" w="9347">
                  <a:moveTo>
                    <a:pt x="4674" y="1"/>
                  </a:moveTo>
                  <a:cubicBezTo>
                    <a:pt x="2098" y="1"/>
                    <a:pt x="1" y="2098"/>
                    <a:pt x="1" y="4674"/>
                  </a:cubicBezTo>
                  <a:cubicBezTo>
                    <a:pt x="1" y="4869"/>
                    <a:pt x="14" y="5058"/>
                    <a:pt x="41" y="5240"/>
                  </a:cubicBezTo>
                  <a:lnTo>
                    <a:pt x="9313" y="5240"/>
                  </a:lnTo>
                  <a:cubicBezTo>
                    <a:pt x="9333" y="5058"/>
                    <a:pt x="9347" y="4869"/>
                    <a:pt x="9347" y="4674"/>
                  </a:cubicBezTo>
                  <a:cubicBezTo>
                    <a:pt x="9347" y="2098"/>
                    <a:pt x="7256" y="1"/>
                    <a:pt x="467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8" name="Google Shape;31818;p32"/>
            <p:cNvSpPr/>
            <p:nvPr/>
          </p:nvSpPr>
          <p:spPr>
            <a:xfrm>
              <a:off x="4297500" y="3370275"/>
              <a:ext cx="235675" cy="132025"/>
            </a:xfrm>
            <a:custGeom>
              <a:rect b="b" l="l" r="r" t="t"/>
              <a:pathLst>
                <a:path extrusionOk="0" h="5281" w="9427">
                  <a:moveTo>
                    <a:pt x="4714" y="0"/>
                  </a:moveTo>
                  <a:cubicBezTo>
                    <a:pt x="2118" y="0"/>
                    <a:pt x="0" y="2118"/>
                    <a:pt x="0" y="4714"/>
                  </a:cubicBezTo>
                  <a:cubicBezTo>
                    <a:pt x="0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102" y="5098"/>
                    <a:pt x="88" y="4909"/>
                    <a:pt x="88" y="4714"/>
                  </a:cubicBezTo>
                  <a:cubicBezTo>
                    <a:pt x="88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20" y="5098"/>
                    <a:pt x="9427" y="4909"/>
                    <a:pt x="9427" y="4714"/>
                  </a:cubicBezTo>
                  <a:cubicBezTo>
                    <a:pt x="9427" y="2118"/>
                    <a:pt x="731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9" name="Google Shape;31819;p32"/>
            <p:cNvSpPr/>
            <p:nvPr/>
          </p:nvSpPr>
          <p:spPr>
            <a:xfrm>
              <a:off x="4327325" y="3400100"/>
              <a:ext cx="176200" cy="102200"/>
            </a:xfrm>
            <a:custGeom>
              <a:rect b="b" l="l" r="r" t="t"/>
              <a:pathLst>
                <a:path extrusionOk="0" h="4088" w="7048">
                  <a:moveTo>
                    <a:pt x="3521" y="1"/>
                  </a:moveTo>
                  <a:cubicBezTo>
                    <a:pt x="1579" y="1"/>
                    <a:pt x="1" y="1579"/>
                    <a:pt x="1" y="3521"/>
                  </a:cubicBezTo>
                  <a:cubicBezTo>
                    <a:pt x="1" y="3716"/>
                    <a:pt x="14" y="3905"/>
                    <a:pt x="48" y="4087"/>
                  </a:cubicBezTo>
                  <a:lnTo>
                    <a:pt x="7000" y="4087"/>
                  </a:lnTo>
                  <a:cubicBezTo>
                    <a:pt x="7027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0" name="Google Shape;31820;p32"/>
            <p:cNvSpPr/>
            <p:nvPr/>
          </p:nvSpPr>
          <p:spPr>
            <a:xfrm>
              <a:off x="4326325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0" y="1598"/>
                    <a:pt x="0" y="3561"/>
                  </a:cubicBezTo>
                  <a:cubicBezTo>
                    <a:pt x="0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102" y="3945"/>
                    <a:pt x="81" y="3756"/>
                    <a:pt x="81" y="3561"/>
                  </a:cubicBezTo>
                  <a:cubicBezTo>
                    <a:pt x="81" y="1646"/>
                    <a:pt x="1646" y="81"/>
                    <a:pt x="3561" y="81"/>
                  </a:cubicBezTo>
                  <a:cubicBezTo>
                    <a:pt x="5482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0" y="4127"/>
                  </a:lnTo>
                  <a:cubicBezTo>
                    <a:pt x="7114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1" name="Google Shape;31821;p32"/>
            <p:cNvSpPr/>
            <p:nvPr/>
          </p:nvSpPr>
          <p:spPr>
            <a:xfrm>
              <a:off x="435245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8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2" name="Google Shape;31822;p32"/>
            <p:cNvSpPr/>
            <p:nvPr/>
          </p:nvSpPr>
          <p:spPr>
            <a:xfrm>
              <a:off x="4351450" y="3424225"/>
              <a:ext cx="127950" cy="78075"/>
            </a:xfrm>
            <a:custGeom>
              <a:rect b="b" l="l" r="r" t="t"/>
              <a:pathLst>
                <a:path extrusionOk="0" h="3123" w="5118">
                  <a:moveTo>
                    <a:pt x="2556" y="0"/>
                  </a:moveTo>
                  <a:cubicBezTo>
                    <a:pt x="1146" y="0"/>
                    <a:pt x="0" y="1146"/>
                    <a:pt x="0" y="2556"/>
                  </a:cubicBezTo>
                  <a:cubicBezTo>
                    <a:pt x="0" y="2751"/>
                    <a:pt x="20" y="2940"/>
                    <a:pt x="61" y="3122"/>
                  </a:cubicBezTo>
                  <a:lnTo>
                    <a:pt x="148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25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3" name="Google Shape;31823;p32"/>
            <p:cNvSpPr/>
            <p:nvPr/>
          </p:nvSpPr>
          <p:spPr>
            <a:xfrm>
              <a:off x="4381275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3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4" name="Google Shape;31824;p32"/>
            <p:cNvSpPr/>
            <p:nvPr/>
          </p:nvSpPr>
          <p:spPr>
            <a:xfrm>
              <a:off x="4380100" y="3453050"/>
              <a:ext cx="70475" cy="49250"/>
            </a:xfrm>
            <a:custGeom>
              <a:rect b="b" l="l" r="r" t="t"/>
              <a:pathLst>
                <a:path extrusionOk="0" h="1970" w="2819">
                  <a:moveTo>
                    <a:pt x="1410" y="0"/>
                  </a:moveTo>
                  <a:cubicBezTo>
                    <a:pt x="634" y="0"/>
                    <a:pt x="0" y="627"/>
                    <a:pt x="0" y="1403"/>
                  </a:cubicBezTo>
                  <a:cubicBezTo>
                    <a:pt x="0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1" y="81"/>
                    <a:pt x="1410" y="81"/>
                  </a:cubicBezTo>
                  <a:cubicBezTo>
                    <a:pt x="2145" y="81"/>
                    <a:pt x="2738" y="674"/>
                    <a:pt x="2738" y="1403"/>
                  </a:cubicBezTo>
                  <a:cubicBezTo>
                    <a:pt x="2738" y="1605"/>
                    <a:pt x="2691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5" name="Google Shape;31825;p32"/>
            <p:cNvSpPr/>
            <p:nvPr/>
          </p:nvSpPr>
          <p:spPr>
            <a:xfrm>
              <a:off x="4584250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44" y="7323"/>
                  </a:lnTo>
                  <a:cubicBezTo>
                    <a:pt x="13364" y="7114"/>
                    <a:pt x="13371" y="6905"/>
                    <a:pt x="13371" y="6689"/>
                  </a:cubicBezTo>
                  <a:cubicBezTo>
                    <a:pt x="13371" y="2994"/>
                    <a:pt x="10377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6" name="Google Shape;31826;p32"/>
            <p:cNvSpPr/>
            <p:nvPr/>
          </p:nvSpPr>
          <p:spPr>
            <a:xfrm>
              <a:off x="4583225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1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8" y="6946"/>
                    <a:pt x="88" y="6730"/>
                  </a:cubicBezTo>
                  <a:cubicBezTo>
                    <a:pt x="88" y="3069"/>
                    <a:pt x="3069" y="88"/>
                    <a:pt x="6730" y="88"/>
                  </a:cubicBezTo>
                  <a:cubicBezTo>
                    <a:pt x="10391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7" name="Google Shape;31827;p32"/>
            <p:cNvSpPr/>
            <p:nvPr/>
          </p:nvSpPr>
          <p:spPr>
            <a:xfrm>
              <a:off x="4607675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2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8" y="6244"/>
                  </a:lnTo>
                  <a:cubicBezTo>
                    <a:pt x="11349" y="6062"/>
                    <a:pt x="11355" y="5873"/>
                    <a:pt x="11355" y="5678"/>
                  </a:cubicBezTo>
                  <a:cubicBezTo>
                    <a:pt x="11355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8" name="Google Shape;31828;p32"/>
            <p:cNvSpPr/>
            <p:nvPr/>
          </p:nvSpPr>
          <p:spPr>
            <a:xfrm>
              <a:off x="4606650" y="3345150"/>
              <a:ext cx="286100" cy="157150"/>
            </a:xfrm>
            <a:custGeom>
              <a:rect b="b" l="l" r="r" t="t"/>
              <a:pathLst>
                <a:path extrusionOk="0" h="6286" w="11444">
                  <a:moveTo>
                    <a:pt x="5719" y="1"/>
                  </a:moveTo>
                  <a:cubicBezTo>
                    <a:pt x="2563" y="1"/>
                    <a:pt x="1" y="2570"/>
                    <a:pt x="1" y="5719"/>
                  </a:cubicBezTo>
                  <a:cubicBezTo>
                    <a:pt x="1" y="5914"/>
                    <a:pt x="8" y="6103"/>
                    <a:pt x="28" y="6285"/>
                  </a:cubicBezTo>
                  <a:lnTo>
                    <a:pt x="109" y="6285"/>
                  </a:lnTo>
                  <a:cubicBezTo>
                    <a:pt x="95" y="6103"/>
                    <a:pt x="82" y="5914"/>
                    <a:pt x="82" y="5719"/>
                  </a:cubicBezTo>
                  <a:cubicBezTo>
                    <a:pt x="82" y="2610"/>
                    <a:pt x="2610" y="82"/>
                    <a:pt x="5719" y="82"/>
                  </a:cubicBezTo>
                  <a:cubicBezTo>
                    <a:pt x="8827" y="82"/>
                    <a:pt x="11356" y="2610"/>
                    <a:pt x="11356" y="5719"/>
                  </a:cubicBezTo>
                  <a:cubicBezTo>
                    <a:pt x="11356" y="5914"/>
                    <a:pt x="11349" y="6103"/>
                    <a:pt x="11329" y="6285"/>
                  </a:cubicBezTo>
                  <a:lnTo>
                    <a:pt x="11410" y="6285"/>
                  </a:lnTo>
                  <a:cubicBezTo>
                    <a:pt x="11430" y="6103"/>
                    <a:pt x="11444" y="5914"/>
                    <a:pt x="11444" y="5719"/>
                  </a:cubicBezTo>
                  <a:cubicBezTo>
                    <a:pt x="11444" y="2570"/>
                    <a:pt x="8875" y="1"/>
                    <a:pt x="5719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9" name="Google Shape;31829;p32"/>
            <p:cNvSpPr/>
            <p:nvPr/>
          </p:nvSpPr>
          <p:spPr>
            <a:xfrm>
              <a:off x="4632800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5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0" name="Google Shape;31830;p32"/>
            <p:cNvSpPr/>
            <p:nvPr/>
          </p:nvSpPr>
          <p:spPr>
            <a:xfrm>
              <a:off x="4631775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8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1" y="4909"/>
                    <a:pt x="81" y="4714"/>
                  </a:cubicBezTo>
                  <a:cubicBezTo>
                    <a:pt x="81" y="2165"/>
                    <a:pt x="2165" y="88"/>
                    <a:pt x="4714" y="88"/>
                  </a:cubicBezTo>
                  <a:cubicBezTo>
                    <a:pt x="7269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12" y="5280"/>
                  </a:cubicBezTo>
                  <a:lnTo>
                    <a:pt x="9393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1" name="Google Shape;31831;p32"/>
            <p:cNvSpPr/>
            <p:nvPr/>
          </p:nvSpPr>
          <p:spPr>
            <a:xfrm>
              <a:off x="4661625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0" y="1"/>
                  </a:moveTo>
                  <a:cubicBezTo>
                    <a:pt x="1578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7" y="4087"/>
                  </a:cubicBezTo>
                  <a:lnTo>
                    <a:pt x="6999" y="4087"/>
                  </a:lnTo>
                  <a:cubicBezTo>
                    <a:pt x="7026" y="3905"/>
                    <a:pt x="7046" y="3716"/>
                    <a:pt x="7046" y="3521"/>
                  </a:cubicBezTo>
                  <a:cubicBezTo>
                    <a:pt x="7046" y="1579"/>
                    <a:pt x="5469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2" name="Google Shape;31832;p32"/>
            <p:cNvSpPr/>
            <p:nvPr/>
          </p:nvSpPr>
          <p:spPr>
            <a:xfrm>
              <a:off x="46606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1" y="0"/>
                  </a:moveTo>
                  <a:cubicBezTo>
                    <a:pt x="1599" y="0"/>
                    <a:pt x="1" y="1598"/>
                    <a:pt x="1" y="3561"/>
                  </a:cubicBezTo>
                  <a:cubicBezTo>
                    <a:pt x="1" y="3756"/>
                    <a:pt x="14" y="3945"/>
                    <a:pt x="41" y="4127"/>
                  </a:cubicBezTo>
                  <a:lnTo>
                    <a:pt x="129" y="4127"/>
                  </a:lnTo>
                  <a:cubicBezTo>
                    <a:pt x="95" y="3945"/>
                    <a:pt x="82" y="3756"/>
                    <a:pt x="82" y="3561"/>
                  </a:cubicBezTo>
                  <a:cubicBezTo>
                    <a:pt x="82" y="1646"/>
                    <a:pt x="1646" y="81"/>
                    <a:pt x="3561" y="81"/>
                  </a:cubicBezTo>
                  <a:cubicBezTo>
                    <a:pt x="5483" y="81"/>
                    <a:pt x="7040" y="1646"/>
                    <a:pt x="7040" y="3561"/>
                  </a:cubicBezTo>
                  <a:cubicBezTo>
                    <a:pt x="7040" y="3756"/>
                    <a:pt x="7027" y="3945"/>
                    <a:pt x="6993" y="4127"/>
                  </a:cubicBezTo>
                  <a:lnTo>
                    <a:pt x="7081" y="4127"/>
                  </a:lnTo>
                  <a:cubicBezTo>
                    <a:pt x="7108" y="3945"/>
                    <a:pt x="7128" y="3756"/>
                    <a:pt x="7128" y="3561"/>
                  </a:cubicBezTo>
                  <a:cubicBezTo>
                    <a:pt x="7128" y="1598"/>
                    <a:pt x="5530" y="0"/>
                    <a:pt x="3561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3" name="Google Shape;31833;p32"/>
            <p:cNvSpPr/>
            <p:nvPr/>
          </p:nvSpPr>
          <p:spPr>
            <a:xfrm>
              <a:off x="4686725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8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4" name="Google Shape;31834;p32"/>
            <p:cNvSpPr/>
            <p:nvPr/>
          </p:nvSpPr>
          <p:spPr>
            <a:xfrm>
              <a:off x="4685725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0" y="1194"/>
                    <a:pt x="5030" y="2556"/>
                  </a:cubicBezTo>
                  <a:cubicBezTo>
                    <a:pt x="5030" y="2751"/>
                    <a:pt x="5010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8" y="2751"/>
                    <a:pt x="5118" y="2556"/>
                  </a:cubicBezTo>
                  <a:cubicBezTo>
                    <a:pt x="5118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5" name="Google Shape;31835;p32"/>
            <p:cNvSpPr/>
            <p:nvPr/>
          </p:nvSpPr>
          <p:spPr>
            <a:xfrm>
              <a:off x="47155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3" y="1"/>
                  </a:moveTo>
                  <a:cubicBezTo>
                    <a:pt x="608" y="1"/>
                    <a:pt x="1" y="614"/>
                    <a:pt x="1" y="1363"/>
                  </a:cubicBezTo>
                  <a:cubicBezTo>
                    <a:pt x="1" y="1565"/>
                    <a:pt x="41" y="1760"/>
                    <a:pt x="122" y="1929"/>
                  </a:cubicBezTo>
                  <a:lnTo>
                    <a:pt x="2604" y="1929"/>
                  </a:lnTo>
                  <a:cubicBezTo>
                    <a:pt x="2684" y="1760"/>
                    <a:pt x="2732" y="1565"/>
                    <a:pt x="2732" y="1363"/>
                  </a:cubicBezTo>
                  <a:cubicBezTo>
                    <a:pt x="2732" y="614"/>
                    <a:pt x="2118" y="1"/>
                    <a:pt x="136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6" name="Google Shape;31836;p32"/>
            <p:cNvSpPr/>
            <p:nvPr/>
          </p:nvSpPr>
          <p:spPr>
            <a:xfrm>
              <a:off x="471437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4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6" y="1969"/>
                  </a:lnTo>
                  <a:cubicBezTo>
                    <a:pt x="135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1" y="674"/>
                    <a:pt x="2731" y="1403"/>
                  </a:cubicBezTo>
                  <a:cubicBezTo>
                    <a:pt x="2731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9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7" name="Google Shape;31837;p32"/>
            <p:cNvSpPr/>
            <p:nvPr/>
          </p:nvSpPr>
          <p:spPr>
            <a:xfrm>
              <a:off x="4918525" y="3319200"/>
              <a:ext cx="334300" cy="183100"/>
            </a:xfrm>
            <a:custGeom>
              <a:rect b="b" l="l" r="r" t="t"/>
              <a:pathLst>
                <a:path extrusionOk="0" h="7324" w="13372">
                  <a:moveTo>
                    <a:pt x="6689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3338" y="7323"/>
                  </a:lnTo>
                  <a:cubicBezTo>
                    <a:pt x="13358" y="7114"/>
                    <a:pt x="13371" y="6905"/>
                    <a:pt x="13371" y="6689"/>
                  </a:cubicBezTo>
                  <a:cubicBezTo>
                    <a:pt x="13371" y="2994"/>
                    <a:pt x="10378" y="0"/>
                    <a:pt x="668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8" name="Google Shape;31838;p32"/>
            <p:cNvSpPr/>
            <p:nvPr/>
          </p:nvSpPr>
          <p:spPr>
            <a:xfrm>
              <a:off x="4917500" y="3318175"/>
              <a:ext cx="336325" cy="184125"/>
            </a:xfrm>
            <a:custGeom>
              <a:rect b="b" l="l" r="r" t="t"/>
              <a:pathLst>
                <a:path extrusionOk="0" h="7365" w="13453">
                  <a:moveTo>
                    <a:pt x="6730" y="1"/>
                  </a:moveTo>
                  <a:cubicBezTo>
                    <a:pt x="3022" y="1"/>
                    <a:pt x="1" y="3022"/>
                    <a:pt x="1" y="6730"/>
                  </a:cubicBezTo>
                  <a:cubicBezTo>
                    <a:pt x="1" y="6946"/>
                    <a:pt x="14" y="7155"/>
                    <a:pt x="34" y="7364"/>
                  </a:cubicBezTo>
                  <a:lnTo>
                    <a:pt x="115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30" y="88"/>
                  </a:cubicBezTo>
                  <a:cubicBezTo>
                    <a:pt x="10392" y="88"/>
                    <a:pt x="13372" y="3069"/>
                    <a:pt x="13372" y="6730"/>
                  </a:cubicBezTo>
                  <a:cubicBezTo>
                    <a:pt x="13372" y="6946"/>
                    <a:pt x="13358" y="7155"/>
                    <a:pt x="13338" y="7364"/>
                  </a:cubicBezTo>
                  <a:lnTo>
                    <a:pt x="13426" y="7364"/>
                  </a:lnTo>
                  <a:cubicBezTo>
                    <a:pt x="13446" y="7155"/>
                    <a:pt x="13453" y="6946"/>
                    <a:pt x="13453" y="6730"/>
                  </a:cubicBezTo>
                  <a:cubicBezTo>
                    <a:pt x="13453" y="3022"/>
                    <a:pt x="10439" y="1"/>
                    <a:pt x="6730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9" name="Google Shape;31839;p32"/>
            <p:cNvSpPr/>
            <p:nvPr/>
          </p:nvSpPr>
          <p:spPr>
            <a:xfrm>
              <a:off x="4941950" y="3346175"/>
              <a:ext cx="283900" cy="156125"/>
            </a:xfrm>
            <a:custGeom>
              <a:rect b="b" l="l" r="r" t="t"/>
              <a:pathLst>
                <a:path extrusionOk="0" h="6245" w="11356">
                  <a:moveTo>
                    <a:pt x="5678" y="0"/>
                  </a:moveTo>
                  <a:cubicBezTo>
                    <a:pt x="2543" y="0"/>
                    <a:pt x="0" y="2542"/>
                    <a:pt x="0" y="5678"/>
                  </a:cubicBezTo>
                  <a:cubicBezTo>
                    <a:pt x="0" y="5873"/>
                    <a:pt x="7" y="6062"/>
                    <a:pt x="27" y="6244"/>
                  </a:cubicBezTo>
                  <a:lnTo>
                    <a:pt x="11329" y="6244"/>
                  </a:lnTo>
                  <a:cubicBezTo>
                    <a:pt x="11349" y="6062"/>
                    <a:pt x="11356" y="5873"/>
                    <a:pt x="11356" y="5678"/>
                  </a:cubicBezTo>
                  <a:cubicBezTo>
                    <a:pt x="11356" y="2542"/>
                    <a:pt x="8813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0" name="Google Shape;31840;p32"/>
            <p:cNvSpPr/>
            <p:nvPr/>
          </p:nvSpPr>
          <p:spPr>
            <a:xfrm>
              <a:off x="4940950" y="3345150"/>
              <a:ext cx="285900" cy="157150"/>
            </a:xfrm>
            <a:custGeom>
              <a:rect b="b" l="l" r="r" t="t"/>
              <a:pathLst>
                <a:path extrusionOk="0" h="6286" w="11436">
                  <a:moveTo>
                    <a:pt x="5718" y="1"/>
                  </a:moveTo>
                  <a:cubicBezTo>
                    <a:pt x="2562" y="1"/>
                    <a:pt x="0" y="2570"/>
                    <a:pt x="0" y="5719"/>
                  </a:cubicBezTo>
                  <a:cubicBezTo>
                    <a:pt x="0" y="5914"/>
                    <a:pt x="7" y="6103"/>
                    <a:pt x="27" y="6285"/>
                  </a:cubicBezTo>
                  <a:lnTo>
                    <a:pt x="108" y="6285"/>
                  </a:lnTo>
                  <a:cubicBezTo>
                    <a:pt x="94" y="6103"/>
                    <a:pt x="81" y="5914"/>
                    <a:pt x="81" y="5719"/>
                  </a:cubicBezTo>
                  <a:cubicBezTo>
                    <a:pt x="81" y="2610"/>
                    <a:pt x="2610" y="82"/>
                    <a:pt x="5718" y="82"/>
                  </a:cubicBezTo>
                  <a:cubicBezTo>
                    <a:pt x="8826" y="82"/>
                    <a:pt x="11355" y="2610"/>
                    <a:pt x="11355" y="5719"/>
                  </a:cubicBezTo>
                  <a:cubicBezTo>
                    <a:pt x="11355" y="5914"/>
                    <a:pt x="11342" y="6103"/>
                    <a:pt x="11328" y="6285"/>
                  </a:cubicBezTo>
                  <a:lnTo>
                    <a:pt x="11409" y="6285"/>
                  </a:lnTo>
                  <a:cubicBezTo>
                    <a:pt x="11429" y="6103"/>
                    <a:pt x="11436" y="5914"/>
                    <a:pt x="11436" y="5719"/>
                  </a:cubicBezTo>
                  <a:cubicBezTo>
                    <a:pt x="11436" y="2570"/>
                    <a:pt x="8874" y="1"/>
                    <a:pt x="571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1" name="Google Shape;31841;p32"/>
            <p:cNvSpPr/>
            <p:nvPr/>
          </p:nvSpPr>
          <p:spPr>
            <a:xfrm>
              <a:off x="4967075" y="3371275"/>
              <a:ext cx="233650" cy="131025"/>
            </a:xfrm>
            <a:custGeom>
              <a:rect b="b" l="l" r="r" t="t"/>
              <a:pathLst>
                <a:path extrusionOk="0" h="5241" w="9346">
                  <a:moveTo>
                    <a:pt x="4673" y="1"/>
                  </a:moveTo>
                  <a:cubicBezTo>
                    <a:pt x="2090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312" y="5240"/>
                  </a:lnTo>
                  <a:cubicBezTo>
                    <a:pt x="9332" y="5058"/>
                    <a:pt x="9346" y="4869"/>
                    <a:pt x="9346" y="4674"/>
                  </a:cubicBezTo>
                  <a:cubicBezTo>
                    <a:pt x="9346" y="2098"/>
                    <a:pt x="72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2" name="Google Shape;31842;p32"/>
            <p:cNvSpPr/>
            <p:nvPr/>
          </p:nvSpPr>
          <p:spPr>
            <a:xfrm>
              <a:off x="4966050" y="3370275"/>
              <a:ext cx="235700" cy="132025"/>
            </a:xfrm>
            <a:custGeom>
              <a:rect b="b" l="l" r="r" t="t"/>
              <a:pathLst>
                <a:path extrusionOk="0" h="5281" w="9428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4" y="5280"/>
                  </a:cubicBezTo>
                  <a:lnTo>
                    <a:pt x="122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8" y="88"/>
                    <a:pt x="4714" y="88"/>
                  </a:cubicBezTo>
                  <a:cubicBezTo>
                    <a:pt x="7270" y="88"/>
                    <a:pt x="9346" y="2165"/>
                    <a:pt x="9346" y="4714"/>
                  </a:cubicBezTo>
                  <a:cubicBezTo>
                    <a:pt x="9346" y="4909"/>
                    <a:pt x="9333" y="5098"/>
                    <a:pt x="9306" y="5280"/>
                  </a:cubicBezTo>
                  <a:lnTo>
                    <a:pt x="9394" y="5280"/>
                  </a:lnTo>
                  <a:cubicBezTo>
                    <a:pt x="9414" y="5098"/>
                    <a:pt x="9427" y="4909"/>
                    <a:pt x="9427" y="4714"/>
                  </a:cubicBezTo>
                  <a:cubicBezTo>
                    <a:pt x="9427" y="2118"/>
                    <a:pt x="7317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3" name="Google Shape;31843;p32"/>
            <p:cNvSpPr/>
            <p:nvPr/>
          </p:nvSpPr>
          <p:spPr>
            <a:xfrm>
              <a:off x="4995900" y="3400100"/>
              <a:ext cx="176000" cy="102200"/>
            </a:xfrm>
            <a:custGeom>
              <a:rect b="b" l="l" r="r" t="t"/>
              <a:pathLst>
                <a:path extrusionOk="0" h="4088" w="7040">
                  <a:moveTo>
                    <a:pt x="3520" y="1"/>
                  </a:moveTo>
                  <a:cubicBezTo>
                    <a:pt x="1571" y="1"/>
                    <a:pt x="0" y="1579"/>
                    <a:pt x="0" y="3521"/>
                  </a:cubicBezTo>
                  <a:cubicBezTo>
                    <a:pt x="0" y="3716"/>
                    <a:pt x="14" y="3905"/>
                    <a:pt x="41" y="4087"/>
                  </a:cubicBezTo>
                  <a:lnTo>
                    <a:pt x="6999" y="4087"/>
                  </a:lnTo>
                  <a:cubicBezTo>
                    <a:pt x="7026" y="3905"/>
                    <a:pt x="7040" y="3716"/>
                    <a:pt x="7040" y="3521"/>
                  </a:cubicBezTo>
                  <a:cubicBezTo>
                    <a:pt x="7040" y="1579"/>
                    <a:pt x="5462" y="1"/>
                    <a:pt x="35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4" name="Google Shape;31844;p32"/>
            <p:cNvSpPr/>
            <p:nvPr/>
          </p:nvSpPr>
          <p:spPr>
            <a:xfrm>
              <a:off x="4994725" y="3399100"/>
              <a:ext cx="178350" cy="103200"/>
            </a:xfrm>
            <a:custGeom>
              <a:rect b="b" l="l" r="r" t="t"/>
              <a:pathLst>
                <a:path extrusionOk="0" h="4128" w="7134">
                  <a:moveTo>
                    <a:pt x="3567" y="0"/>
                  </a:moveTo>
                  <a:cubicBezTo>
                    <a:pt x="1605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9" y="81"/>
                    <a:pt x="7046" y="1646"/>
                    <a:pt x="7046" y="3561"/>
                  </a:cubicBezTo>
                  <a:cubicBezTo>
                    <a:pt x="7046" y="3756"/>
                    <a:pt x="7033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34" y="3756"/>
                    <a:pt x="7134" y="3561"/>
                  </a:cubicBezTo>
                  <a:cubicBezTo>
                    <a:pt x="7134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5" name="Google Shape;31845;p32"/>
            <p:cNvSpPr/>
            <p:nvPr/>
          </p:nvSpPr>
          <p:spPr>
            <a:xfrm>
              <a:off x="5021000" y="3425225"/>
              <a:ext cx="125800" cy="77075"/>
            </a:xfrm>
            <a:custGeom>
              <a:rect b="b" l="l" r="r" t="t"/>
              <a:pathLst>
                <a:path extrusionOk="0" h="3083" w="5032">
                  <a:moveTo>
                    <a:pt x="2516" y="1"/>
                  </a:moveTo>
                  <a:cubicBezTo>
                    <a:pt x="1127" y="1"/>
                    <a:pt x="1" y="1127"/>
                    <a:pt x="1" y="2516"/>
                  </a:cubicBezTo>
                  <a:cubicBezTo>
                    <a:pt x="1" y="2711"/>
                    <a:pt x="21" y="2900"/>
                    <a:pt x="62" y="3082"/>
                  </a:cubicBezTo>
                  <a:lnTo>
                    <a:pt x="4970" y="3082"/>
                  </a:lnTo>
                  <a:cubicBezTo>
                    <a:pt x="5011" y="2900"/>
                    <a:pt x="5031" y="2711"/>
                    <a:pt x="5031" y="2516"/>
                  </a:cubicBezTo>
                  <a:cubicBezTo>
                    <a:pt x="5031" y="1127"/>
                    <a:pt x="3905" y="1"/>
                    <a:pt x="251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6" name="Google Shape;31846;p32"/>
            <p:cNvSpPr/>
            <p:nvPr/>
          </p:nvSpPr>
          <p:spPr>
            <a:xfrm>
              <a:off x="5020000" y="3424225"/>
              <a:ext cx="127800" cy="78075"/>
            </a:xfrm>
            <a:custGeom>
              <a:rect b="b" l="l" r="r" t="t"/>
              <a:pathLst>
                <a:path extrusionOk="0" h="3123" w="5112">
                  <a:moveTo>
                    <a:pt x="2556" y="0"/>
                  </a:moveTo>
                  <a:cubicBezTo>
                    <a:pt x="1147" y="0"/>
                    <a:pt x="0" y="1146"/>
                    <a:pt x="0" y="2556"/>
                  </a:cubicBezTo>
                  <a:cubicBezTo>
                    <a:pt x="0" y="2751"/>
                    <a:pt x="21" y="2940"/>
                    <a:pt x="61" y="3122"/>
                  </a:cubicBezTo>
                  <a:lnTo>
                    <a:pt x="149" y="3122"/>
                  </a:lnTo>
                  <a:cubicBezTo>
                    <a:pt x="108" y="2940"/>
                    <a:pt x="81" y="2751"/>
                    <a:pt x="81" y="2556"/>
                  </a:cubicBezTo>
                  <a:cubicBezTo>
                    <a:pt x="81" y="1194"/>
                    <a:pt x="1194" y="88"/>
                    <a:pt x="2556" y="88"/>
                  </a:cubicBezTo>
                  <a:cubicBezTo>
                    <a:pt x="3918" y="88"/>
                    <a:pt x="5031" y="1194"/>
                    <a:pt x="5031" y="2556"/>
                  </a:cubicBezTo>
                  <a:cubicBezTo>
                    <a:pt x="5031" y="2751"/>
                    <a:pt x="5004" y="2940"/>
                    <a:pt x="4963" y="3122"/>
                  </a:cubicBezTo>
                  <a:lnTo>
                    <a:pt x="5051" y="3122"/>
                  </a:lnTo>
                  <a:cubicBezTo>
                    <a:pt x="5091" y="2940"/>
                    <a:pt x="5112" y="2751"/>
                    <a:pt x="5112" y="2556"/>
                  </a:cubicBezTo>
                  <a:cubicBezTo>
                    <a:pt x="5112" y="1146"/>
                    <a:pt x="3965" y="0"/>
                    <a:pt x="255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7" name="Google Shape;31847;p32"/>
            <p:cNvSpPr/>
            <p:nvPr/>
          </p:nvSpPr>
          <p:spPr>
            <a:xfrm>
              <a:off x="5049675" y="3454050"/>
              <a:ext cx="68450" cy="48250"/>
            </a:xfrm>
            <a:custGeom>
              <a:rect b="b" l="l" r="r" t="t"/>
              <a:pathLst>
                <a:path extrusionOk="0" h="1930" w="2738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7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8" y="1565"/>
                    <a:pt x="2738" y="1363"/>
                  </a:cubicBezTo>
                  <a:cubicBezTo>
                    <a:pt x="2738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8" name="Google Shape;31848;p32"/>
            <p:cNvSpPr/>
            <p:nvPr/>
          </p:nvSpPr>
          <p:spPr>
            <a:xfrm>
              <a:off x="5048650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8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8" y="1605"/>
                    <a:pt x="88" y="1403"/>
                  </a:cubicBezTo>
                  <a:cubicBezTo>
                    <a:pt x="88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4" y="1800"/>
                    <a:pt x="2603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5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9" name="Google Shape;31849;p32"/>
            <p:cNvSpPr/>
            <p:nvPr/>
          </p:nvSpPr>
          <p:spPr>
            <a:xfrm>
              <a:off x="5252800" y="3319200"/>
              <a:ext cx="274300" cy="183100"/>
            </a:xfrm>
            <a:custGeom>
              <a:rect b="b" l="l" r="r" t="t"/>
              <a:pathLst>
                <a:path extrusionOk="0" h="7324" w="10972">
                  <a:moveTo>
                    <a:pt x="6683" y="0"/>
                  </a:moveTo>
                  <a:cubicBezTo>
                    <a:pt x="2994" y="0"/>
                    <a:pt x="0" y="2994"/>
                    <a:pt x="0" y="6689"/>
                  </a:cubicBezTo>
                  <a:cubicBezTo>
                    <a:pt x="0" y="6905"/>
                    <a:pt x="14" y="7114"/>
                    <a:pt x="34" y="7323"/>
                  </a:cubicBezTo>
                  <a:lnTo>
                    <a:pt x="10971" y="7323"/>
                  </a:lnTo>
                  <a:lnTo>
                    <a:pt x="10971" y="1558"/>
                  </a:lnTo>
                  <a:cubicBezTo>
                    <a:pt x="9811" y="587"/>
                    <a:pt x="8314" y="0"/>
                    <a:pt x="6683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0" name="Google Shape;31850;p32"/>
            <p:cNvSpPr/>
            <p:nvPr/>
          </p:nvSpPr>
          <p:spPr>
            <a:xfrm>
              <a:off x="5251775" y="3318175"/>
              <a:ext cx="275325" cy="184125"/>
            </a:xfrm>
            <a:custGeom>
              <a:rect b="b" l="l" r="r" t="t"/>
              <a:pathLst>
                <a:path extrusionOk="0" h="7365" w="11013">
                  <a:moveTo>
                    <a:pt x="6724" y="1"/>
                  </a:moveTo>
                  <a:cubicBezTo>
                    <a:pt x="3015" y="1"/>
                    <a:pt x="1" y="3022"/>
                    <a:pt x="1" y="6730"/>
                  </a:cubicBezTo>
                  <a:cubicBezTo>
                    <a:pt x="1" y="6946"/>
                    <a:pt x="8" y="7155"/>
                    <a:pt x="28" y="7364"/>
                  </a:cubicBezTo>
                  <a:lnTo>
                    <a:pt x="116" y="7364"/>
                  </a:lnTo>
                  <a:cubicBezTo>
                    <a:pt x="95" y="7155"/>
                    <a:pt x="82" y="6946"/>
                    <a:pt x="82" y="6730"/>
                  </a:cubicBezTo>
                  <a:cubicBezTo>
                    <a:pt x="82" y="3069"/>
                    <a:pt x="3062" y="88"/>
                    <a:pt x="6724" y="88"/>
                  </a:cubicBezTo>
                  <a:cubicBezTo>
                    <a:pt x="8362" y="88"/>
                    <a:pt x="9852" y="675"/>
                    <a:pt x="11012" y="1660"/>
                  </a:cubicBezTo>
                  <a:lnTo>
                    <a:pt x="11012" y="1545"/>
                  </a:lnTo>
                  <a:cubicBezTo>
                    <a:pt x="9846" y="581"/>
                    <a:pt x="8355" y="1"/>
                    <a:pt x="672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1" name="Google Shape;31851;p32"/>
            <p:cNvSpPr/>
            <p:nvPr/>
          </p:nvSpPr>
          <p:spPr>
            <a:xfrm>
              <a:off x="5276225" y="3346175"/>
              <a:ext cx="250875" cy="156125"/>
            </a:xfrm>
            <a:custGeom>
              <a:rect b="b" l="l" r="r" t="t"/>
              <a:pathLst>
                <a:path extrusionOk="0" h="6245" w="10035">
                  <a:moveTo>
                    <a:pt x="5678" y="0"/>
                  </a:moveTo>
                  <a:cubicBezTo>
                    <a:pt x="2543" y="0"/>
                    <a:pt x="1" y="2542"/>
                    <a:pt x="1" y="5678"/>
                  </a:cubicBezTo>
                  <a:cubicBezTo>
                    <a:pt x="1" y="5873"/>
                    <a:pt x="7" y="6062"/>
                    <a:pt x="28" y="6244"/>
                  </a:cubicBezTo>
                  <a:lnTo>
                    <a:pt x="10034" y="6244"/>
                  </a:lnTo>
                  <a:lnTo>
                    <a:pt x="10034" y="2036"/>
                  </a:lnTo>
                  <a:cubicBezTo>
                    <a:pt x="8989" y="796"/>
                    <a:pt x="7425" y="0"/>
                    <a:pt x="5678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2" name="Google Shape;31852;p32"/>
            <p:cNvSpPr/>
            <p:nvPr/>
          </p:nvSpPr>
          <p:spPr>
            <a:xfrm>
              <a:off x="5275050" y="3345150"/>
              <a:ext cx="252050" cy="157150"/>
            </a:xfrm>
            <a:custGeom>
              <a:rect b="b" l="l" r="r" t="t"/>
              <a:pathLst>
                <a:path extrusionOk="0" h="6286" w="10082">
                  <a:moveTo>
                    <a:pt x="5725" y="1"/>
                  </a:moveTo>
                  <a:cubicBezTo>
                    <a:pt x="2569" y="1"/>
                    <a:pt x="0" y="2570"/>
                    <a:pt x="0" y="5719"/>
                  </a:cubicBezTo>
                  <a:cubicBezTo>
                    <a:pt x="0" y="5914"/>
                    <a:pt x="14" y="6103"/>
                    <a:pt x="34" y="6285"/>
                  </a:cubicBezTo>
                  <a:lnTo>
                    <a:pt x="115" y="6285"/>
                  </a:lnTo>
                  <a:cubicBezTo>
                    <a:pt x="95" y="6103"/>
                    <a:pt x="88" y="5914"/>
                    <a:pt x="88" y="5719"/>
                  </a:cubicBezTo>
                  <a:cubicBezTo>
                    <a:pt x="88" y="2610"/>
                    <a:pt x="2617" y="82"/>
                    <a:pt x="5725" y="82"/>
                  </a:cubicBezTo>
                  <a:cubicBezTo>
                    <a:pt x="7478" y="82"/>
                    <a:pt x="9049" y="891"/>
                    <a:pt x="10081" y="2152"/>
                  </a:cubicBezTo>
                  <a:lnTo>
                    <a:pt x="10081" y="2017"/>
                  </a:lnTo>
                  <a:cubicBezTo>
                    <a:pt x="9029" y="783"/>
                    <a:pt x="7465" y="1"/>
                    <a:pt x="572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3" name="Google Shape;31853;p32"/>
            <p:cNvSpPr/>
            <p:nvPr/>
          </p:nvSpPr>
          <p:spPr>
            <a:xfrm>
              <a:off x="5301350" y="3371275"/>
              <a:ext cx="225750" cy="131025"/>
            </a:xfrm>
            <a:custGeom>
              <a:rect b="b" l="l" r="r" t="t"/>
              <a:pathLst>
                <a:path extrusionOk="0" h="5241" w="9030">
                  <a:moveTo>
                    <a:pt x="4673" y="1"/>
                  </a:moveTo>
                  <a:cubicBezTo>
                    <a:pt x="2091" y="1"/>
                    <a:pt x="0" y="2098"/>
                    <a:pt x="0" y="4674"/>
                  </a:cubicBezTo>
                  <a:cubicBezTo>
                    <a:pt x="0" y="4869"/>
                    <a:pt x="14" y="5058"/>
                    <a:pt x="34" y="5240"/>
                  </a:cubicBezTo>
                  <a:lnTo>
                    <a:pt x="9029" y="5240"/>
                  </a:lnTo>
                  <a:lnTo>
                    <a:pt x="9029" y="2988"/>
                  </a:lnTo>
                  <a:cubicBezTo>
                    <a:pt x="8355" y="1242"/>
                    <a:pt x="6656" y="1"/>
                    <a:pt x="46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4" name="Google Shape;31854;p32"/>
            <p:cNvSpPr/>
            <p:nvPr/>
          </p:nvSpPr>
          <p:spPr>
            <a:xfrm>
              <a:off x="5300325" y="3370275"/>
              <a:ext cx="226775" cy="132025"/>
            </a:xfrm>
            <a:custGeom>
              <a:rect b="b" l="l" r="r" t="t"/>
              <a:pathLst>
                <a:path extrusionOk="0" h="5281" w="9071">
                  <a:moveTo>
                    <a:pt x="4714" y="0"/>
                  </a:moveTo>
                  <a:cubicBezTo>
                    <a:pt x="2111" y="0"/>
                    <a:pt x="1" y="2118"/>
                    <a:pt x="1" y="4714"/>
                  </a:cubicBezTo>
                  <a:cubicBezTo>
                    <a:pt x="1" y="4909"/>
                    <a:pt x="14" y="5098"/>
                    <a:pt x="35" y="5280"/>
                  </a:cubicBezTo>
                  <a:lnTo>
                    <a:pt x="115" y="5280"/>
                  </a:lnTo>
                  <a:cubicBezTo>
                    <a:pt x="95" y="5098"/>
                    <a:pt x="82" y="4909"/>
                    <a:pt x="82" y="4714"/>
                  </a:cubicBezTo>
                  <a:cubicBezTo>
                    <a:pt x="82" y="2165"/>
                    <a:pt x="2159" y="88"/>
                    <a:pt x="4714" y="88"/>
                  </a:cubicBezTo>
                  <a:cubicBezTo>
                    <a:pt x="6717" y="88"/>
                    <a:pt x="8429" y="1369"/>
                    <a:pt x="9070" y="3149"/>
                  </a:cubicBezTo>
                  <a:lnTo>
                    <a:pt x="9070" y="2920"/>
                  </a:lnTo>
                  <a:cubicBezTo>
                    <a:pt x="8362" y="1207"/>
                    <a:pt x="6676" y="0"/>
                    <a:pt x="4714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5" name="Google Shape;31855;p32"/>
            <p:cNvSpPr/>
            <p:nvPr/>
          </p:nvSpPr>
          <p:spPr>
            <a:xfrm>
              <a:off x="5330000" y="3400100"/>
              <a:ext cx="176175" cy="102200"/>
            </a:xfrm>
            <a:custGeom>
              <a:rect b="b" l="l" r="r" t="t"/>
              <a:pathLst>
                <a:path extrusionOk="0" h="4088" w="7047">
                  <a:moveTo>
                    <a:pt x="3527" y="1"/>
                  </a:moveTo>
                  <a:cubicBezTo>
                    <a:pt x="1578" y="1"/>
                    <a:pt x="1" y="1579"/>
                    <a:pt x="1" y="3521"/>
                  </a:cubicBezTo>
                  <a:cubicBezTo>
                    <a:pt x="1" y="3716"/>
                    <a:pt x="21" y="3905"/>
                    <a:pt x="48" y="4087"/>
                  </a:cubicBezTo>
                  <a:lnTo>
                    <a:pt x="7000" y="4087"/>
                  </a:lnTo>
                  <a:cubicBezTo>
                    <a:pt x="7033" y="3905"/>
                    <a:pt x="7047" y="3716"/>
                    <a:pt x="7047" y="3521"/>
                  </a:cubicBezTo>
                  <a:cubicBezTo>
                    <a:pt x="7047" y="1579"/>
                    <a:pt x="5469" y="1"/>
                    <a:pt x="3527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6" name="Google Shape;31856;p32"/>
            <p:cNvSpPr/>
            <p:nvPr/>
          </p:nvSpPr>
          <p:spPr>
            <a:xfrm>
              <a:off x="5329000" y="3399100"/>
              <a:ext cx="178200" cy="103200"/>
            </a:xfrm>
            <a:custGeom>
              <a:rect b="b" l="l" r="r" t="t"/>
              <a:pathLst>
                <a:path extrusionOk="0" h="4128" w="7128">
                  <a:moveTo>
                    <a:pt x="3567" y="0"/>
                  </a:moveTo>
                  <a:cubicBezTo>
                    <a:pt x="1598" y="0"/>
                    <a:pt x="0" y="1598"/>
                    <a:pt x="0" y="3561"/>
                  </a:cubicBezTo>
                  <a:cubicBezTo>
                    <a:pt x="0" y="3756"/>
                    <a:pt x="20" y="3945"/>
                    <a:pt x="47" y="4127"/>
                  </a:cubicBezTo>
                  <a:lnTo>
                    <a:pt x="135" y="4127"/>
                  </a:lnTo>
                  <a:cubicBezTo>
                    <a:pt x="101" y="3945"/>
                    <a:pt x="88" y="3756"/>
                    <a:pt x="88" y="3561"/>
                  </a:cubicBezTo>
                  <a:cubicBezTo>
                    <a:pt x="88" y="1646"/>
                    <a:pt x="1645" y="81"/>
                    <a:pt x="3567" y="81"/>
                  </a:cubicBezTo>
                  <a:cubicBezTo>
                    <a:pt x="5482" y="81"/>
                    <a:pt x="7046" y="1646"/>
                    <a:pt x="7046" y="3561"/>
                  </a:cubicBezTo>
                  <a:cubicBezTo>
                    <a:pt x="7046" y="3756"/>
                    <a:pt x="7026" y="3945"/>
                    <a:pt x="6999" y="4127"/>
                  </a:cubicBezTo>
                  <a:lnTo>
                    <a:pt x="7087" y="4127"/>
                  </a:lnTo>
                  <a:cubicBezTo>
                    <a:pt x="7114" y="3945"/>
                    <a:pt x="7127" y="3756"/>
                    <a:pt x="7127" y="3561"/>
                  </a:cubicBezTo>
                  <a:cubicBezTo>
                    <a:pt x="7127" y="1598"/>
                    <a:pt x="5529" y="0"/>
                    <a:pt x="35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7" name="Google Shape;31857;p32"/>
            <p:cNvSpPr/>
            <p:nvPr/>
          </p:nvSpPr>
          <p:spPr>
            <a:xfrm>
              <a:off x="5355300" y="3425225"/>
              <a:ext cx="125775" cy="77075"/>
            </a:xfrm>
            <a:custGeom>
              <a:rect b="b" l="l" r="r" t="t"/>
              <a:pathLst>
                <a:path extrusionOk="0" h="3083" w="5031">
                  <a:moveTo>
                    <a:pt x="2515" y="1"/>
                  </a:moveTo>
                  <a:cubicBezTo>
                    <a:pt x="1126" y="1"/>
                    <a:pt x="0" y="1127"/>
                    <a:pt x="0" y="2516"/>
                  </a:cubicBezTo>
                  <a:cubicBezTo>
                    <a:pt x="0" y="2711"/>
                    <a:pt x="20" y="2900"/>
                    <a:pt x="61" y="3082"/>
                  </a:cubicBezTo>
                  <a:lnTo>
                    <a:pt x="4963" y="3082"/>
                  </a:lnTo>
                  <a:cubicBezTo>
                    <a:pt x="5010" y="2900"/>
                    <a:pt x="5030" y="2711"/>
                    <a:pt x="5030" y="2516"/>
                  </a:cubicBezTo>
                  <a:cubicBezTo>
                    <a:pt x="5030" y="1127"/>
                    <a:pt x="3904" y="1"/>
                    <a:pt x="2515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8" name="Google Shape;31858;p32"/>
            <p:cNvSpPr/>
            <p:nvPr/>
          </p:nvSpPr>
          <p:spPr>
            <a:xfrm>
              <a:off x="5354100" y="3424225"/>
              <a:ext cx="127975" cy="78075"/>
            </a:xfrm>
            <a:custGeom>
              <a:rect b="b" l="l" r="r" t="t"/>
              <a:pathLst>
                <a:path extrusionOk="0" h="3123" w="5119">
                  <a:moveTo>
                    <a:pt x="2563" y="0"/>
                  </a:moveTo>
                  <a:cubicBezTo>
                    <a:pt x="1154" y="0"/>
                    <a:pt x="1" y="1146"/>
                    <a:pt x="1" y="2556"/>
                  </a:cubicBezTo>
                  <a:cubicBezTo>
                    <a:pt x="1" y="2751"/>
                    <a:pt x="28" y="2940"/>
                    <a:pt x="68" y="3122"/>
                  </a:cubicBezTo>
                  <a:lnTo>
                    <a:pt x="156" y="3122"/>
                  </a:lnTo>
                  <a:cubicBezTo>
                    <a:pt x="109" y="2940"/>
                    <a:pt x="88" y="2751"/>
                    <a:pt x="88" y="2556"/>
                  </a:cubicBezTo>
                  <a:cubicBezTo>
                    <a:pt x="88" y="1194"/>
                    <a:pt x="1201" y="88"/>
                    <a:pt x="2563" y="88"/>
                  </a:cubicBezTo>
                  <a:cubicBezTo>
                    <a:pt x="3925" y="88"/>
                    <a:pt x="5038" y="1194"/>
                    <a:pt x="5038" y="2556"/>
                  </a:cubicBezTo>
                  <a:cubicBezTo>
                    <a:pt x="5038" y="2751"/>
                    <a:pt x="5011" y="2940"/>
                    <a:pt x="4970" y="3122"/>
                  </a:cubicBezTo>
                  <a:lnTo>
                    <a:pt x="5058" y="3122"/>
                  </a:lnTo>
                  <a:cubicBezTo>
                    <a:pt x="5098" y="2940"/>
                    <a:pt x="5119" y="2751"/>
                    <a:pt x="5119" y="2556"/>
                  </a:cubicBezTo>
                  <a:cubicBezTo>
                    <a:pt x="5119" y="1146"/>
                    <a:pt x="3972" y="0"/>
                    <a:pt x="256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9" name="Google Shape;31859;p32"/>
            <p:cNvSpPr/>
            <p:nvPr/>
          </p:nvSpPr>
          <p:spPr>
            <a:xfrm>
              <a:off x="5383950" y="3454050"/>
              <a:ext cx="68300" cy="48250"/>
            </a:xfrm>
            <a:custGeom>
              <a:rect b="b" l="l" r="r" t="t"/>
              <a:pathLst>
                <a:path extrusionOk="0" h="1930" w="2732">
                  <a:moveTo>
                    <a:pt x="1369" y="1"/>
                  </a:moveTo>
                  <a:cubicBezTo>
                    <a:pt x="614" y="1"/>
                    <a:pt x="0" y="614"/>
                    <a:pt x="0" y="1363"/>
                  </a:cubicBezTo>
                  <a:cubicBezTo>
                    <a:pt x="0" y="1565"/>
                    <a:pt x="48" y="1760"/>
                    <a:pt x="128" y="1929"/>
                  </a:cubicBezTo>
                  <a:lnTo>
                    <a:pt x="2610" y="1929"/>
                  </a:lnTo>
                  <a:cubicBezTo>
                    <a:pt x="2691" y="1760"/>
                    <a:pt x="2731" y="1565"/>
                    <a:pt x="2731" y="1363"/>
                  </a:cubicBezTo>
                  <a:cubicBezTo>
                    <a:pt x="2731" y="614"/>
                    <a:pt x="2124" y="1"/>
                    <a:pt x="136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0" name="Google Shape;31860;p32"/>
            <p:cNvSpPr/>
            <p:nvPr/>
          </p:nvSpPr>
          <p:spPr>
            <a:xfrm>
              <a:off x="5382925" y="3453050"/>
              <a:ext cx="70500" cy="49250"/>
            </a:xfrm>
            <a:custGeom>
              <a:rect b="b" l="l" r="r" t="t"/>
              <a:pathLst>
                <a:path extrusionOk="0" h="1970" w="2820">
                  <a:moveTo>
                    <a:pt x="1410" y="0"/>
                  </a:moveTo>
                  <a:cubicBezTo>
                    <a:pt x="635" y="0"/>
                    <a:pt x="1" y="627"/>
                    <a:pt x="1" y="1403"/>
                  </a:cubicBezTo>
                  <a:cubicBezTo>
                    <a:pt x="1" y="1605"/>
                    <a:pt x="41" y="1800"/>
                    <a:pt x="122" y="1969"/>
                  </a:cubicBezTo>
                  <a:lnTo>
                    <a:pt x="217" y="1969"/>
                  </a:lnTo>
                  <a:cubicBezTo>
                    <a:pt x="136" y="1800"/>
                    <a:pt x="89" y="1605"/>
                    <a:pt x="89" y="1403"/>
                  </a:cubicBezTo>
                  <a:cubicBezTo>
                    <a:pt x="89" y="674"/>
                    <a:pt x="682" y="81"/>
                    <a:pt x="1410" y="81"/>
                  </a:cubicBezTo>
                  <a:cubicBezTo>
                    <a:pt x="2138" y="81"/>
                    <a:pt x="2732" y="674"/>
                    <a:pt x="2732" y="1403"/>
                  </a:cubicBezTo>
                  <a:cubicBezTo>
                    <a:pt x="2732" y="1605"/>
                    <a:pt x="2685" y="1800"/>
                    <a:pt x="2604" y="1969"/>
                  </a:cubicBezTo>
                  <a:lnTo>
                    <a:pt x="2698" y="1969"/>
                  </a:lnTo>
                  <a:cubicBezTo>
                    <a:pt x="2772" y="1800"/>
                    <a:pt x="2819" y="1605"/>
                    <a:pt x="2819" y="1403"/>
                  </a:cubicBezTo>
                  <a:cubicBezTo>
                    <a:pt x="2819" y="627"/>
                    <a:pt x="2186" y="0"/>
                    <a:pt x="1410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1" name="Google Shape;31861;p32"/>
            <p:cNvSpPr/>
            <p:nvPr/>
          </p:nvSpPr>
          <p:spPr>
            <a:xfrm>
              <a:off x="3450750" y="3417300"/>
              <a:ext cx="274800" cy="85000"/>
            </a:xfrm>
            <a:custGeom>
              <a:rect b="b" l="l" r="r" t="t"/>
              <a:pathLst>
                <a:path extrusionOk="0" h="3400" w="10992">
                  <a:moveTo>
                    <a:pt x="5173" y="1"/>
                  </a:moveTo>
                  <a:cubicBezTo>
                    <a:pt x="3089" y="1"/>
                    <a:pt x="1228" y="958"/>
                    <a:pt x="1" y="2448"/>
                  </a:cubicBezTo>
                  <a:lnTo>
                    <a:pt x="1" y="3399"/>
                  </a:lnTo>
                  <a:lnTo>
                    <a:pt x="10992" y="3399"/>
                  </a:lnTo>
                  <a:cubicBezTo>
                    <a:pt x="9846" y="1376"/>
                    <a:pt x="7668" y="1"/>
                    <a:pt x="517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2" name="Google Shape;31862;p32"/>
            <p:cNvSpPr/>
            <p:nvPr/>
          </p:nvSpPr>
          <p:spPr>
            <a:xfrm>
              <a:off x="3450750" y="3416300"/>
              <a:ext cx="276000" cy="86000"/>
            </a:xfrm>
            <a:custGeom>
              <a:rect b="b" l="l" r="r" t="t"/>
              <a:pathLst>
                <a:path extrusionOk="0" h="3440" w="11040">
                  <a:moveTo>
                    <a:pt x="5173" y="0"/>
                  </a:moveTo>
                  <a:cubicBezTo>
                    <a:pt x="3096" y="0"/>
                    <a:pt x="1235" y="944"/>
                    <a:pt x="1" y="2428"/>
                  </a:cubicBezTo>
                  <a:lnTo>
                    <a:pt x="1" y="2562"/>
                  </a:lnTo>
                  <a:cubicBezTo>
                    <a:pt x="1221" y="1052"/>
                    <a:pt x="3082" y="88"/>
                    <a:pt x="5173" y="88"/>
                  </a:cubicBezTo>
                  <a:cubicBezTo>
                    <a:pt x="7641" y="88"/>
                    <a:pt x="9792" y="1436"/>
                    <a:pt x="10938" y="3439"/>
                  </a:cubicBezTo>
                  <a:lnTo>
                    <a:pt x="11039" y="3439"/>
                  </a:lnTo>
                  <a:cubicBezTo>
                    <a:pt x="9886" y="1389"/>
                    <a:pt x="7688" y="0"/>
                    <a:pt x="517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3" name="Google Shape;31863;p32"/>
            <p:cNvSpPr/>
            <p:nvPr/>
          </p:nvSpPr>
          <p:spPr>
            <a:xfrm>
              <a:off x="3463750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4" name="Google Shape;31864;p32"/>
            <p:cNvSpPr/>
            <p:nvPr/>
          </p:nvSpPr>
          <p:spPr>
            <a:xfrm>
              <a:off x="3462550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25" y="0"/>
                    <a:pt x="1039" y="931"/>
                    <a:pt x="1" y="2360"/>
                  </a:cubicBezTo>
                  <a:lnTo>
                    <a:pt x="102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74" y="88"/>
                    <a:pt x="8119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5" name="Google Shape;31865;p32"/>
            <p:cNvSpPr/>
            <p:nvPr/>
          </p:nvSpPr>
          <p:spPr>
            <a:xfrm>
              <a:off x="3497125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6" name="Google Shape;31866;p32"/>
            <p:cNvSpPr/>
            <p:nvPr/>
          </p:nvSpPr>
          <p:spPr>
            <a:xfrm>
              <a:off x="349560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7" name="Google Shape;31867;p32"/>
            <p:cNvSpPr/>
            <p:nvPr/>
          </p:nvSpPr>
          <p:spPr>
            <a:xfrm>
              <a:off x="3551725" y="3498225"/>
              <a:ext cx="52975" cy="4075"/>
            </a:xfrm>
            <a:custGeom>
              <a:rect b="b" l="l" r="r" t="t"/>
              <a:pathLst>
                <a:path extrusionOk="0" h="163" w="2119">
                  <a:moveTo>
                    <a:pt x="1060" y="0"/>
                  </a:moveTo>
                  <a:cubicBezTo>
                    <a:pt x="689" y="0"/>
                    <a:pt x="331" y="61"/>
                    <a:pt x="1" y="162"/>
                  </a:cubicBezTo>
                  <a:lnTo>
                    <a:pt x="2118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8" name="Google Shape;31868;p32"/>
            <p:cNvSpPr/>
            <p:nvPr/>
          </p:nvSpPr>
          <p:spPr>
            <a:xfrm>
              <a:off x="3548525" y="3497200"/>
              <a:ext cx="59550" cy="5100"/>
            </a:xfrm>
            <a:custGeom>
              <a:rect b="b" l="l" r="r" t="t"/>
              <a:pathLst>
                <a:path extrusionOk="0" h="204" w="2382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77" y="203"/>
                  </a:lnTo>
                  <a:cubicBezTo>
                    <a:pt x="567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03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9" name="Google Shape;31869;p32"/>
            <p:cNvSpPr/>
            <p:nvPr/>
          </p:nvSpPr>
          <p:spPr>
            <a:xfrm>
              <a:off x="3768700" y="3417300"/>
              <a:ext cx="291125" cy="85000"/>
            </a:xfrm>
            <a:custGeom>
              <a:rect b="b" l="l" r="r" t="t"/>
              <a:pathLst>
                <a:path extrusionOk="0" h="3400" w="11645">
                  <a:moveTo>
                    <a:pt x="5826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9" y="1376"/>
                    <a:pt x="8321" y="1"/>
                    <a:pt x="5826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0" name="Google Shape;31870;p32"/>
            <p:cNvSpPr/>
            <p:nvPr/>
          </p:nvSpPr>
          <p:spPr>
            <a:xfrm>
              <a:off x="37676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45" y="0"/>
                    <a:pt x="1154" y="1389"/>
                    <a:pt x="1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86" y="1436"/>
                    <a:pt x="11632" y="3439"/>
                  </a:cubicBezTo>
                  <a:lnTo>
                    <a:pt x="11733" y="3439"/>
                  </a:lnTo>
                  <a:cubicBezTo>
                    <a:pt x="10573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1" name="Google Shape;31871;p32"/>
            <p:cNvSpPr/>
            <p:nvPr/>
          </p:nvSpPr>
          <p:spPr>
            <a:xfrm>
              <a:off x="379802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7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2" name="Google Shape;31872;p32"/>
            <p:cNvSpPr/>
            <p:nvPr/>
          </p:nvSpPr>
          <p:spPr>
            <a:xfrm>
              <a:off x="3796850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8" y="931"/>
                    <a:pt x="0" y="2360"/>
                  </a:cubicBezTo>
                  <a:lnTo>
                    <a:pt x="101" y="2360"/>
                  </a:lnTo>
                  <a:cubicBezTo>
                    <a:pt x="1133" y="984"/>
                    <a:pt x="2778" y="88"/>
                    <a:pt x="4626" y="88"/>
                  </a:cubicBezTo>
                  <a:cubicBezTo>
                    <a:pt x="6473" y="88"/>
                    <a:pt x="8118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3" name="Google Shape;31873;p32"/>
            <p:cNvSpPr/>
            <p:nvPr/>
          </p:nvSpPr>
          <p:spPr>
            <a:xfrm>
              <a:off x="3831400" y="3469550"/>
              <a:ext cx="162175" cy="32750"/>
            </a:xfrm>
            <a:custGeom>
              <a:rect b="b" l="l" r="r" t="t"/>
              <a:pathLst>
                <a:path extrusionOk="0" h="1310" w="6487">
                  <a:moveTo>
                    <a:pt x="3244" y="1"/>
                  </a:moveTo>
                  <a:cubicBezTo>
                    <a:pt x="1983" y="1"/>
                    <a:pt x="836" y="500"/>
                    <a:pt x="0" y="1309"/>
                  </a:cubicBezTo>
                  <a:lnTo>
                    <a:pt x="6487" y="1309"/>
                  </a:lnTo>
                  <a:cubicBezTo>
                    <a:pt x="5651" y="500"/>
                    <a:pt x="4505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4" name="Google Shape;31874;p32"/>
            <p:cNvSpPr/>
            <p:nvPr/>
          </p:nvSpPr>
          <p:spPr>
            <a:xfrm>
              <a:off x="382987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1" y="574"/>
                    <a:pt x="2071" y="88"/>
                    <a:pt x="3305" y="88"/>
                  </a:cubicBezTo>
                  <a:cubicBezTo>
                    <a:pt x="4539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3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5" name="Google Shape;31875;p32"/>
            <p:cNvSpPr/>
            <p:nvPr/>
          </p:nvSpPr>
          <p:spPr>
            <a:xfrm>
              <a:off x="3886025" y="3498225"/>
              <a:ext cx="52950" cy="4075"/>
            </a:xfrm>
            <a:custGeom>
              <a:rect b="b" l="l" r="r" t="t"/>
              <a:pathLst>
                <a:path extrusionOk="0" h="163" w="2118">
                  <a:moveTo>
                    <a:pt x="1059" y="0"/>
                  </a:moveTo>
                  <a:cubicBezTo>
                    <a:pt x="688" y="0"/>
                    <a:pt x="330" y="61"/>
                    <a:pt x="0" y="162"/>
                  </a:cubicBezTo>
                  <a:lnTo>
                    <a:pt x="2117" y="162"/>
                  </a:lnTo>
                  <a:cubicBezTo>
                    <a:pt x="1787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6" name="Google Shape;31876;p32"/>
            <p:cNvSpPr/>
            <p:nvPr/>
          </p:nvSpPr>
          <p:spPr>
            <a:xfrm>
              <a:off x="38826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8" y="75"/>
                    <a:pt x="0" y="203"/>
                  </a:cubicBezTo>
                  <a:lnTo>
                    <a:pt x="283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11" y="82"/>
                    <a:pt x="1814" y="129"/>
                    <a:pt x="2104" y="203"/>
                  </a:cubicBezTo>
                  <a:lnTo>
                    <a:pt x="2380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7" name="Google Shape;31877;p32"/>
            <p:cNvSpPr/>
            <p:nvPr/>
          </p:nvSpPr>
          <p:spPr>
            <a:xfrm>
              <a:off x="4102975" y="3417300"/>
              <a:ext cx="291150" cy="85000"/>
            </a:xfrm>
            <a:custGeom>
              <a:rect b="b" l="l" r="r" t="t"/>
              <a:pathLst>
                <a:path extrusionOk="0" h="3400" w="11646">
                  <a:moveTo>
                    <a:pt x="5819" y="1"/>
                  </a:moveTo>
                  <a:cubicBezTo>
                    <a:pt x="3324" y="1"/>
                    <a:pt x="1153" y="1376"/>
                    <a:pt x="0" y="3399"/>
                  </a:cubicBezTo>
                  <a:lnTo>
                    <a:pt x="11645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8" name="Google Shape;31878;p32"/>
            <p:cNvSpPr/>
            <p:nvPr/>
          </p:nvSpPr>
          <p:spPr>
            <a:xfrm>
              <a:off x="4101775" y="3416300"/>
              <a:ext cx="293350" cy="86000"/>
            </a:xfrm>
            <a:custGeom>
              <a:rect b="b" l="l" r="r" t="t"/>
              <a:pathLst>
                <a:path extrusionOk="0" h="3440" w="11734">
                  <a:moveTo>
                    <a:pt x="5867" y="0"/>
                  </a:moveTo>
                  <a:cubicBezTo>
                    <a:pt x="3352" y="0"/>
                    <a:pt x="1161" y="1389"/>
                    <a:pt x="1" y="3439"/>
                  </a:cubicBezTo>
                  <a:lnTo>
                    <a:pt x="102" y="3439"/>
                  </a:lnTo>
                  <a:cubicBezTo>
                    <a:pt x="1248" y="1436"/>
                    <a:pt x="3406" y="88"/>
                    <a:pt x="5867" y="88"/>
                  </a:cubicBezTo>
                  <a:cubicBezTo>
                    <a:pt x="8335" y="88"/>
                    <a:pt x="10493" y="1436"/>
                    <a:pt x="11639" y="3439"/>
                  </a:cubicBezTo>
                  <a:lnTo>
                    <a:pt x="11734" y="3439"/>
                  </a:lnTo>
                  <a:cubicBezTo>
                    <a:pt x="10581" y="1389"/>
                    <a:pt x="8389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9" name="Google Shape;31879;p32"/>
            <p:cNvSpPr/>
            <p:nvPr/>
          </p:nvSpPr>
          <p:spPr>
            <a:xfrm>
              <a:off x="4132300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0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0" name="Google Shape;31880;p32"/>
            <p:cNvSpPr/>
            <p:nvPr/>
          </p:nvSpPr>
          <p:spPr>
            <a:xfrm>
              <a:off x="4131125" y="3443275"/>
              <a:ext cx="231300" cy="59025"/>
            </a:xfrm>
            <a:custGeom>
              <a:rect b="b" l="l" r="r" t="t"/>
              <a:pathLst>
                <a:path extrusionOk="0" h="2361" w="9252">
                  <a:moveTo>
                    <a:pt x="4626" y="0"/>
                  </a:moveTo>
                  <a:cubicBezTo>
                    <a:pt x="2724" y="0"/>
                    <a:pt x="1039" y="931"/>
                    <a:pt x="0" y="2360"/>
                  </a:cubicBezTo>
                  <a:lnTo>
                    <a:pt x="101" y="2360"/>
                  </a:lnTo>
                  <a:cubicBezTo>
                    <a:pt x="1126" y="984"/>
                    <a:pt x="2772" y="88"/>
                    <a:pt x="4626" y="88"/>
                  </a:cubicBezTo>
                  <a:cubicBezTo>
                    <a:pt x="6473" y="88"/>
                    <a:pt x="8119" y="984"/>
                    <a:pt x="9150" y="2360"/>
                  </a:cubicBezTo>
                  <a:lnTo>
                    <a:pt x="9251" y="2360"/>
                  </a:lnTo>
                  <a:cubicBezTo>
                    <a:pt x="8213" y="931"/>
                    <a:pt x="6527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1" name="Google Shape;31881;p32"/>
            <p:cNvSpPr/>
            <p:nvPr/>
          </p:nvSpPr>
          <p:spPr>
            <a:xfrm>
              <a:off x="4165500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2" name="Google Shape;31882;p32"/>
            <p:cNvSpPr/>
            <p:nvPr/>
          </p:nvSpPr>
          <p:spPr>
            <a:xfrm>
              <a:off x="4164150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0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7" y="1356"/>
                  </a:cubicBezTo>
                  <a:lnTo>
                    <a:pt x="6609" y="1356"/>
                  </a:lnTo>
                  <a:cubicBezTo>
                    <a:pt x="5752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3" name="Google Shape;31883;p32"/>
            <p:cNvSpPr/>
            <p:nvPr/>
          </p:nvSpPr>
          <p:spPr>
            <a:xfrm>
              <a:off x="422012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0" y="162"/>
                  </a:cubicBezTo>
                  <a:lnTo>
                    <a:pt x="2124" y="162"/>
                  </a:lnTo>
                  <a:cubicBezTo>
                    <a:pt x="1787" y="61"/>
                    <a:pt x="1437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4" name="Google Shape;31884;p32"/>
            <p:cNvSpPr/>
            <p:nvPr/>
          </p:nvSpPr>
          <p:spPr>
            <a:xfrm>
              <a:off x="421692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3" y="129"/>
                    <a:pt x="877" y="82"/>
                    <a:pt x="1194" y="82"/>
                  </a:cubicBezTo>
                  <a:cubicBezTo>
                    <a:pt x="1504" y="82"/>
                    <a:pt x="1807" y="129"/>
                    <a:pt x="2097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5" name="Google Shape;31885;p32"/>
            <p:cNvSpPr/>
            <p:nvPr/>
          </p:nvSpPr>
          <p:spPr>
            <a:xfrm>
              <a:off x="443725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19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21" y="1"/>
                    <a:pt x="5819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6" name="Google Shape;31886;p32"/>
            <p:cNvSpPr/>
            <p:nvPr/>
          </p:nvSpPr>
          <p:spPr>
            <a:xfrm>
              <a:off x="443607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6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8" y="1436"/>
                    <a:pt x="3398" y="88"/>
                    <a:pt x="5866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1" y="0"/>
                    <a:pt x="586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7" name="Google Shape;31887;p32"/>
            <p:cNvSpPr/>
            <p:nvPr/>
          </p:nvSpPr>
          <p:spPr>
            <a:xfrm>
              <a:off x="4466575" y="3444275"/>
              <a:ext cx="228950" cy="58025"/>
            </a:xfrm>
            <a:custGeom>
              <a:rect b="b" l="l" r="r" t="t"/>
              <a:pathLst>
                <a:path extrusionOk="0" h="2321" w="9158">
                  <a:moveTo>
                    <a:pt x="4579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7" y="2320"/>
                  </a:lnTo>
                  <a:cubicBezTo>
                    <a:pt x="8119" y="918"/>
                    <a:pt x="6453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8" name="Google Shape;31888;p32"/>
            <p:cNvSpPr/>
            <p:nvPr/>
          </p:nvSpPr>
          <p:spPr>
            <a:xfrm>
              <a:off x="4465225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33" y="0"/>
                  </a:moveTo>
                  <a:cubicBezTo>
                    <a:pt x="2731" y="0"/>
                    <a:pt x="1046" y="931"/>
                    <a:pt x="1" y="2360"/>
                  </a:cubicBezTo>
                  <a:lnTo>
                    <a:pt x="108" y="2360"/>
                  </a:lnTo>
                  <a:cubicBezTo>
                    <a:pt x="1133" y="984"/>
                    <a:pt x="2779" y="88"/>
                    <a:pt x="4633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3" y="931"/>
                    <a:pt x="6528" y="0"/>
                    <a:pt x="4633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9" name="Google Shape;31889;p32"/>
            <p:cNvSpPr/>
            <p:nvPr/>
          </p:nvSpPr>
          <p:spPr>
            <a:xfrm>
              <a:off x="4499775" y="3469550"/>
              <a:ext cx="162375" cy="32750"/>
            </a:xfrm>
            <a:custGeom>
              <a:rect b="b" l="l" r="r" t="t"/>
              <a:pathLst>
                <a:path extrusionOk="0" h="1310" w="6495">
                  <a:moveTo>
                    <a:pt x="3251" y="1"/>
                  </a:moveTo>
                  <a:cubicBezTo>
                    <a:pt x="1990" y="1"/>
                    <a:pt x="844" y="500"/>
                    <a:pt x="1" y="1309"/>
                  </a:cubicBezTo>
                  <a:lnTo>
                    <a:pt x="6494" y="1309"/>
                  </a:lnTo>
                  <a:cubicBezTo>
                    <a:pt x="5651" y="500"/>
                    <a:pt x="4512" y="1"/>
                    <a:pt x="3251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0" name="Google Shape;31890;p32"/>
            <p:cNvSpPr/>
            <p:nvPr/>
          </p:nvSpPr>
          <p:spPr>
            <a:xfrm>
              <a:off x="44984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17" y="1"/>
                    <a:pt x="851" y="520"/>
                    <a:pt x="1" y="1356"/>
                  </a:cubicBezTo>
                  <a:lnTo>
                    <a:pt x="122" y="1356"/>
                  </a:lnTo>
                  <a:cubicBezTo>
                    <a:pt x="952" y="574"/>
                    <a:pt x="2071" y="88"/>
                    <a:pt x="3305" y="88"/>
                  </a:cubicBezTo>
                  <a:cubicBezTo>
                    <a:pt x="4532" y="88"/>
                    <a:pt x="5651" y="574"/>
                    <a:pt x="6481" y="1356"/>
                  </a:cubicBezTo>
                  <a:lnTo>
                    <a:pt x="6609" y="1356"/>
                  </a:lnTo>
                  <a:cubicBezTo>
                    <a:pt x="5753" y="520"/>
                    <a:pt x="4586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1" name="Google Shape;31891;p32"/>
            <p:cNvSpPr/>
            <p:nvPr/>
          </p:nvSpPr>
          <p:spPr>
            <a:xfrm>
              <a:off x="455440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6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7" y="61"/>
                    <a:pt x="1430" y="0"/>
                    <a:pt x="1066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2" name="Google Shape;31892;p32"/>
            <p:cNvSpPr/>
            <p:nvPr/>
          </p:nvSpPr>
          <p:spPr>
            <a:xfrm>
              <a:off x="455120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94" y="1"/>
                  </a:moveTo>
                  <a:cubicBezTo>
                    <a:pt x="776" y="1"/>
                    <a:pt x="371" y="75"/>
                    <a:pt x="0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94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12" y="1"/>
                    <a:pt x="1194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3" name="Google Shape;31893;p32"/>
            <p:cNvSpPr/>
            <p:nvPr/>
          </p:nvSpPr>
          <p:spPr>
            <a:xfrm>
              <a:off x="4771525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0" y="3399"/>
                  </a:cubicBezTo>
                  <a:lnTo>
                    <a:pt x="11639" y="3399"/>
                  </a:lnTo>
                  <a:cubicBezTo>
                    <a:pt x="10492" y="1376"/>
                    <a:pt x="8314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4" name="Google Shape;31894;p32"/>
            <p:cNvSpPr/>
            <p:nvPr/>
          </p:nvSpPr>
          <p:spPr>
            <a:xfrm>
              <a:off x="4770350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1" y="0"/>
                    <a:pt x="1153" y="1389"/>
                    <a:pt x="0" y="3439"/>
                  </a:cubicBezTo>
                  <a:lnTo>
                    <a:pt x="101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4" y="88"/>
                    <a:pt x="10492" y="1436"/>
                    <a:pt x="11638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5" name="Google Shape;31895;p32"/>
            <p:cNvSpPr/>
            <p:nvPr/>
          </p:nvSpPr>
          <p:spPr>
            <a:xfrm>
              <a:off x="4800850" y="3444275"/>
              <a:ext cx="228775" cy="58025"/>
            </a:xfrm>
            <a:custGeom>
              <a:rect b="b" l="l" r="r" t="t"/>
              <a:pathLst>
                <a:path extrusionOk="0" h="2321" w="9151">
                  <a:moveTo>
                    <a:pt x="4572" y="0"/>
                  </a:moveTo>
                  <a:cubicBezTo>
                    <a:pt x="2698" y="0"/>
                    <a:pt x="1032" y="918"/>
                    <a:pt x="1" y="2320"/>
                  </a:cubicBezTo>
                  <a:lnTo>
                    <a:pt x="9151" y="2320"/>
                  </a:lnTo>
                  <a:cubicBezTo>
                    <a:pt x="8119" y="918"/>
                    <a:pt x="6454" y="0"/>
                    <a:pt x="4572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6" name="Google Shape;31896;p32"/>
            <p:cNvSpPr/>
            <p:nvPr/>
          </p:nvSpPr>
          <p:spPr>
            <a:xfrm>
              <a:off x="4799500" y="3443275"/>
              <a:ext cx="231475" cy="59025"/>
            </a:xfrm>
            <a:custGeom>
              <a:rect b="b" l="l" r="r" t="t"/>
              <a:pathLst>
                <a:path extrusionOk="0" h="2361" w="9259">
                  <a:moveTo>
                    <a:pt x="4626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6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9" y="2360"/>
                  </a:lnTo>
                  <a:cubicBezTo>
                    <a:pt x="8214" y="931"/>
                    <a:pt x="6528" y="0"/>
                    <a:pt x="4626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7" name="Google Shape;31897;p32"/>
            <p:cNvSpPr/>
            <p:nvPr/>
          </p:nvSpPr>
          <p:spPr>
            <a:xfrm>
              <a:off x="4834075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3" y="1"/>
                  </a:moveTo>
                  <a:cubicBezTo>
                    <a:pt x="1982" y="1"/>
                    <a:pt x="843" y="500"/>
                    <a:pt x="0" y="1309"/>
                  </a:cubicBezTo>
                  <a:lnTo>
                    <a:pt x="6493" y="1309"/>
                  </a:lnTo>
                  <a:cubicBezTo>
                    <a:pt x="5651" y="500"/>
                    <a:pt x="4511" y="1"/>
                    <a:pt x="3243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8" name="Google Shape;31898;p32"/>
            <p:cNvSpPr/>
            <p:nvPr/>
          </p:nvSpPr>
          <p:spPr>
            <a:xfrm>
              <a:off x="4832725" y="3468375"/>
              <a:ext cx="165050" cy="33925"/>
            </a:xfrm>
            <a:custGeom>
              <a:rect b="b" l="l" r="r" t="t"/>
              <a:pathLst>
                <a:path extrusionOk="0" h="1357" w="6602">
                  <a:moveTo>
                    <a:pt x="3297" y="1"/>
                  </a:moveTo>
                  <a:cubicBezTo>
                    <a:pt x="2016" y="1"/>
                    <a:pt x="850" y="520"/>
                    <a:pt x="0" y="1356"/>
                  </a:cubicBezTo>
                  <a:lnTo>
                    <a:pt x="121" y="1356"/>
                  </a:lnTo>
                  <a:cubicBezTo>
                    <a:pt x="951" y="574"/>
                    <a:pt x="2070" y="88"/>
                    <a:pt x="3297" y="88"/>
                  </a:cubicBezTo>
                  <a:cubicBezTo>
                    <a:pt x="4531" y="88"/>
                    <a:pt x="5651" y="574"/>
                    <a:pt x="6480" y="1356"/>
                  </a:cubicBezTo>
                  <a:lnTo>
                    <a:pt x="6601" y="1356"/>
                  </a:lnTo>
                  <a:cubicBezTo>
                    <a:pt x="5752" y="520"/>
                    <a:pt x="4585" y="1"/>
                    <a:pt x="329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9" name="Google Shape;31899;p32"/>
            <p:cNvSpPr/>
            <p:nvPr/>
          </p:nvSpPr>
          <p:spPr>
            <a:xfrm>
              <a:off x="4888675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59" y="0"/>
                  </a:moveTo>
                  <a:cubicBezTo>
                    <a:pt x="695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5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0" name="Google Shape;31900;p32"/>
            <p:cNvSpPr/>
            <p:nvPr/>
          </p:nvSpPr>
          <p:spPr>
            <a:xfrm>
              <a:off x="4885475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7" y="1"/>
                  </a:moveTo>
                  <a:cubicBezTo>
                    <a:pt x="776" y="1"/>
                    <a:pt x="371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7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5" y="1"/>
                    <a:pt x="1187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1" name="Google Shape;31901;p32"/>
            <p:cNvSpPr/>
            <p:nvPr/>
          </p:nvSpPr>
          <p:spPr>
            <a:xfrm>
              <a:off x="5105800" y="3417300"/>
              <a:ext cx="290975" cy="85000"/>
            </a:xfrm>
            <a:custGeom>
              <a:rect b="b" l="l" r="r" t="t"/>
              <a:pathLst>
                <a:path extrusionOk="0" h="3400" w="11639">
                  <a:moveTo>
                    <a:pt x="5820" y="1"/>
                  </a:moveTo>
                  <a:cubicBezTo>
                    <a:pt x="3325" y="1"/>
                    <a:pt x="1147" y="1376"/>
                    <a:pt x="1" y="3399"/>
                  </a:cubicBezTo>
                  <a:lnTo>
                    <a:pt x="11639" y="3399"/>
                  </a:lnTo>
                  <a:cubicBezTo>
                    <a:pt x="10492" y="1376"/>
                    <a:pt x="8315" y="1"/>
                    <a:pt x="5820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2" name="Google Shape;31902;p32"/>
            <p:cNvSpPr/>
            <p:nvPr/>
          </p:nvSpPr>
          <p:spPr>
            <a:xfrm>
              <a:off x="5104625" y="3416300"/>
              <a:ext cx="293325" cy="86000"/>
            </a:xfrm>
            <a:custGeom>
              <a:rect b="b" l="l" r="r" t="t"/>
              <a:pathLst>
                <a:path extrusionOk="0" h="3440" w="11733">
                  <a:moveTo>
                    <a:pt x="5867" y="0"/>
                  </a:moveTo>
                  <a:cubicBezTo>
                    <a:pt x="3352" y="0"/>
                    <a:pt x="1153" y="1389"/>
                    <a:pt x="0" y="3439"/>
                  </a:cubicBezTo>
                  <a:lnTo>
                    <a:pt x="95" y="3439"/>
                  </a:lnTo>
                  <a:cubicBezTo>
                    <a:pt x="1241" y="1436"/>
                    <a:pt x="3399" y="88"/>
                    <a:pt x="5867" y="88"/>
                  </a:cubicBezTo>
                  <a:cubicBezTo>
                    <a:pt x="8335" y="88"/>
                    <a:pt x="10492" y="1436"/>
                    <a:pt x="11639" y="3439"/>
                  </a:cubicBezTo>
                  <a:lnTo>
                    <a:pt x="11733" y="3439"/>
                  </a:lnTo>
                  <a:cubicBezTo>
                    <a:pt x="10580" y="1389"/>
                    <a:pt x="8382" y="0"/>
                    <a:pt x="586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3" name="Google Shape;31903;p32"/>
            <p:cNvSpPr/>
            <p:nvPr/>
          </p:nvSpPr>
          <p:spPr>
            <a:xfrm>
              <a:off x="5134975" y="3444275"/>
              <a:ext cx="228925" cy="58025"/>
            </a:xfrm>
            <a:custGeom>
              <a:rect b="b" l="l" r="r" t="t"/>
              <a:pathLst>
                <a:path extrusionOk="0" h="2321" w="9157">
                  <a:moveTo>
                    <a:pt x="4579" y="0"/>
                  </a:moveTo>
                  <a:cubicBezTo>
                    <a:pt x="2704" y="0"/>
                    <a:pt x="1038" y="918"/>
                    <a:pt x="0" y="2320"/>
                  </a:cubicBezTo>
                  <a:lnTo>
                    <a:pt x="9157" y="2320"/>
                  </a:lnTo>
                  <a:cubicBezTo>
                    <a:pt x="8125" y="918"/>
                    <a:pt x="6460" y="0"/>
                    <a:pt x="4579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4" name="Google Shape;31904;p32"/>
            <p:cNvSpPr/>
            <p:nvPr/>
          </p:nvSpPr>
          <p:spPr>
            <a:xfrm>
              <a:off x="5133775" y="3443275"/>
              <a:ext cx="231325" cy="59025"/>
            </a:xfrm>
            <a:custGeom>
              <a:rect b="b" l="l" r="r" t="t"/>
              <a:pathLst>
                <a:path extrusionOk="0" h="2361" w="9253">
                  <a:moveTo>
                    <a:pt x="4627" y="0"/>
                  </a:moveTo>
                  <a:cubicBezTo>
                    <a:pt x="2732" y="0"/>
                    <a:pt x="1046" y="931"/>
                    <a:pt x="1" y="2360"/>
                  </a:cubicBezTo>
                  <a:lnTo>
                    <a:pt x="109" y="2360"/>
                  </a:lnTo>
                  <a:cubicBezTo>
                    <a:pt x="1134" y="984"/>
                    <a:pt x="2779" y="88"/>
                    <a:pt x="4627" y="88"/>
                  </a:cubicBezTo>
                  <a:cubicBezTo>
                    <a:pt x="6481" y="88"/>
                    <a:pt x="8126" y="984"/>
                    <a:pt x="9151" y="2360"/>
                  </a:cubicBezTo>
                  <a:lnTo>
                    <a:pt x="9252" y="2360"/>
                  </a:lnTo>
                  <a:cubicBezTo>
                    <a:pt x="8214" y="931"/>
                    <a:pt x="6528" y="0"/>
                    <a:pt x="4627" y="0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5" name="Google Shape;31905;p32"/>
            <p:cNvSpPr/>
            <p:nvPr/>
          </p:nvSpPr>
          <p:spPr>
            <a:xfrm>
              <a:off x="5168350" y="3469550"/>
              <a:ext cx="162350" cy="32750"/>
            </a:xfrm>
            <a:custGeom>
              <a:rect b="b" l="l" r="r" t="t"/>
              <a:pathLst>
                <a:path extrusionOk="0" h="1310" w="6494">
                  <a:moveTo>
                    <a:pt x="3244" y="1"/>
                  </a:moveTo>
                  <a:cubicBezTo>
                    <a:pt x="1983" y="1"/>
                    <a:pt x="843" y="500"/>
                    <a:pt x="0" y="1309"/>
                  </a:cubicBezTo>
                  <a:lnTo>
                    <a:pt x="6494" y="1309"/>
                  </a:lnTo>
                  <a:cubicBezTo>
                    <a:pt x="5651" y="500"/>
                    <a:pt x="4504" y="1"/>
                    <a:pt x="3244" y="1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6" name="Google Shape;31906;p32"/>
            <p:cNvSpPr/>
            <p:nvPr/>
          </p:nvSpPr>
          <p:spPr>
            <a:xfrm>
              <a:off x="5166825" y="3468375"/>
              <a:ext cx="165225" cy="33925"/>
            </a:xfrm>
            <a:custGeom>
              <a:rect b="b" l="l" r="r" t="t"/>
              <a:pathLst>
                <a:path extrusionOk="0" h="1357" w="6609">
                  <a:moveTo>
                    <a:pt x="3305" y="1"/>
                  </a:moveTo>
                  <a:cubicBezTo>
                    <a:pt x="2023" y="1"/>
                    <a:pt x="857" y="520"/>
                    <a:pt x="0" y="1356"/>
                  </a:cubicBezTo>
                  <a:lnTo>
                    <a:pt x="122" y="1356"/>
                  </a:lnTo>
                  <a:cubicBezTo>
                    <a:pt x="958" y="574"/>
                    <a:pt x="2077" y="88"/>
                    <a:pt x="3305" y="88"/>
                  </a:cubicBezTo>
                  <a:cubicBezTo>
                    <a:pt x="4538" y="88"/>
                    <a:pt x="5658" y="574"/>
                    <a:pt x="6487" y="1356"/>
                  </a:cubicBezTo>
                  <a:lnTo>
                    <a:pt x="6609" y="1356"/>
                  </a:lnTo>
                  <a:cubicBezTo>
                    <a:pt x="5759" y="520"/>
                    <a:pt x="4592" y="1"/>
                    <a:pt x="3305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7" name="Google Shape;31907;p32"/>
            <p:cNvSpPr/>
            <p:nvPr/>
          </p:nvSpPr>
          <p:spPr>
            <a:xfrm>
              <a:off x="5222950" y="3498225"/>
              <a:ext cx="53125" cy="4075"/>
            </a:xfrm>
            <a:custGeom>
              <a:rect b="b" l="l" r="r" t="t"/>
              <a:pathLst>
                <a:path extrusionOk="0" h="163" w="2125">
                  <a:moveTo>
                    <a:pt x="1060" y="0"/>
                  </a:moveTo>
                  <a:cubicBezTo>
                    <a:pt x="689" y="0"/>
                    <a:pt x="338" y="61"/>
                    <a:pt x="1" y="162"/>
                  </a:cubicBezTo>
                  <a:lnTo>
                    <a:pt x="2125" y="162"/>
                  </a:lnTo>
                  <a:cubicBezTo>
                    <a:pt x="1788" y="61"/>
                    <a:pt x="1430" y="0"/>
                    <a:pt x="1060" y="0"/>
                  </a:cubicBezTo>
                  <a:close/>
                </a:path>
              </a:pathLst>
            </a:custGeom>
            <a:solidFill>
              <a:srgbClr val="FCF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8" name="Google Shape;31908;p32"/>
            <p:cNvSpPr/>
            <p:nvPr/>
          </p:nvSpPr>
          <p:spPr>
            <a:xfrm>
              <a:off x="5219750" y="3497200"/>
              <a:ext cx="59525" cy="5100"/>
            </a:xfrm>
            <a:custGeom>
              <a:rect b="b" l="l" r="r" t="t"/>
              <a:pathLst>
                <a:path extrusionOk="0" h="204" w="2381">
                  <a:moveTo>
                    <a:pt x="1188" y="1"/>
                  </a:moveTo>
                  <a:cubicBezTo>
                    <a:pt x="769" y="1"/>
                    <a:pt x="372" y="75"/>
                    <a:pt x="1" y="203"/>
                  </a:cubicBezTo>
                  <a:lnTo>
                    <a:pt x="284" y="203"/>
                  </a:lnTo>
                  <a:cubicBezTo>
                    <a:pt x="574" y="129"/>
                    <a:pt x="877" y="82"/>
                    <a:pt x="1188" y="82"/>
                  </a:cubicBezTo>
                  <a:cubicBezTo>
                    <a:pt x="1504" y="82"/>
                    <a:pt x="1808" y="129"/>
                    <a:pt x="2098" y="203"/>
                  </a:cubicBezTo>
                  <a:lnTo>
                    <a:pt x="2381" y="203"/>
                  </a:lnTo>
                  <a:cubicBezTo>
                    <a:pt x="2010" y="75"/>
                    <a:pt x="1606" y="1"/>
                    <a:pt x="1188" y="1"/>
                  </a:cubicBezTo>
                  <a:close/>
                </a:path>
              </a:pathLst>
            </a:custGeom>
            <a:solidFill>
              <a:srgbClr val="DFC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909" name="Google Shape;31909;p32"/>
          <p:cNvSpPr/>
          <p:nvPr/>
        </p:nvSpPr>
        <p:spPr>
          <a:xfrm>
            <a:off x="295775" y="297300"/>
            <a:ext cx="8556600" cy="4552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910" name="Google Shape;31910;p32"/>
          <p:cNvGrpSpPr/>
          <p:nvPr/>
        </p:nvGrpSpPr>
        <p:grpSpPr>
          <a:xfrm>
            <a:off x="1621763" y="795191"/>
            <a:ext cx="5900041" cy="3881065"/>
            <a:chOff x="2281775" y="2034175"/>
            <a:chExt cx="2861875" cy="1882550"/>
          </a:xfrm>
        </p:grpSpPr>
        <p:sp>
          <p:nvSpPr>
            <p:cNvPr id="31911" name="Google Shape;31911;p32"/>
            <p:cNvSpPr/>
            <p:nvPr/>
          </p:nvSpPr>
          <p:spPr>
            <a:xfrm>
              <a:off x="3713175" y="2558625"/>
              <a:ext cx="1219000" cy="118425"/>
            </a:xfrm>
            <a:custGeom>
              <a:rect b="b" l="l" r="r" t="t"/>
              <a:pathLst>
                <a:path extrusionOk="0" h="4737" w="48760">
                  <a:moveTo>
                    <a:pt x="0" y="0"/>
                  </a:moveTo>
                  <a:lnTo>
                    <a:pt x="0" y="4737"/>
                  </a:lnTo>
                  <a:lnTo>
                    <a:pt x="48760" y="4737"/>
                  </a:lnTo>
                  <a:lnTo>
                    <a:pt x="4876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2" name="Google Shape;31912;p32"/>
            <p:cNvSpPr/>
            <p:nvPr/>
          </p:nvSpPr>
          <p:spPr>
            <a:xfrm>
              <a:off x="4309975" y="2501275"/>
              <a:ext cx="273525" cy="57375"/>
            </a:xfrm>
            <a:custGeom>
              <a:rect b="b" l="l" r="r" t="t"/>
              <a:pathLst>
                <a:path extrusionOk="0" h="2295" w="10941">
                  <a:moveTo>
                    <a:pt x="1" y="1"/>
                  </a:moveTo>
                  <a:lnTo>
                    <a:pt x="339" y="2294"/>
                  </a:lnTo>
                  <a:lnTo>
                    <a:pt x="10602" y="2294"/>
                  </a:lnTo>
                  <a:lnTo>
                    <a:pt x="10940" y="1"/>
                  </a:lnTo>
                  <a:lnTo>
                    <a:pt x="10940" y="1"/>
                  </a:lnTo>
                  <a:cubicBezTo>
                    <a:pt x="10940" y="1"/>
                    <a:pt x="8797" y="828"/>
                    <a:pt x="5452" y="828"/>
                  </a:cubicBezTo>
                  <a:cubicBezTo>
                    <a:pt x="2106" y="82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3" name="Google Shape;31913;p32"/>
            <p:cNvSpPr/>
            <p:nvPr/>
          </p:nvSpPr>
          <p:spPr>
            <a:xfrm>
              <a:off x="3713175" y="2154475"/>
              <a:ext cx="1311100" cy="158850"/>
            </a:xfrm>
            <a:custGeom>
              <a:rect b="b" l="l" r="r" t="t"/>
              <a:pathLst>
                <a:path extrusionOk="0" h="6354" w="52444">
                  <a:moveTo>
                    <a:pt x="52444" y="1"/>
                  </a:moveTo>
                  <a:lnTo>
                    <a:pt x="0" y="3309"/>
                  </a:lnTo>
                  <a:lnTo>
                    <a:pt x="0" y="6354"/>
                  </a:lnTo>
                  <a:lnTo>
                    <a:pt x="34286" y="6354"/>
                  </a:lnTo>
                  <a:cubicBezTo>
                    <a:pt x="41203" y="6354"/>
                    <a:pt x="52181" y="4888"/>
                    <a:pt x="52181" y="4888"/>
                  </a:cubicBezTo>
                  <a:lnTo>
                    <a:pt x="524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4" name="Google Shape;31914;p32"/>
            <p:cNvSpPr/>
            <p:nvPr/>
          </p:nvSpPr>
          <p:spPr>
            <a:xfrm>
              <a:off x="4337225" y="2313300"/>
              <a:ext cx="218075" cy="60175"/>
            </a:xfrm>
            <a:custGeom>
              <a:rect b="b" l="l" r="r" t="t"/>
              <a:pathLst>
                <a:path extrusionOk="0" h="2407" w="8723">
                  <a:moveTo>
                    <a:pt x="1" y="1"/>
                  </a:moveTo>
                  <a:lnTo>
                    <a:pt x="1" y="2407"/>
                  </a:lnTo>
                  <a:lnTo>
                    <a:pt x="8723" y="2407"/>
                  </a:lnTo>
                  <a:lnTo>
                    <a:pt x="872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5" name="Google Shape;31915;p32"/>
            <p:cNvSpPr/>
            <p:nvPr/>
          </p:nvSpPr>
          <p:spPr>
            <a:xfrm>
              <a:off x="4352275" y="2313300"/>
              <a:ext cx="131600" cy="60175"/>
            </a:xfrm>
            <a:custGeom>
              <a:rect b="b" l="l" r="r" t="t"/>
              <a:pathLst>
                <a:path extrusionOk="0" h="2407" w="5264">
                  <a:moveTo>
                    <a:pt x="0" y="1"/>
                  </a:moveTo>
                  <a:lnTo>
                    <a:pt x="0" y="2407"/>
                  </a:lnTo>
                  <a:lnTo>
                    <a:pt x="5263" y="2407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6" name="Google Shape;31916;p32"/>
            <p:cNvSpPr/>
            <p:nvPr/>
          </p:nvSpPr>
          <p:spPr>
            <a:xfrm>
              <a:off x="4392675" y="2313300"/>
              <a:ext cx="49850" cy="60175"/>
            </a:xfrm>
            <a:custGeom>
              <a:rect b="b" l="l" r="r" t="t"/>
              <a:pathLst>
                <a:path extrusionOk="0" h="2407" w="1994">
                  <a:moveTo>
                    <a:pt x="1" y="1"/>
                  </a:moveTo>
                  <a:lnTo>
                    <a:pt x="1" y="2407"/>
                  </a:lnTo>
                  <a:lnTo>
                    <a:pt x="1993" y="2407"/>
                  </a:lnTo>
                  <a:lnTo>
                    <a:pt x="19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7" name="Google Shape;31917;p32"/>
            <p:cNvSpPr/>
            <p:nvPr/>
          </p:nvSpPr>
          <p:spPr>
            <a:xfrm>
              <a:off x="4366375" y="2373450"/>
              <a:ext cx="160725" cy="1543275"/>
            </a:xfrm>
            <a:custGeom>
              <a:rect b="b" l="l" r="r" t="t"/>
              <a:pathLst>
                <a:path extrusionOk="0" h="61731" w="6429">
                  <a:moveTo>
                    <a:pt x="0" y="1"/>
                  </a:moveTo>
                  <a:lnTo>
                    <a:pt x="0" y="61731"/>
                  </a:lnTo>
                  <a:cubicBezTo>
                    <a:pt x="2181" y="60866"/>
                    <a:pt x="4323" y="59889"/>
                    <a:pt x="6429" y="58836"/>
                  </a:cubicBezTo>
                  <a:lnTo>
                    <a:pt x="64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8" name="Google Shape;31918;p32"/>
            <p:cNvSpPr/>
            <p:nvPr/>
          </p:nvSpPr>
          <p:spPr>
            <a:xfrm>
              <a:off x="4377650" y="2386625"/>
              <a:ext cx="111850" cy="1525400"/>
            </a:xfrm>
            <a:custGeom>
              <a:rect b="b" l="l" r="r" t="t"/>
              <a:pathLst>
                <a:path extrusionOk="0" h="61016" w="4474">
                  <a:moveTo>
                    <a:pt x="0" y="0"/>
                  </a:moveTo>
                  <a:lnTo>
                    <a:pt x="0" y="61016"/>
                  </a:lnTo>
                  <a:cubicBezTo>
                    <a:pt x="1504" y="60414"/>
                    <a:pt x="3008" y="59737"/>
                    <a:pt x="4474" y="59023"/>
                  </a:cubicBezTo>
                  <a:lnTo>
                    <a:pt x="447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9" name="Google Shape;31919;p32"/>
            <p:cNvSpPr/>
            <p:nvPr/>
          </p:nvSpPr>
          <p:spPr>
            <a:xfrm>
              <a:off x="4392675" y="2386625"/>
              <a:ext cx="60175" cy="1518825"/>
            </a:xfrm>
            <a:custGeom>
              <a:rect b="b" l="l" r="r" t="t"/>
              <a:pathLst>
                <a:path extrusionOk="0" h="60753" w="2407">
                  <a:moveTo>
                    <a:pt x="1" y="0"/>
                  </a:moveTo>
                  <a:lnTo>
                    <a:pt x="1" y="60753"/>
                  </a:lnTo>
                  <a:cubicBezTo>
                    <a:pt x="790" y="60414"/>
                    <a:pt x="1617" y="60076"/>
                    <a:pt x="2407" y="59700"/>
                  </a:cubicBezTo>
                  <a:lnTo>
                    <a:pt x="24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0" name="Google Shape;31920;p32"/>
            <p:cNvSpPr/>
            <p:nvPr/>
          </p:nvSpPr>
          <p:spPr>
            <a:xfrm>
              <a:off x="3713175" y="2313300"/>
              <a:ext cx="78025" cy="245350"/>
            </a:xfrm>
            <a:custGeom>
              <a:rect b="b" l="l" r="r" t="t"/>
              <a:pathLst>
                <a:path extrusionOk="0" h="9814" w="3121">
                  <a:moveTo>
                    <a:pt x="0" y="1"/>
                  </a:moveTo>
                  <a:lnTo>
                    <a:pt x="0" y="9813"/>
                  </a:lnTo>
                  <a:lnTo>
                    <a:pt x="3121" y="9813"/>
                  </a:lnTo>
                  <a:lnTo>
                    <a:pt x="31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1" name="Google Shape;31921;p32"/>
            <p:cNvSpPr/>
            <p:nvPr/>
          </p:nvSpPr>
          <p:spPr>
            <a:xfrm>
              <a:off x="3713175" y="2328350"/>
              <a:ext cx="78025" cy="230300"/>
            </a:xfrm>
            <a:custGeom>
              <a:rect b="b" l="l" r="r" t="t"/>
              <a:pathLst>
                <a:path extrusionOk="0" h="9212" w="3121">
                  <a:moveTo>
                    <a:pt x="0" y="0"/>
                  </a:moveTo>
                  <a:lnTo>
                    <a:pt x="0" y="9211"/>
                  </a:lnTo>
                  <a:lnTo>
                    <a:pt x="3121" y="9211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2" name="Google Shape;31922;p32"/>
            <p:cNvSpPr/>
            <p:nvPr/>
          </p:nvSpPr>
          <p:spPr>
            <a:xfrm>
              <a:off x="3713175" y="2154475"/>
              <a:ext cx="1311100" cy="101650"/>
            </a:xfrm>
            <a:custGeom>
              <a:rect b="b" l="l" r="r" t="t"/>
              <a:pathLst>
                <a:path extrusionOk="0" h="4066" w="52444">
                  <a:moveTo>
                    <a:pt x="52444" y="1"/>
                  </a:moveTo>
                  <a:lnTo>
                    <a:pt x="0" y="3309"/>
                  </a:lnTo>
                  <a:lnTo>
                    <a:pt x="0" y="4023"/>
                  </a:lnTo>
                  <a:cubicBezTo>
                    <a:pt x="0" y="4023"/>
                    <a:pt x="2897" y="4065"/>
                    <a:pt x="7257" y="4065"/>
                  </a:cubicBezTo>
                  <a:cubicBezTo>
                    <a:pt x="16571" y="4065"/>
                    <a:pt x="32560" y="3873"/>
                    <a:pt x="41241" y="2670"/>
                  </a:cubicBezTo>
                  <a:cubicBezTo>
                    <a:pt x="46617" y="1918"/>
                    <a:pt x="50151" y="1241"/>
                    <a:pt x="52406" y="715"/>
                  </a:cubicBezTo>
                  <a:lnTo>
                    <a:pt x="524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3" name="Google Shape;31923;p32"/>
            <p:cNvSpPr/>
            <p:nvPr/>
          </p:nvSpPr>
          <p:spPr>
            <a:xfrm>
              <a:off x="3713175" y="2034175"/>
              <a:ext cx="1430475" cy="204075"/>
            </a:xfrm>
            <a:custGeom>
              <a:rect b="b" l="l" r="r" t="t"/>
              <a:pathLst>
                <a:path extrusionOk="0" h="8163" w="57219">
                  <a:moveTo>
                    <a:pt x="57218" y="0"/>
                  </a:moveTo>
                  <a:cubicBezTo>
                    <a:pt x="57218" y="1"/>
                    <a:pt x="54022" y="2219"/>
                    <a:pt x="41241" y="3985"/>
                  </a:cubicBezTo>
                  <a:cubicBezTo>
                    <a:pt x="32560" y="5189"/>
                    <a:pt x="16571" y="5381"/>
                    <a:pt x="7257" y="5381"/>
                  </a:cubicBezTo>
                  <a:cubicBezTo>
                    <a:pt x="2897" y="5381"/>
                    <a:pt x="0" y="5339"/>
                    <a:pt x="0" y="5339"/>
                  </a:cubicBezTo>
                  <a:lnTo>
                    <a:pt x="0" y="8121"/>
                  </a:lnTo>
                  <a:cubicBezTo>
                    <a:pt x="0" y="8121"/>
                    <a:pt x="2897" y="8163"/>
                    <a:pt x="7257" y="8163"/>
                  </a:cubicBezTo>
                  <a:cubicBezTo>
                    <a:pt x="16571" y="8163"/>
                    <a:pt x="32560" y="7971"/>
                    <a:pt x="41241" y="6767"/>
                  </a:cubicBezTo>
                  <a:cubicBezTo>
                    <a:pt x="54023" y="5001"/>
                    <a:pt x="56203" y="3647"/>
                    <a:pt x="56203" y="3647"/>
                  </a:cubicBezTo>
                  <a:lnTo>
                    <a:pt x="5721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4" name="Google Shape;31924;p32"/>
            <p:cNvSpPr/>
            <p:nvPr/>
          </p:nvSpPr>
          <p:spPr>
            <a:xfrm>
              <a:off x="2493250" y="2558625"/>
              <a:ext cx="1219950" cy="118425"/>
            </a:xfrm>
            <a:custGeom>
              <a:rect b="b" l="l" r="r" t="t"/>
              <a:pathLst>
                <a:path extrusionOk="0" h="4737" w="48798">
                  <a:moveTo>
                    <a:pt x="0" y="0"/>
                  </a:moveTo>
                  <a:lnTo>
                    <a:pt x="0" y="4737"/>
                  </a:lnTo>
                  <a:lnTo>
                    <a:pt x="48797" y="4737"/>
                  </a:lnTo>
                  <a:lnTo>
                    <a:pt x="48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5" name="Google Shape;31925;p32"/>
            <p:cNvSpPr/>
            <p:nvPr/>
          </p:nvSpPr>
          <p:spPr>
            <a:xfrm>
              <a:off x="2842875" y="2501275"/>
              <a:ext cx="273525" cy="57375"/>
            </a:xfrm>
            <a:custGeom>
              <a:rect b="b" l="l" r="r" t="t"/>
              <a:pathLst>
                <a:path extrusionOk="0" h="2295" w="10941">
                  <a:moveTo>
                    <a:pt x="0" y="1"/>
                  </a:moveTo>
                  <a:lnTo>
                    <a:pt x="339" y="2294"/>
                  </a:lnTo>
                  <a:lnTo>
                    <a:pt x="10602" y="2294"/>
                  </a:lnTo>
                  <a:lnTo>
                    <a:pt x="10940" y="1"/>
                  </a:lnTo>
                  <a:lnTo>
                    <a:pt x="10940" y="1"/>
                  </a:lnTo>
                  <a:cubicBezTo>
                    <a:pt x="10940" y="1"/>
                    <a:pt x="8797" y="828"/>
                    <a:pt x="5489" y="828"/>
                  </a:cubicBezTo>
                  <a:cubicBezTo>
                    <a:pt x="2143" y="828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6" name="Google Shape;31926;p32"/>
            <p:cNvSpPr/>
            <p:nvPr/>
          </p:nvSpPr>
          <p:spPr>
            <a:xfrm>
              <a:off x="2402075" y="2154475"/>
              <a:ext cx="1311125" cy="158850"/>
            </a:xfrm>
            <a:custGeom>
              <a:rect b="b" l="l" r="r" t="t"/>
              <a:pathLst>
                <a:path extrusionOk="0" h="6354" w="52445">
                  <a:moveTo>
                    <a:pt x="1" y="1"/>
                  </a:moveTo>
                  <a:lnTo>
                    <a:pt x="264" y="4888"/>
                  </a:lnTo>
                  <a:cubicBezTo>
                    <a:pt x="264" y="4888"/>
                    <a:pt x="11241" y="6354"/>
                    <a:pt x="18121" y="6354"/>
                  </a:cubicBezTo>
                  <a:lnTo>
                    <a:pt x="52444" y="6354"/>
                  </a:lnTo>
                  <a:lnTo>
                    <a:pt x="52444" y="330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7" name="Google Shape;31927;p32"/>
            <p:cNvSpPr/>
            <p:nvPr/>
          </p:nvSpPr>
          <p:spPr>
            <a:xfrm>
              <a:off x="2871075" y="2313300"/>
              <a:ext cx="217125" cy="60175"/>
            </a:xfrm>
            <a:custGeom>
              <a:rect b="b" l="l" r="r" t="t"/>
              <a:pathLst>
                <a:path extrusionOk="0" h="2407" w="8685">
                  <a:moveTo>
                    <a:pt x="0" y="1"/>
                  </a:moveTo>
                  <a:lnTo>
                    <a:pt x="0" y="2407"/>
                  </a:lnTo>
                  <a:lnTo>
                    <a:pt x="8684" y="2407"/>
                  </a:lnTo>
                  <a:lnTo>
                    <a:pt x="86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8" name="Google Shape;31928;p32"/>
            <p:cNvSpPr/>
            <p:nvPr/>
          </p:nvSpPr>
          <p:spPr>
            <a:xfrm>
              <a:off x="2942500" y="2313300"/>
              <a:ext cx="131600" cy="60175"/>
            </a:xfrm>
            <a:custGeom>
              <a:rect b="b" l="l" r="r" t="t"/>
              <a:pathLst>
                <a:path extrusionOk="0" h="2407" w="5264">
                  <a:moveTo>
                    <a:pt x="0" y="1"/>
                  </a:moveTo>
                  <a:lnTo>
                    <a:pt x="0" y="2407"/>
                  </a:lnTo>
                  <a:lnTo>
                    <a:pt x="5263" y="2407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9" name="Google Shape;31929;p32"/>
            <p:cNvSpPr/>
            <p:nvPr/>
          </p:nvSpPr>
          <p:spPr>
            <a:xfrm>
              <a:off x="2982900" y="2313300"/>
              <a:ext cx="50775" cy="60175"/>
            </a:xfrm>
            <a:custGeom>
              <a:rect b="b" l="l" r="r" t="t"/>
              <a:pathLst>
                <a:path extrusionOk="0" h="2407" w="2031">
                  <a:moveTo>
                    <a:pt x="1" y="1"/>
                  </a:moveTo>
                  <a:lnTo>
                    <a:pt x="1" y="2407"/>
                  </a:lnTo>
                  <a:lnTo>
                    <a:pt x="2031" y="2407"/>
                  </a:lnTo>
                  <a:lnTo>
                    <a:pt x="20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0" name="Google Shape;31930;p32"/>
            <p:cNvSpPr/>
            <p:nvPr/>
          </p:nvSpPr>
          <p:spPr>
            <a:xfrm>
              <a:off x="2899250" y="2373450"/>
              <a:ext cx="160750" cy="1543275"/>
            </a:xfrm>
            <a:custGeom>
              <a:rect b="b" l="l" r="r" t="t"/>
              <a:pathLst>
                <a:path extrusionOk="0" h="61731" w="6430">
                  <a:moveTo>
                    <a:pt x="1" y="1"/>
                  </a:moveTo>
                  <a:lnTo>
                    <a:pt x="1" y="58836"/>
                  </a:lnTo>
                  <a:cubicBezTo>
                    <a:pt x="2106" y="59889"/>
                    <a:pt x="4249" y="60866"/>
                    <a:pt x="6429" y="61731"/>
                  </a:cubicBezTo>
                  <a:lnTo>
                    <a:pt x="64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1" name="Google Shape;31931;p32"/>
            <p:cNvSpPr/>
            <p:nvPr/>
          </p:nvSpPr>
          <p:spPr>
            <a:xfrm>
              <a:off x="2935925" y="2386625"/>
              <a:ext cx="112800" cy="1525400"/>
            </a:xfrm>
            <a:custGeom>
              <a:rect b="b" l="l" r="r" t="t"/>
              <a:pathLst>
                <a:path extrusionOk="0" h="61016" w="4512">
                  <a:moveTo>
                    <a:pt x="0" y="0"/>
                  </a:moveTo>
                  <a:lnTo>
                    <a:pt x="0" y="59023"/>
                  </a:lnTo>
                  <a:cubicBezTo>
                    <a:pt x="1466" y="59737"/>
                    <a:pt x="2970" y="60414"/>
                    <a:pt x="4511" y="61016"/>
                  </a:cubicBezTo>
                  <a:lnTo>
                    <a:pt x="45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2" name="Google Shape;31932;p32"/>
            <p:cNvSpPr/>
            <p:nvPr/>
          </p:nvSpPr>
          <p:spPr>
            <a:xfrm>
              <a:off x="2972575" y="2386625"/>
              <a:ext cx="61100" cy="1518825"/>
            </a:xfrm>
            <a:custGeom>
              <a:rect b="b" l="l" r="r" t="t"/>
              <a:pathLst>
                <a:path extrusionOk="0" h="60753" w="2444">
                  <a:moveTo>
                    <a:pt x="0" y="0"/>
                  </a:moveTo>
                  <a:lnTo>
                    <a:pt x="0" y="59700"/>
                  </a:lnTo>
                  <a:cubicBezTo>
                    <a:pt x="827" y="60076"/>
                    <a:pt x="1617" y="60414"/>
                    <a:pt x="2444" y="60753"/>
                  </a:cubicBezTo>
                  <a:lnTo>
                    <a:pt x="24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3" name="Google Shape;31933;p32"/>
            <p:cNvSpPr/>
            <p:nvPr/>
          </p:nvSpPr>
          <p:spPr>
            <a:xfrm>
              <a:off x="3635175" y="2313300"/>
              <a:ext cx="78025" cy="245350"/>
            </a:xfrm>
            <a:custGeom>
              <a:rect b="b" l="l" r="r" t="t"/>
              <a:pathLst>
                <a:path extrusionOk="0" h="9814" w="3121">
                  <a:moveTo>
                    <a:pt x="0" y="1"/>
                  </a:moveTo>
                  <a:lnTo>
                    <a:pt x="0" y="9813"/>
                  </a:lnTo>
                  <a:lnTo>
                    <a:pt x="3120" y="9813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4" name="Google Shape;31934;p32"/>
            <p:cNvSpPr/>
            <p:nvPr/>
          </p:nvSpPr>
          <p:spPr>
            <a:xfrm>
              <a:off x="3635175" y="2328350"/>
              <a:ext cx="78025" cy="230300"/>
            </a:xfrm>
            <a:custGeom>
              <a:rect b="b" l="l" r="r" t="t"/>
              <a:pathLst>
                <a:path extrusionOk="0" h="9212" w="3121">
                  <a:moveTo>
                    <a:pt x="0" y="0"/>
                  </a:moveTo>
                  <a:lnTo>
                    <a:pt x="0" y="9211"/>
                  </a:lnTo>
                  <a:lnTo>
                    <a:pt x="3120" y="9211"/>
                  </a:lnTo>
                  <a:lnTo>
                    <a:pt x="31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5" name="Google Shape;31935;p32"/>
            <p:cNvSpPr/>
            <p:nvPr/>
          </p:nvSpPr>
          <p:spPr>
            <a:xfrm>
              <a:off x="2402075" y="2154475"/>
              <a:ext cx="1311125" cy="101650"/>
            </a:xfrm>
            <a:custGeom>
              <a:rect b="b" l="l" r="r" t="t"/>
              <a:pathLst>
                <a:path extrusionOk="0" h="4066" w="52445">
                  <a:moveTo>
                    <a:pt x="1" y="1"/>
                  </a:moveTo>
                  <a:lnTo>
                    <a:pt x="38" y="715"/>
                  </a:lnTo>
                  <a:cubicBezTo>
                    <a:pt x="2294" y="1241"/>
                    <a:pt x="5790" y="1918"/>
                    <a:pt x="11166" y="2670"/>
                  </a:cubicBezTo>
                  <a:cubicBezTo>
                    <a:pt x="19873" y="3873"/>
                    <a:pt x="35870" y="4065"/>
                    <a:pt x="45187" y="4065"/>
                  </a:cubicBezTo>
                  <a:cubicBezTo>
                    <a:pt x="49547" y="4065"/>
                    <a:pt x="52444" y="4023"/>
                    <a:pt x="52444" y="4023"/>
                  </a:cubicBezTo>
                  <a:lnTo>
                    <a:pt x="52444" y="330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6" name="Google Shape;31936;p32"/>
            <p:cNvSpPr/>
            <p:nvPr/>
          </p:nvSpPr>
          <p:spPr>
            <a:xfrm>
              <a:off x="2281775" y="2034175"/>
              <a:ext cx="1431425" cy="204075"/>
            </a:xfrm>
            <a:custGeom>
              <a:rect b="b" l="l" r="r" t="t"/>
              <a:pathLst>
                <a:path extrusionOk="0" h="8163" w="57257">
                  <a:moveTo>
                    <a:pt x="1" y="0"/>
                  </a:moveTo>
                  <a:lnTo>
                    <a:pt x="1016" y="3647"/>
                  </a:lnTo>
                  <a:cubicBezTo>
                    <a:pt x="1016" y="3647"/>
                    <a:pt x="3234" y="5001"/>
                    <a:pt x="15978" y="6767"/>
                  </a:cubicBezTo>
                  <a:cubicBezTo>
                    <a:pt x="24685" y="7971"/>
                    <a:pt x="40682" y="8163"/>
                    <a:pt x="49999" y="8163"/>
                  </a:cubicBezTo>
                  <a:cubicBezTo>
                    <a:pt x="54359" y="8163"/>
                    <a:pt x="57256" y="8121"/>
                    <a:pt x="57256" y="8121"/>
                  </a:cubicBezTo>
                  <a:lnTo>
                    <a:pt x="57256" y="5339"/>
                  </a:lnTo>
                  <a:cubicBezTo>
                    <a:pt x="57256" y="5339"/>
                    <a:pt x="54359" y="5381"/>
                    <a:pt x="49999" y="5381"/>
                  </a:cubicBezTo>
                  <a:cubicBezTo>
                    <a:pt x="40682" y="5381"/>
                    <a:pt x="24685" y="5189"/>
                    <a:pt x="15978" y="3985"/>
                  </a:cubicBezTo>
                  <a:cubicBezTo>
                    <a:pt x="3234" y="221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37" name="Google Shape;31937;p32"/>
          <p:cNvGrpSpPr/>
          <p:nvPr/>
        </p:nvGrpSpPr>
        <p:grpSpPr>
          <a:xfrm>
            <a:off x="1417207" y="4189248"/>
            <a:ext cx="443090" cy="415211"/>
            <a:chOff x="2987700" y="3560325"/>
            <a:chExt cx="386708" cy="362377"/>
          </a:xfrm>
        </p:grpSpPr>
        <p:sp>
          <p:nvSpPr>
            <p:cNvPr id="31938" name="Google Shape;31938;p32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9" name="Google Shape;31939;p32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0" name="Google Shape;31940;p32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1" name="Google Shape;31941;p32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2" name="Google Shape;31942;p32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3" name="Google Shape;31943;p32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4" name="Google Shape;31944;p32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5" name="Google Shape;31945;p32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6" name="Google Shape;31946;p32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7" name="Google Shape;31947;p32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8" name="Google Shape;31948;p32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9" name="Google Shape;31949;p32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0" name="Google Shape;31950;p32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1" name="Google Shape;31951;p32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2" name="Google Shape;31952;p32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3" name="Google Shape;31953;p32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4" name="Google Shape;31954;p32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5" name="Google Shape;31955;p32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6" name="Google Shape;31956;p32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7" name="Google Shape;31957;p32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8" name="Google Shape;31958;p32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9" name="Google Shape;31959;p32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0" name="Google Shape;31960;p32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61" name="Google Shape;31961;p32"/>
          <p:cNvGrpSpPr/>
          <p:nvPr/>
        </p:nvGrpSpPr>
        <p:grpSpPr>
          <a:xfrm>
            <a:off x="1121937" y="3563436"/>
            <a:ext cx="295252" cy="276675"/>
            <a:chOff x="2987700" y="3560325"/>
            <a:chExt cx="386708" cy="362377"/>
          </a:xfrm>
        </p:grpSpPr>
        <p:sp>
          <p:nvSpPr>
            <p:cNvPr id="31962" name="Google Shape;31962;p32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3" name="Google Shape;31963;p32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4" name="Google Shape;31964;p32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5" name="Google Shape;31965;p32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6" name="Google Shape;31966;p32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7" name="Google Shape;31967;p32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8" name="Google Shape;31968;p32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9" name="Google Shape;31969;p32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0" name="Google Shape;31970;p32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1" name="Google Shape;31971;p32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2" name="Google Shape;31972;p32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3" name="Google Shape;31973;p32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4" name="Google Shape;31974;p32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5" name="Google Shape;31975;p32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6" name="Google Shape;31976;p32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7" name="Google Shape;31977;p32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8" name="Google Shape;31978;p32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9" name="Google Shape;31979;p32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0" name="Google Shape;31980;p32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1" name="Google Shape;31981;p32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2" name="Google Shape;31982;p32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3" name="Google Shape;31983;p32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4" name="Google Shape;31984;p32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985" name="Google Shape;31985;p32"/>
          <p:cNvSpPr/>
          <p:nvPr/>
        </p:nvSpPr>
        <p:spPr>
          <a:xfrm>
            <a:off x="5960598" y="4038201"/>
            <a:ext cx="2909303" cy="930490"/>
          </a:xfrm>
          <a:custGeom>
            <a:rect b="b" l="l" r="r" t="t"/>
            <a:pathLst>
              <a:path extrusionOk="0" h="23627" w="73873">
                <a:moveTo>
                  <a:pt x="30622" y="1"/>
                </a:moveTo>
                <a:cubicBezTo>
                  <a:pt x="25332" y="1"/>
                  <a:pt x="21000" y="2227"/>
                  <a:pt x="20452" y="5791"/>
                </a:cubicBezTo>
                <a:cubicBezTo>
                  <a:pt x="19624" y="11204"/>
                  <a:pt x="24737" y="13535"/>
                  <a:pt x="24737" y="13535"/>
                </a:cubicBezTo>
                <a:cubicBezTo>
                  <a:pt x="24737" y="13535"/>
                  <a:pt x="21993" y="13122"/>
                  <a:pt x="21053" y="11806"/>
                </a:cubicBezTo>
                <a:cubicBezTo>
                  <a:pt x="20151" y="10490"/>
                  <a:pt x="19850" y="9362"/>
                  <a:pt x="19850" y="9362"/>
                </a:cubicBezTo>
                <a:cubicBezTo>
                  <a:pt x="19850" y="9362"/>
                  <a:pt x="16880" y="11204"/>
                  <a:pt x="17519" y="13422"/>
                </a:cubicBezTo>
                <a:cubicBezTo>
                  <a:pt x="18121" y="15678"/>
                  <a:pt x="20677" y="15979"/>
                  <a:pt x="20677" y="15979"/>
                </a:cubicBezTo>
                <a:cubicBezTo>
                  <a:pt x="20677" y="15979"/>
                  <a:pt x="18121" y="15979"/>
                  <a:pt x="17294" y="15377"/>
                </a:cubicBezTo>
                <a:lnTo>
                  <a:pt x="17294" y="15377"/>
                </a:lnTo>
                <a:cubicBezTo>
                  <a:pt x="17294" y="15377"/>
                  <a:pt x="18308" y="18009"/>
                  <a:pt x="13647" y="18610"/>
                </a:cubicBezTo>
                <a:cubicBezTo>
                  <a:pt x="13104" y="18684"/>
                  <a:pt x="12503" y="18717"/>
                  <a:pt x="11867" y="18717"/>
                </a:cubicBezTo>
                <a:cubicBezTo>
                  <a:pt x="6998" y="18717"/>
                  <a:pt x="1" y="16806"/>
                  <a:pt x="0" y="16806"/>
                </a:cubicBezTo>
                <a:lnTo>
                  <a:pt x="0" y="16806"/>
                </a:lnTo>
                <a:cubicBezTo>
                  <a:pt x="1" y="16806"/>
                  <a:pt x="7900" y="21379"/>
                  <a:pt x="13654" y="21379"/>
                </a:cubicBezTo>
                <a:cubicBezTo>
                  <a:pt x="13894" y="21379"/>
                  <a:pt x="14130" y="21371"/>
                  <a:pt x="14361" y="21355"/>
                </a:cubicBezTo>
                <a:cubicBezTo>
                  <a:pt x="20151" y="20979"/>
                  <a:pt x="24324" y="18610"/>
                  <a:pt x="27482" y="18310"/>
                </a:cubicBezTo>
                <a:cubicBezTo>
                  <a:pt x="30639" y="18009"/>
                  <a:pt x="31955" y="18009"/>
                  <a:pt x="31955" y="18009"/>
                </a:cubicBezTo>
                <a:lnTo>
                  <a:pt x="31955" y="18009"/>
                </a:lnTo>
                <a:cubicBezTo>
                  <a:pt x="31955" y="18009"/>
                  <a:pt x="27482" y="19362"/>
                  <a:pt x="26655" y="19663"/>
                </a:cubicBezTo>
                <a:cubicBezTo>
                  <a:pt x="25894" y="19917"/>
                  <a:pt x="28694" y="23627"/>
                  <a:pt x="32633" y="23627"/>
                </a:cubicBezTo>
                <a:cubicBezTo>
                  <a:pt x="32781" y="23627"/>
                  <a:pt x="32932" y="23621"/>
                  <a:pt x="33083" y="23610"/>
                </a:cubicBezTo>
                <a:cubicBezTo>
                  <a:pt x="37256" y="23310"/>
                  <a:pt x="38760" y="19776"/>
                  <a:pt x="42031" y="19099"/>
                </a:cubicBezTo>
                <a:cubicBezTo>
                  <a:pt x="44109" y="18664"/>
                  <a:pt x="45985" y="18586"/>
                  <a:pt x="47061" y="18586"/>
                </a:cubicBezTo>
                <a:cubicBezTo>
                  <a:pt x="47658" y="18586"/>
                  <a:pt x="48008" y="18610"/>
                  <a:pt x="48008" y="18610"/>
                </a:cubicBezTo>
                <a:cubicBezTo>
                  <a:pt x="48008" y="18610"/>
                  <a:pt x="42519" y="18723"/>
                  <a:pt x="41918" y="20189"/>
                </a:cubicBezTo>
                <a:cubicBezTo>
                  <a:pt x="41394" y="21466"/>
                  <a:pt x="42096" y="22030"/>
                  <a:pt x="44572" y="22030"/>
                </a:cubicBezTo>
                <a:cubicBezTo>
                  <a:pt x="44939" y="22030"/>
                  <a:pt x="45344" y="22018"/>
                  <a:pt x="45790" y="21994"/>
                </a:cubicBezTo>
                <a:cubicBezTo>
                  <a:pt x="49249" y="21768"/>
                  <a:pt x="53421" y="20791"/>
                  <a:pt x="55452" y="20189"/>
                </a:cubicBezTo>
                <a:cubicBezTo>
                  <a:pt x="55620" y="20143"/>
                  <a:pt x="55803" y="20121"/>
                  <a:pt x="56003" y="20121"/>
                </a:cubicBezTo>
                <a:cubicBezTo>
                  <a:pt x="57964" y="20121"/>
                  <a:pt x="61402" y="22175"/>
                  <a:pt x="65625" y="22175"/>
                </a:cubicBezTo>
                <a:cubicBezTo>
                  <a:pt x="66157" y="22175"/>
                  <a:pt x="66701" y="22142"/>
                  <a:pt x="67256" y="22069"/>
                </a:cubicBezTo>
                <a:cubicBezTo>
                  <a:pt x="72632" y="21355"/>
                  <a:pt x="73872" y="19663"/>
                  <a:pt x="73873" y="19663"/>
                </a:cubicBezTo>
                <a:lnTo>
                  <a:pt x="73873" y="19663"/>
                </a:lnTo>
                <a:cubicBezTo>
                  <a:pt x="73872" y="19663"/>
                  <a:pt x="72088" y="20793"/>
                  <a:pt x="69010" y="20793"/>
                </a:cubicBezTo>
                <a:cubicBezTo>
                  <a:pt x="67849" y="20793"/>
                  <a:pt x="66504" y="20632"/>
                  <a:pt x="65000" y="20189"/>
                </a:cubicBezTo>
                <a:cubicBezTo>
                  <a:pt x="59557" y="18623"/>
                  <a:pt x="53817" y="11917"/>
                  <a:pt x="48149" y="11917"/>
                </a:cubicBezTo>
                <a:cubicBezTo>
                  <a:pt x="48102" y="11917"/>
                  <a:pt x="48055" y="11918"/>
                  <a:pt x="48008" y="11919"/>
                </a:cubicBezTo>
                <a:cubicBezTo>
                  <a:pt x="42331" y="11994"/>
                  <a:pt x="38760" y="13422"/>
                  <a:pt x="38760" y="13422"/>
                </a:cubicBezTo>
                <a:cubicBezTo>
                  <a:pt x="38760" y="13422"/>
                  <a:pt x="42444" y="10076"/>
                  <a:pt x="46091" y="10076"/>
                </a:cubicBezTo>
                <a:cubicBezTo>
                  <a:pt x="46091" y="10076"/>
                  <a:pt x="47406" y="5603"/>
                  <a:pt x="39061" y="1843"/>
                </a:cubicBezTo>
                <a:cubicBezTo>
                  <a:pt x="36248" y="576"/>
                  <a:pt x="33311" y="1"/>
                  <a:pt x="3062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986" name="Google Shape;31986;p32"/>
          <p:cNvGrpSpPr/>
          <p:nvPr/>
        </p:nvGrpSpPr>
        <p:grpSpPr>
          <a:xfrm>
            <a:off x="7950387" y="2502973"/>
            <a:ext cx="295252" cy="276675"/>
            <a:chOff x="2987700" y="3560325"/>
            <a:chExt cx="386708" cy="362377"/>
          </a:xfrm>
        </p:grpSpPr>
        <p:sp>
          <p:nvSpPr>
            <p:cNvPr id="31987" name="Google Shape;31987;p32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8" name="Google Shape;31988;p32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9" name="Google Shape;31989;p32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0" name="Google Shape;31990;p32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1" name="Google Shape;31991;p32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2" name="Google Shape;31992;p32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3" name="Google Shape;31993;p32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4" name="Google Shape;31994;p32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5" name="Google Shape;31995;p32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6" name="Google Shape;31996;p32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7" name="Google Shape;31997;p32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8" name="Google Shape;31998;p32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9" name="Google Shape;31999;p32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0" name="Google Shape;32000;p32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1" name="Google Shape;32001;p32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2" name="Google Shape;32002;p32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3" name="Google Shape;32003;p32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4" name="Google Shape;32004;p32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5" name="Google Shape;32005;p32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6" name="Google Shape;32006;p32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7" name="Google Shape;32007;p32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8" name="Google Shape;32008;p32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9" name="Google Shape;32009;p32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10" name="Google Shape;32010;p32"/>
          <p:cNvSpPr/>
          <p:nvPr/>
        </p:nvSpPr>
        <p:spPr>
          <a:xfrm>
            <a:off x="0" y="1027413"/>
            <a:ext cx="2141950" cy="849275"/>
          </a:xfrm>
          <a:custGeom>
            <a:rect b="b" l="l" r="r" t="t"/>
            <a:pathLst>
              <a:path extrusionOk="0" h="33971" w="85678">
                <a:moveTo>
                  <a:pt x="20606" y="1"/>
                </a:moveTo>
                <a:cubicBezTo>
                  <a:pt x="18209" y="1"/>
                  <a:pt x="15458" y="635"/>
                  <a:pt x="12256" y="2014"/>
                </a:cubicBezTo>
                <a:cubicBezTo>
                  <a:pt x="2745" y="6112"/>
                  <a:pt x="7858" y="17353"/>
                  <a:pt x="11241" y="18518"/>
                </a:cubicBezTo>
                <a:cubicBezTo>
                  <a:pt x="11686" y="18673"/>
                  <a:pt x="12176" y="18740"/>
                  <a:pt x="12691" y="18740"/>
                </a:cubicBezTo>
                <a:cubicBezTo>
                  <a:pt x="16043" y="18740"/>
                  <a:pt x="20451" y="15887"/>
                  <a:pt x="20452" y="15887"/>
                </a:cubicBezTo>
                <a:lnTo>
                  <a:pt x="20452" y="15887"/>
                </a:lnTo>
                <a:cubicBezTo>
                  <a:pt x="20451" y="15887"/>
                  <a:pt x="18233" y="18969"/>
                  <a:pt x="13647" y="19909"/>
                </a:cubicBezTo>
                <a:cubicBezTo>
                  <a:pt x="12888" y="20065"/>
                  <a:pt x="12175" y="20135"/>
                  <a:pt x="11473" y="20135"/>
                </a:cubicBezTo>
                <a:cubicBezTo>
                  <a:pt x="8628" y="20135"/>
                  <a:pt x="5968" y="18995"/>
                  <a:pt x="1203" y="17879"/>
                </a:cubicBezTo>
                <a:cubicBezTo>
                  <a:pt x="790" y="18857"/>
                  <a:pt x="376" y="19872"/>
                  <a:pt x="0" y="20887"/>
                </a:cubicBezTo>
                <a:cubicBezTo>
                  <a:pt x="2670" y="21939"/>
                  <a:pt x="4775" y="23368"/>
                  <a:pt x="6429" y="24232"/>
                </a:cubicBezTo>
                <a:cubicBezTo>
                  <a:pt x="10940" y="26563"/>
                  <a:pt x="10489" y="31225"/>
                  <a:pt x="15752" y="33330"/>
                </a:cubicBezTo>
                <a:cubicBezTo>
                  <a:pt x="16904" y="33791"/>
                  <a:pt x="18300" y="33971"/>
                  <a:pt x="19778" y="33971"/>
                </a:cubicBezTo>
                <a:cubicBezTo>
                  <a:pt x="25058" y="33971"/>
                  <a:pt x="31391" y="31676"/>
                  <a:pt x="31391" y="31676"/>
                </a:cubicBezTo>
                <a:cubicBezTo>
                  <a:pt x="31391" y="31676"/>
                  <a:pt x="28459" y="29458"/>
                  <a:pt x="26279" y="26563"/>
                </a:cubicBezTo>
                <a:cubicBezTo>
                  <a:pt x="24098" y="23631"/>
                  <a:pt x="18910" y="23029"/>
                  <a:pt x="18910" y="23029"/>
                </a:cubicBezTo>
                <a:cubicBezTo>
                  <a:pt x="18910" y="23029"/>
                  <a:pt x="19699" y="22861"/>
                  <a:pt x="20862" y="22861"/>
                </a:cubicBezTo>
                <a:cubicBezTo>
                  <a:pt x="22758" y="22861"/>
                  <a:pt x="25648" y="23308"/>
                  <a:pt x="27745" y="25661"/>
                </a:cubicBezTo>
                <a:cubicBezTo>
                  <a:pt x="30882" y="29221"/>
                  <a:pt x="37622" y="33311"/>
                  <a:pt x="43998" y="33311"/>
                </a:cubicBezTo>
                <a:cubicBezTo>
                  <a:pt x="44422" y="33311"/>
                  <a:pt x="44844" y="33293"/>
                  <a:pt x="45264" y="33255"/>
                </a:cubicBezTo>
                <a:cubicBezTo>
                  <a:pt x="50489" y="32804"/>
                  <a:pt x="55076" y="27541"/>
                  <a:pt x="56805" y="23330"/>
                </a:cubicBezTo>
                <a:lnTo>
                  <a:pt x="56805" y="23330"/>
                </a:lnTo>
                <a:cubicBezTo>
                  <a:pt x="56730" y="25699"/>
                  <a:pt x="55828" y="28556"/>
                  <a:pt x="55828" y="28556"/>
                </a:cubicBezTo>
                <a:cubicBezTo>
                  <a:pt x="55828" y="28556"/>
                  <a:pt x="56462" y="28489"/>
                  <a:pt x="57732" y="28489"/>
                </a:cubicBezTo>
                <a:cubicBezTo>
                  <a:pt x="58367" y="28489"/>
                  <a:pt x="59161" y="28506"/>
                  <a:pt x="60113" y="28556"/>
                </a:cubicBezTo>
                <a:cubicBezTo>
                  <a:pt x="60237" y="28561"/>
                  <a:pt x="60362" y="28563"/>
                  <a:pt x="60488" y="28563"/>
                </a:cubicBezTo>
                <a:cubicBezTo>
                  <a:pt x="63252" y="28563"/>
                  <a:pt x="66385" y="27392"/>
                  <a:pt x="71203" y="25774"/>
                </a:cubicBezTo>
                <a:cubicBezTo>
                  <a:pt x="76241" y="24082"/>
                  <a:pt x="85677" y="23518"/>
                  <a:pt x="85677" y="23518"/>
                </a:cubicBezTo>
                <a:cubicBezTo>
                  <a:pt x="84598" y="23186"/>
                  <a:pt x="82348" y="23125"/>
                  <a:pt x="79555" y="23125"/>
                </a:cubicBezTo>
                <a:cubicBezTo>
                  <a:pt x="77939" y="23125"/>
                  <a:pt x="76140" y="23146"/>
                  <a:pt x="74283" y="23146"/>
                </a:cubicBezTo>
                <a:cubicBezTo>
                  <a:pt x="72081" y="23146"/>
                  <a:pt x="69796" y="23117"/>
                  <a:pt x="67632" y="22992"/>
                </a:cubicBezTo>
                <a:cubicBezTo>
                  <a:pt x="60527" y="22578"/>
                  <a:pt x="56692" y="16225"/>
                  <a:pt x="56692" y="16225"/>
                </a:cubicBezTo>
                <a:cubicBezTo>
                  <a:pt x="55640" y="13969"/>
                  <a:pt x="53497" y="11902"/>
                  <a:pt x="49211" y="9909"/>
                </a:cubicBezTo>
                <a:cubicBezTo>
                  <a:pt x="47847" y="9270"/>
                  <a:pt x="46539" y="8996"/>
                  <a:pt x="45337" y="8996"/>
                </a:cubicBezTo>
                <a:cubicBezTo>
                  <a:pt x="40745" y="8996"/>
                  <a:pt x="37704" y="12996"/>
                  <a:pt x="38985" y="15887"/>
                </a:cubicBezTo>
                <a:cubicBezTo>
                  <a:pt x="40602" y="19533"/>
                  <a:pt x="47895" y="20435"/>
                  <a:pt x="47895" y="20435"/>
                </a:cubicBezTo>
                <a:cubicBezTo>
                  <a:pt x="47895" y="20435"/>
                  <a:pt x="46879" y="20774"/>
                  <a:pt x="45206" y="20774"/>
                </a:cubicBezTo>
                <a:cubicBezTo>
                  <a:pt x="43776" y="20774"/>
                  <a:pt x="41865" y="20527"/>
                  <a:pt x="39700" y="19608"/>
                </a:cubicBezTo>
                <a:cubicBezTo>
                  <a:pt x="35038" y="17653"/>
                  <a:pt x="35489" y="12691"/>
                  <a:pt x="31391" y="6526"/>
                </a:cubicBezTo>
                <a:cubicBezTo>
                  <a:pt x="28673" y="2461"/>
                  <a:pt x="25327" y="1"/>
                  <a:pt x="206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11" name="Google Shape;32011;p32"/>
          <p:cNvGrpSpPr/>
          <p:nvPr/>
        </p:nvGrpSpPr>
        <p:grpSpPr>
          <a:xfrm>
            <a:off x="8245657" y="1182248"/>
            <a:ext cx="443090" cy="415211"/>
            <a:chOff x="2987700" y="3560325"/>
            <a:chExt cx="386708" cy="362377"/>
          </a:xfrm>
        </p:grpSpPr>
        <p:sp>
          <p:nvSpPr>
            <p:cNvPr id="32012" name="Google Shape;32012;p32"/>
            <p:cNvSpPr/>
            <p:nvPr/>
          </p:nvSpPr>
          <p:spPr>
            <a:xfrm>
              <a:off x="3099330" y="3560325"/>
              <a:ext cx="152747" cy="152747"/>
            </a:xfrm>
            <a:custGeom>
              <a:rect b="b" l="l" r="r" t="t"/>
              <a:pathLst>
                <a:path extrusionOk="0" h="1356" w="1356">
                  <a:moveTo>
                    <a:pt x="681" y="0"/>
                  </a:moveTo>
                  <a:cubicBezTo>
                    <a:pt x="304" y="0"/>
                    <a:pt x="0" y="304"/>
                    <a:pt x="0" y="675"/>
                  </a:cubicBezTo>
                  <a:cubicBezTo>
                    <a:pt x="0" y="1052"/>
                    <a:pt x="304" y="1356"/>
                    <a:pt x="681" y="1356"/>
                  </a:cubicBezTo>
                  <a:cubicBezTo>
                    <a:pt x="1052" y="1356"/>
                    <a:pt x="1356" y="1052"/>
                    <a:pt x="1356" y="675"/>
                  </a:cubicBezTo>
                  <a:cubicBezTo>
                    <a:pt x="1356" y="304"/>
                    <a:pt x="1052" y="0"/>
                    <a:pt x="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3" name="Google Shape;32013;p32"/>
            <p:cNvSpPr/>
            <p:nvPr/>
          </p:nvSpPr>
          <p:spPr>
            <a:xfrm>
              <a:off x="2987700" y="3641316"/>
              <a:ext cx="170207" cy="153310"/>
            </a:xfrm>
            <a:custGeom>
              <a:rect b="b" l="l" r="r" t="t"/>
              <a:pathLst>
                <a:path extrusionOk="0" h="1361" w="1511">
                  <a:moveTo>
                    <a:pt x="756" y="1"/>
                  </a:moveTo>
                  <a:cubicBezTo>
                    <a:pt x="465" y="1"/>
                    <a:pt x="196" y="191"/>
                    <a:pt x="108" y="488"/>
                  </a:cubicBezTo>
                  <a:cubicBezTo>
                    <a:pt x="0" y="846"/>
                    <a:pt x="202" y="1223"/>
                    <a:pt x="560" y="1331"/>
                  </a:cubicBezTo>
                  <a:cubicBezTo>
                    <a:pt x="625" y="1351"/>
                    <a:pt x="691" y="1360"/>
                    <a:pt x="755" y="1360"/>
                  </a:cubicBezTo>
                  <a:cubicBezTo>
                    <a:pt x="1046" y="1360"/>
                    <a:pt x="1315" y="1172"/>
                    <a:pt x="1403" y="880"/>
                  </a:cubicBezTo>
                  <a:cubicBezTo>
                    <a:pt x="1511" y="515"/>
                    <a:pt x="1308" y="138"/>
                    <a:pt x="951" y="30"/>
                  </a:cubicBezTo>
                  <a:cubicBezTo>
                    <a:pt x="886" y="10"/>
                    <a:pt x="820" y="1"/>
                    <a:pt x="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4" name="Google Shape;32014;p32"/>
            <p:cNvSpPr/>
            <p:nvPr/>
          </p:nvSpPr>
          <p:spPr>
            <a:xfrm>
              <a:off x="3032532" y="3770068"/>
              <a:ext cx="173248" cy="152634"/>
            </a:xfrm>
            <a:custGeom>
              <a:rect b="b" l="l" r="r" t="t"/>
              <a:pathLst>
                <a:path extrusionOk="0" h="1355" w="1538">
                  <a:moveTo>
                    <a:pt x="768" y="0"/>
                  </a:moveTo>
                  <a:cubicBezTo>
                    <a:pt x="549" y="0"/>
                    <a:pt x="334" y="107"/>
                    <a:pt x="202" y="303"/>
                  </a:cubicBezTo>
                  <a:cubicBezTo>
                    <a:pt x="0" y="613"/>
                    <a:pt x="81" y="1031"/>
                    <a:pt x="391" y="1240"/>
                  </a:cubicBezTo>
                  <a:cubicBezTo>
                    <a:pt x="508" y="1317"/>
                    <a:pt x="639" y="1354"/>
                    <a:pt x="768" y="1354"/>
                  </a:cubicBezTo>
                  <a:cubicBezTo>
                    <a:pt x="988" y="1354"/>
                    <a:pt x="1203" y="1247"/>
                    <a:pt x="1335" y="1051"/>
                  </a:cubicBezTo>
                  <a:cubicBezTo>
                    <a:pt x="1537" y="741"/>
                    <a:pt x="1457" y="323"/>
                    <a:pt x="1140" y="114"/>
                  </a:cubicBezTo>
                  <a:cubicBezTo>
                    <a:pt x="1025" y="37"/>
                    <a:pt x="896" y="0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5" name="Google Shape;32015;p32"/>
            <p:cNvSpPr/>
            <p:nvPr/>
          </p:nvSpPr>
          <p:spPr>
            <a:xfrm>
              <a:off x="3169958" y="3762746"/>
              <a:ext cx="170995" cy="152859"/>
            </a:xfrm>
            <a:custGeom>
              <a:rect b="b" l="l" r="r" t="t"/>
              <a:pathLst>
                <a:path extrusionOk="0" h="1357" w="1518">
                  <a:moveTo>
                    <a:pt x="758" y="0"/>
                  </a:moveTo>
                  <a:cubicBezTo>
                    <a:pt x="605" y="0"/>
                    <a:pt x="452" y="52"/>
                    <a:pt x="324" y="159"/>
                  </a:cubicBezTo>
                  <a:cubicBezTo>
                    <a:pt x="41" y="395"/>
                    <a:pt x="1" y="820"/>
                    <a:pt x="237" y="1110"/>
                  </a:cubicBezTo>
                  <a:cubicBezTo>
                    <a:pt x="369" y="1272"/>
                    <a:pt x="562" y="1356"/>
                    <a:pt x="756" y="1356"/>
                  </a:cubicBezTo>
                  <a:cubicBezTo>
                    <a:pt x="909" y="1356"/>
                    <a:pt x="1063" y="1304"/>
                    <a:pt x="1187" y="1197"/>
                  </a:cubicBezTo>
                  <a:cubicBezTo>
                    <a:pt x="1477" y="961"/>
                    <a:pt x="1518" y="536"/>
                    <a:pt x="1282" y="247"/>
                  </a:cubicBezTo>
                  <a:cubicBezTo>
                    <a:pt x="1146" y="84"/>
                    <a:pt x="953" y="0"/>
                    <a:pt x="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6" name="Google Shape;32016;p32"/>
            <p:cNvSpPr/>
            <p:nvPr/>
          </p:nvSpPr>
          <p:spPr>
            <a:xfrm>
              <a:off x="3201047" y="3630502"/>
              <a:ext cx="173361" cy="152634"/>
            </a:xfrm>
            <a:custGeom>
              <a:rect b="b" l="l" r="r" t="t"/>
              <a:pathLst>
                <a:path extrusionOk="0" h="1355" w="1539">
                  <a:moveTo>
                    <a:pt x="765" y="1"/>
                  </a:moveTo>
                  <a:cubicBezTo>
                    <a:pt x="679" y="1"/>
                    <a:pt x="591" y="17"/>
                    <a:pt x="507" y="52"/>
                  </a:cubicBezTo>
                  <a:cubicBezTo>
                    <a:pt x="163" y="200"/>
                    <a:pt x="1" y="591"/>
                    <a:pt x="143" y="942"/>
                  </a:cubicBezTo>
                  <a:cubicBezTo>
                    <a:pt x="253" y="1199"/>
                    <a:pt x="504" y="1354"/>
                    <a:pt x="767" y="1354"/>
                  </a:cubicBezTo>
                  <a:cubicBezTo>
                    <a:pt x="856" y="1354"/>
                    <a:pt x="946" y="1337"/>
                    <a:pt x="1033" y="1299"/>
                  </a:cubicBezTo>
                  <a:cubicBezTo>
                    <a:pt x="1377" y="1158"/>
                    <a:pt x="1538" y="760"/>
                    <a:pt x="1397" y="416"/>
                  </a:cubicBezTo>
                  <a:cubicBezTo>
                    <a:pt x="1285" y="156"/>
                    <a:pt x="1031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7" name="Google Shape;32017;p32"/>
            <p:cNvSpPr/>
            <p:nvPr/>
          </p:nvSpPr>
          <p:spPr>
            <a:xfrm>
              <a:off x="3093247" y="3674996"/>
              <a:ext cx="158829" cy="158829"/>
            </a:xfrm>
            <a:custGeom>
              <a:rect b="b" l="l" r="r" t="t"/>
              <a:pathLst>
                <a:path extrusionOk="0" h="1410" w="1410">
                  <a:moveTo>
                    <a:pt x="708" y="1"/>
                  </a:moveTo>
                  <a:cubicBezTo>
                    <a:pt x="317" y="1"/>
                    <a:pt x="0" y="311"/>
                    <a:pt x="0" y="702"/>
                  </a:cubicBezTo>
                  <a:cubicBezTo>
                    <a:pt x="0" y="1093"/>
                    <a:pt x="317" y="1410"/>
                    <a:pt x="708" y="1410"/>
                  </a:cubicBezTo>
                  <a:cubicBezTo>
                    <a:pt x="1093" y="1410"/>
                    <a:pt x="1410" y="1093"/>
                    <a:pt x="1410" y="702"/>
                  </a:cubicBezTo>
                  <a:cubicBezTo>
                    <a:pt x="1410" y="311"/>
                    <a:pt x="1093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8" name="Google Shape;32018;p32"/>
            <p:cNvSpPr/>
            <p:nvPr/>
          </p:nvSpPr>
          <p:spPr>
            <a:xfrm>
              <a:off x="3148668" y="3712281"/>
              <a:ext cx="70741" cy="70741"/>
            </a:xfrm>
            <a:custGeom>
              <a:rect b="b" l="l" r="r" t="t"/>
              <a:pathLst>
                <a:path extrusionOk="0" h="628" w="628">
                  <a:moveTo>
                    <a:pt x="311" y="0"/>
                  </a:moveTo>
                  <a:cubicBezTo>
                    <a:pt x="142" y="0"/>
                    <a:pt x="1" y="142"/>
                    <a:pt x="1" y="317"/>
                  </a:cubicBezTo>
                  <a:cubicBezTo>
                    <a:pt x="1" y="486"/>
                    <a:pt x="142" y="627"/>
                    <a:pt x="311" y="627"/>
                  </a:cubicBezTo>
                  <a:cubicBezTo>
                    <a:pt x="486" y="627"/>
                    <a:pt x="628" y="486"/>
                    <a:pt x="628" y="317"/>
                  </a:cubicBezTo>
                  <a:cubicBezTo>
                    <a:pt x="628" y="142"/>
                    <a:pt x="486" y="0"/>
                    <a:pt x="311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9" name="Google Shape;32019;p32"/>
            <p:cNvSpPr/>
            <p:nvPr/>
          </p:nvSpPr>
          <p:spPr>
            <a:xfrm>
              <a:off x="3170746" y="3650665"/>
              <a:ext cx="26697" cy="26697"/>
            </a:xfrm>
            <a:custGeom>
              <a:rect b="b" l="l" r="r" t="t"/>
              <a:pathLst>
                <a:path extrusionOk="0" h="237" w="237">
                  <a:moveTo>
                    <a:pt x="115" y="1"/>
                  </a:moveTo>
                  <a:cubicBezTo>
                    <a:pt x="54" y="1"/>
                    <a:pt x="0" y="55"/>
                    <a:pt x="0" y="122"/>
                  </a:cubicBezTo>
                  <a:cubicBezTo>
                    <a:pt x="0" y="183"/>
                    <a:pt x="54" y="237"/>
                    <a:pt x="115" y="237"/>
                  </a:cubicBezTo>
                  <a:cubicBezTo>
                    <a:pt x="182" y="237"/>
                    <a:pt x="236" y="183"/>
                    <a:pt x="236" y="122"/>
                  </a:cubicBezTo>
                  <a:cubicBezTo>
                    <a:pt x="236" y="55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0" name="Google Shape;32020;p32"/>
            <p:cNvSpPr/>
            <p:nvPr/>
          </p:nvSpPr>
          <p:spPr>
            <a:xfrm>
              <a:off x="3179082" y="3668125"/>
              <a:ext cx="9237" cy="53281"/>
            </a:xfrm>
            <a:custGeom>
              <a:rect b="b" l="l" r="r" t="t"/>
              <a:pathLst>
                <a:path extrusionOk="0" h="473" w="82">
                  <a:moveTo>
                    <a:pt x="0" y="1"/>
                  </a:moveTo>
                  <a:lnTo>
                    <a:pt x="0" y="473"/>
                  </a:lnTo>
                  <a:lnTo>
                    <a:pt x="81" y="47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1" name="Google Shape;32021;p32"/>
            <p:cNvSpPr/>
            <p:nvPr/>
          </p:nvSpPr>
          <p:spPr>
            <a:xfrm>
              <a:off x="3226955" y="3675560"/>
              <a:ext cx="29738" cy="26472"/>
            </a:xfrm>
            <a:custGeom>
              <a:rect b="b" l="l" r="r" t="t"/>
              <a:pathLst>
                <a:path extrusionOk="0" h="235" w="264">
                  <a:moveTo>
                    <a:pt x="132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0" y="83"/>
                    <a:pt x="0" y="157"/>
                    <a:pt x="47" y="205"/>
                  </a:cubicBezTo>
                  <a:cubicBezTo>
                    <a:pt x="70" y="224"/>
                    <a:pt x="99" y="234"/>
                    <a:pt x="128" y="234"/>
                  </a:cubicBezTo>
                  <a:cubicBezTo>
                    <a:pt x="160" y="234"/>
                    <a:pt x="191" y="222"/>
                    <a:pt x="216" y="198"/>
                  </a:cubicBezTo>
                  <a:cubicBezTo>
                    <a:pt x="263" y="157"/>
                    <a:pt x="263" y="83"/>
                    <a:pt x="216" y="36"/>
                  </a:cubicBezTo>
                  <a:cubicBezTo>
                    <a:pt x="192" y="12"/>
                    <a:pt x="162" y="1"/>
                    <a:pt x="132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2" name="Google Shape;32022;p32"/>
            <p:cNvSpPr/>
            <p:nvPr/>
          </p:nvSpPr>
          <p:spPr>
            <a:xfrm>
              <a:off x="3198794" y="3688626"/>
              <a:ext cx="43481" cy="44269"/>
            </a:xfrm>
            <a:custGeom>
              <a:rect b="b" l="l" r="r" t="t"/>
              <a:pathLst>
                <a:path extrusionOk="0" h="393" w="386">
                  <a:moveTo>
                    <a:pt x="324" y="1"/>
                  </a:moveTo>
                  <a:lnTo>
                    <a:pt x="1" y="338"/>
                  </a:lnTo>
                  <a:lnTo>
                    <a:pt x="55" y="392"/>
                  </a:lnTo>
                  <a:lnTo>
                    <a:pt x="385" y="55"/>
                  </a:lnTo>
                  <a:lnTo>
                    <a:pt x="32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3" name="Google Shape;32023;p32"/>
            <p:cNvSpPr/>
            <p:nvPr/>
          </p:nvSpPr>
          <p:spPr>
            <a:xfrm>
              <a:off x="3252751" y="3734134"/>
              <a:ext cx="26697" cy="26134"/>
            </a:xfrm>
            <a:custGeom>
              <a:rect b="b" l="l" r="r" t="t"/>
              <a:pathLst>
                <a:path extrusionOk="0" h="232" w="237">
                  <a:moveTo>
                    <a:pt x="126" y="1"/>
                  </a:moveTo>
                  <a:cubicBezTo>
                    <a:pt x="123" y="1"/>
                    <a:pt x="119" y="1"/>
                    <a:pt x="115" y="2"/>
                  </a:cubicBezTo>
                  <a:cubicBezTo>
                    <a:pt x="48" y="2"/>
                    <a:pt x="0" y="56"/>
                    <a:pt x="0" y="116"/>
                  </a:cubicBezTo>
                  <a:cubicBezTo>
                    <a:pt x="0" y="180"/>
                    <a:pt x="48" y="231"/>
                    <a:pt x="110" y="231"/>
                  </a:cubicBezTo>
                  <a:cubicBezTo>
                    <a:pt x="114" y="231"/>
                    <a:pt x="118" y="231"/>
                    <a:pt x="122" y="231"/>
                  </a:cubicBezTo>
                  <a:cubicBezTo>
                    <a:pt x="183" y="231"/>
                    <a:pt x="236" y="177"/>
                    <a:pt x="236" y="109"/>
                  </a:cubicBezTo>
                  <a:cubicBezTo>
                    <a:pt x="236" y="52"/>
                    <a:pt x="189" y="1"/>
                    <a:pt x="126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4" name="Google Shape;32024;p32"/>
            <p:cNvSpPr/>
            <p:nvPr/>
          </p:nvSpPr>
          <p:spPr>
            <a:xfrm>
              <a:off x="3208707" y="3742583"/>
              <a:ext cx="53281" cy="10814"/>
            </a:xfrm>
            <a:custGeom>
              <a:rect b="b" l="l" r="r" t="t"/>
              <a:pathLst>
                <a:path extrusionOk="0" h="96" w="473">
                  <a:moveTo>
                    <a:pt x="466" y="1"/>
                  </a:moveTo>
                  <a:lnTo>
                    <a:pt x="0" y="14"/>
                  </a:lnTo>
                  <a:lnTo>
                    <a:pt x="0" y="95"/>
                  </a:lnTo>
                  <a:lnTo>
                    <a:pt x="472" y="82"/>
                  </a:lnTo>
                  <a:lnTo>
                    <a:pt x="466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5" name="Google Shape;32025;p32"/>
            <p:cNvSpPr/>
            <p:nvPr/>
          </p:nvSpPr>
          <p:spPr>
            <a:xfrm>
              <a:off x="3228420" y="3792484"/>
              <a:ext cx="28950" cy="26472"/>
            </a:xfrm>
            <a:custGeom>
              <a:rect b="b" l="l" r="r" t="t"/>
              <a:pathLst>
                <a:path extrusionOk="0" h="235" w="257">
                  <a:moveTo>
                    <a:pt x="129" y="0"/>
                  </a:moveTo>
                  <a:cubicBezTo>
                    <a:pt x="97" y="0"/>
                    <a:pt x="66" y="12"/>
                    <a:pt x="41" y="36"/>
                  </a:cubicBezTo>
                  <a:cubicBezTo>
                    <a:pt x="1" y="84"/>
                    <a:pt x="1" y="158"/>
                    <a:pt x="48" y="205"/>
                  </a:cubicBezTo>
                  <a:cubicBezTo>
                    <a:pt x="71" y="224"/>
                    <a:pt x="100" y="235"/>
                    <a:pt x="129" y="235"/>
                  </a:cubicBezTo>
                  <a:cubicBezTo>
                    <a:pt x="160" y="235"/>
                    <a:pt x="192" y="223"/>
                    <a:pt x="216" y="198"/>
                  </a:cubicBezTo>
                  <a:cubicBezTo>
                    <a:pt x="257" y="151"/>
                    <a:pt x="257" y="77"/>
                    <a:pt x="210" y="30"/>
                  </a:cubicBezTo>
                  <a:cubicBezTo>
                    <a:pt x="187" y="10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6" name="Google Shape;32026;p32"/>
            <p:cNvSpPr/>
            <p:nvPr/>
          </p:nvSpPr>
          <p:spPr>
            <a:xfrm>
              <a:off x="3198006" y="3763872"/>
              <a:ext cx="44269" cy="41904"/>
            </a:xfrm>
            <a:custGeom>
              <a:rect b="b" l="l" r="r" t="t"/>
              <a:pathLst>
                <a:path extrusionOk="0" h="372" w="393">
                  <a:moveTo>
                    <a:pt x="48" y="1"/>
                  </a:moveTo>
                  <a:lnTo>
                    <a:pt x="1" y="54"/>
                  </a:lnTo>
                  <a:lnTo>
                    <a:pt x="345" y="371"/>
                  </a:lnTo>
                  <a:lnTo>
                    <a:pt x="392" y="317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7" name="Google Shape;32027;p32"/>
            <p:cNvSpPr/>
            <p:nvPr/>
          </p:nvSpPr>
          <p:spPr>
            <a:xfrm>
              <a:off x="3171422" y="3818505"/>
              <a:ext cx="27485" cy="26021"/>
            </a:xfrm>
            <a:custGeom>
              <a:rect b="b" l="l" r="r" t="t"/>
              <a:pathLst>
                <a:path extrusionOk="0" h="231" w="244">
                  <a:moveTo>
                    <a:pt x="127" y="0"/>
                  </a:moveTo>
                  <a:cubicBezTo>
                    <a:pt x="123" y="0"/>
                    <a:pt x="119" y="1"/>
                    <a:pt x="116" y="1"/>
                  </a:cubicBezTo>
                  <a:cubicBezTo>
                    <a:pt x="55" y="1"/>
                    <a:pt x="1" y="55"/>
                    <a:pt x="8" y="122"/>
                  </a:cubicBezTo>
                  <a:cubicBezTo>
                    <a:pt x="8" y="186"/>
                    <a:pt x="55" y="231"/>
                    <a:pt x="116" y="231"/>
                  </a:cubicBezTo>
                  <a:cubicBezTo>
                    <a:pt x="121" y="231"/>
                    <a:pt x="125" y="231"/>
                    <a:pt x="129" y="230"/>
                  </a:cubicBezTo>
                  <a:cubicBezTo>
                    <a:pt x="197" y="230"/>
                    <a:pt x="244" y="176"/>
                    <a:pt x="237" y="109"/>
                  </a:cubicBezTo>
                  <a:cubicBezTo>
                    <a:pt x="237" y="52"/>
                    <a:pt x="189" y="0"/>
                    <a:pt x="127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8" name="Google Shape;32028;p32"/>
            <p:cNvSpPr/>
            <p:nvPr/>
          </p:nvSpPr>
          <p:spPr>
            <a:xfrm>
              <a:off x="3177505" y="3773785"/>
              <a:ext cx="12278" cy="53957"/>
            </a:xfrm>
            <a:custGeom>
              <a:rect b="b" l="l" r="r" t="t"/>
              <a:pathLst>
                <a:path extrusionOk="0" h="479" w="109">
                  <a:moveTo>
                    <a:pt x="82" y="0"/>
                  </a:moveTo>
                  <a:lnTo>
                    <a:pt x="1" y="7"/>
                  </a:lnTo>
                  <a:lnTo>
                    <a:pt x="28" y="479"/>
                  </a:lnTo>
                  <a:lnTo>
                    <a:pt x="109" y="47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9" name="Google Shape;32029;p32"/>
            <p:cNvSpPr/>
            <p:nvPr/>
          </p:nvSpPr>
          <p:spPr>
            <a:xfrm>
              <a:off x="3111496" y="3796539"/>
              <a:ext cx="28950" cy="26697"/>
            </a:xfrm>
            <a:custGeom>
              <a:rect b="b" l="l" r="r" t="t"/>
              <a:pathLst>
                <a:path extrusionOk="0" h="237" w="257">
                  <a:moveTo>
                    <a:pt x="130" y="1"/>
                  </a:moveTo>
                  <a:cubicBezTo>
                    <a:pt x="96" y="1"/>
                    <a:pt x="63" y="15"/>
                    <a:pt x="41" y="41"/>
                  </a:cubicBezTo>
                  <a:cubicBezTo>
                    <a:pt x="0" y="88"/>
                    <a:pt x="0" y="162"/>
                    <a:pt x="54" y="210"/>
                  </a:cubicBezTo>
                  <a:cubicBezTo>
                    <a:pt x="75" y="227"/>
                    <a:pt x="101" y="236"/>
                    <a:pt x="127" y="236"/>
                  </a:cubicBezTo>
                  <a:cubicBezTo>
                    <a:pt x="160" y="236"/>
                    <a:pt x="194" y="222"/>
                    <a:pt x="216" y="196"/>
                  </a:cubicBezTo>
                  <a:cubicBezTo>
                    <a:pt x="257" y="149"/>
                    <a:pt x="257" y="75"/>
                    <a:pt x="209" y="27"/>
                  </a:cubicBezTo>
                  <a:cubicBezTo>
                    <a:pt x="185" y="10"/>
                    <a:pt x="158" y="1"/>
                    <a:pt x="130" y="1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0" name="Google Shape;32030;p32"/>
            <p:cNvSpPr/>
            <p:nvPr/>
          </p:nvSpPr>
          <p:spPr>
            <a:xfrm>
              <a:off x="3125914" y="3763872"/>
              <a:ext cx="41115" cy="45734"/>
            </a:xfrm>
            <a:custGeom>
              <a:rect b="b" l="l" r="r" t="t"/>
              <a:pathLst>
                <a:path extrusionOk="0" h="406" w="365">
                  <a:moveTo>
                    <a:pt x="304" y="1"/>
                  </a:moveTo>
                  <a:lnTo>
                    <a:pt x="0" y="351"/>
                  </a:lnTo>
                  <a:lnTo>
                    <a:pt x="54" y="405"/>
                  </a:lnTo>
                  <a:lnTo>
                    <a:pt x="365" y="54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1" name="Google Shape;32031;p32"/>
            <p:cNvSpPr/>
            <p:nvPr/>
          </p:nvSpPr>
          <p:spPr>
            <a:xfrm>
              <a:off x="3084912" y="3739541"/>
              <a:ext cx="27485" cy="26810"/>
            </a:xfrm>
            <a:custGeom>
              <a:rect b="b" l="l" r="r" t="t"/>
              <a:pathLst>
                <a:path extrusionOk="0" h="238" w="244">
                  <a:moveTo>
                    <a:pt x="125" y="0"/>
                  </a:moveTo>
                  <a:cubicBezTo>
                    <a:pt x="122" y="0"/>
                    <a:pt x="118" y="0"/>
                    <a:pt x="115" y="1"/>
                  </a:cubicBezTo>
                  <a:cubicBezTo>
                    <a:pt x="47" y="8"/>
                    <a:pt x="0" y="61"/>
                    <a:pt x="7" y="129"/>
                  </a:cubicBezTo>
                  <a:cubicBezTo>
                    <a:pt x="13" y="186"/>
                    <a:pt x="62" y="237"/>
                    <a:pt x="124" y="237"/>
                  </a:cubicBezTo>
                  <a:cubicBezTo>
                    <a:pt x="128" y="237"/>
                    <a:pt x="131" y="237"/>
                    <a:pt x="135" y="237"/>
                  </a:cubicBezTo>
                  <a:cubicBezTo>
                    <a:pt x="196" y="230"/>
                    <a:pt x="243" y="176"/>
                    <a:pt x="243" y="109"/>
                  </a:cubicBezTo>
                  <a:cubicBezTo>
                    <a:pt x="237" y="51"/>
                    <a:pt x="182" y="0"/>
                    <a:pt x="125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2" name="Google Shape;32032;p32"/>
            <p:cNvSpPr/>
            <p:nvPr/>
          </p:nvSpPr>
          <p:spPr>
            <a:xfrm>
              <a:off x="3103160" y="3744160"/>
              <a:ext cx="53281" cy="12954"/>
            </a:xfrm>
            <a:custGeom>
              <a:rect b="b" l="l" r="r" t="t"/>
              <a:pathLst>
                <a:path extrusionOk="0" h="115" w="473">
                  <a:moveTo>
                    <a:pt x="465" y="0"/>
                  </a:moveTo>
                  <a:lnTo>
                    <a:pt x="0" y="34"/>
                  </a:lnTo>
                  <a:lnTo>
                    <a:pt x="0" y="115"/>
                  </a:lnTo>
                  <a:lnTo>
                    <a:pt x="472" y="7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3" name="Google Shape;32033;p32"/>
            <p:cNvSpPr/>
            <p:nvPr/>
          </p:nvSpPr>
          <p:spPr>
            <a:xfrm>
              <a:off x="3103836" y="3679840"/>
              <a:ext cx="29738" cy="26359"/>
            </a:xfrm>
            <a:custGeom>
              <a:rect b="b" l="l" r="r" t="t"/>
              <a:pathLst>
                <a:path extrusionOk="0" h="234" w="264">
                  <a:moveTo>
                    <a:pt x="132" y="0"/>
                  </a:moveTo>
                  <a:cubicBezTo>
                    <a:pt x="99" y="0"/>
                    <a:pt x="67" y="16"/>
                    <a:pt x="41" y="45"/>
                  </a:cubicBezTo>
                  <a:cubicBezTo>
                    <a:pt x="1" y="92"/>
                    <a:pt x="8" y="167"/>
                    <a:pt x="62" y="207"/>
                  </a:cubicBezTo>
                  <a:cubicBezTo>
                    <a:pt x="82" y="225"/>
                    <a:pt x="109" y="234"/>
                    <a:pt x="135" y="234"/>
                  </a:cubicBezTo>
                  <a:cubicBezTo>
                    <a:pt x="168" y="234"/>
                    <a:pt x="201" y="220"/>
                    <a:pt x="223" y="194"/>
                  </a:cubicBezTo>
                  <a:cubicBezTo>
                    <a:pt x="264" y="146"/>
                    <a:pt x="257" y="72"/>
                    <a:pt x="210" y="32"/>
                  </a:cubicBezTo>
                  <a:cubicBezTo>
                    <a:pt x="186" y="11"/>
                    <a:pt x="159" y="0"/>
                    <a:pt x="132" y="0"/>
                  </a:cubicBez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4" name="Google Shape;32034;p32"/>
            <p:cNvSpPr/>
            <p:nvPr/>
          </p:nvSpPr>
          <p:spPr>
            <a:xfrm>
              <a:off x="3119043" y="3692456"/>
              <a:ext cx="46522" cy="41115"/>
            </a:xfrm>
            <a:custGeom>
              <a:rect b="b" l="l" r="r" t="t"/>
              <a:pathLst>
                <a:path extrusionOk="0" h="365" w="413">
                  <a:moveTo>
                    <a:pt x="55" y="1"/>
                  </a:moveTo>
                  <a:lnTo>
                    <a:pt x="1" y="61"/>
                  </a:lnTo>
                  <a:lnTo>
                    <a:pt x="365" y="365"/>
                  </a:lnTo>
                  <a:lnTo>
                    <a:pt x="412" y="30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B8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35" name="Google Shape;32035;p32"/>
          <p:cNvSpPr txBox="1"/>
          <p:nvPr>
            <p:ph type="title"/>
          </p:nvPr>
        </p:nvSpPr>
        <p:spPr>
          <a:xfrm>
            <a:off x="2026750" y="2220400"/>
            <a:ext cx="5091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32036" name="Google Shape;32036;p32"/>
          <p:cNvSpPr txBox="1"/>
          <p:nvPr>
            <p:ph hasCustomPrompt="1" idx="2" type="title"/>
          </p:nvPr>
        </p:nvSpPr>
        <p:spPr>
          <a:xfrm>
            <a:off x="3915825" y="1079500"/>
            <a:ext cx="13137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60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2037" name="Google Shape;32037;p32"/>
          <p:cNvSpPr txBox="1"/>
          <p:nvPr>
            <p:ph idx="1" type="subTitle"/>
          </p:nvPr>
        </p:nvSpPr>
        <p:spPr>
          <a:xfrm>
            <a:off x="2029625" y="3118224"/>
            <a:ext cx="5091000" cy="44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32" Type="http://schemas.openxmlformats.org/officeDocument/2006/relationships/theme" Target="../theme/theme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26225" y="441350"/>
            <a:ext cx="769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b="1" i="0" sz="3200" u="none" cap="none" strike="noStrike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1pPr>
            <a:lvl2pPr lvl="1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b="1" i="0" sz="3200" u="none" cap="none" strike="noStrike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2pPr>
            <a:lvl3pPr lvl="2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b="1" i="0" sz="3200" u="none" cap="none" strike="noStrike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3pPr>
            <a:lvl4pPr lvl="3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b="1" i="0" sz="3200" u="none" cap="none" strike="noStrike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4pPr>
            <a:lvl5pPr lvl="4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b="1" i="0" sz="3200" u="none" cap="none" strike="noStrike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5pPr>
            <a:lvl6pPr lvl="5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b="1" i="0" sz="3200" u="none" cap="none" strike="noStrike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6pPr>
            <a:lvl7pPr lvl="6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b="1" i="0" sz="3200" u="none" cap="none" strike="noStrike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7pPr>
            <a:lvl8pPr lvl="7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b="1" i="0" sz="3200" u="none" cap="none" strike="noStrike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8pPr>
            <a:lvl9pPr lvl="8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Jura"/>
              <a:buNone/>
              <a:defRPr b="1" i="0" sz="3200" u="none" cap="none" strike="noStrike">
                <a:solidFill>
                  <a:schemeClr val="accent1"/>
                </a:solidFill>
                <a:latin typeface="Jura"/>
                <a:ea typeface="Jura"/>
                <a:cs typeface="Jura"/>
                <a:sym typeface="Jura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●"/>
              <a:defRPr b="0" i="0" sz="1600" u="none" cap="none" strike="noStrik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1pPr>
            <a:lvl2pPr indent="-3302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○"/>
              <a:defRPr b="0" i="0" sz="1600" u="none" cap="none" strike="noStrik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2pPr>
            <a:lvl3pPr indent="-3302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■"/>
              <a:defRPr b="0" i="0" sz="1600" u="none" cap="none" strike="noStrik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3pPr>
            <a:lvl4pPr indent="-3302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●"/>
              <a:defRPr b="0" i="0" sz="1600" u="none" cap="none" strike="noStrik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4pPr>
            <a:lvl5pPr indent="-3302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○"/>
              <a:defRPr b="0" i="0" sz="1600" u="none" cap="none" strike="noStrik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5pPr>
            <a:lvl6pPr indent="-3302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■"/>
              <a:defRPr b="0" i="0" sz="1600" u="none" cap="none" strike="noStrik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6pPr>
            <a:lvl7pPr indent="-3302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●"/>
              <a:defRPr b="0" i="0" sz="1600" u="none" cap="none" strike="noStrik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7pPr>
            <a:lvl8pPr indent="-3302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○"/>
              <a:defRPr b="0" i="0" sz="1600" u="none" cap="none" strike="noStrik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8pPr>
            <a:lvl9pPr indent="-3302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Blinker"/>
              <a:buChar char="■"/>
              <a:defRPr b="0" i="0" sz="1600" u="none" cap="none" strike="noStrike">
                <a:solidFill>
                  <a:schemeClr val="dk1"/>
                </a:solidFill>
                <a:latin typeface="Blinker"/>
                <a:ea typeface="Blinker"/>
                <a:cs typeface="Blinker"/>
                <a:sym typeface="Blinker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</p:sldLayoutIdLst>
  <p:transition spd="med">
    <p:fade thruBlk="1"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0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7.jpg"/><Relationship Id="rId4" Type="http://schemas.openxmlformats.org/officeDocument/2006/relationships/image" Target="../media/image4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8.png"/><Relationship Id="rId4" Type="http://schemas.openxmlformats.org/officeDocument/2006/relationships/image" Target="../media/image11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6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2.png"/><Relationship Id="rId4" Type="http://schemas.openxmlformats.org/officeDocument/2006/relationships/image" Target="../media/image2.png"/><Relationship Id="rId5" Type="http://schemas.openxmlformats.org/officeDocument/2006/relationships/image" Target="../media/image13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3.png"/><Relationship Id="rId4" Type="http://schemas.openxmlformats.org/officeDocument/2006/relationships/image" Target="../media/image9.png"/><Relationship Id="rId5" Type="http://schemas.openxmlformats.org/officeDocument/2006/relationships/image" Target="../media/image1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4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5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6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8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7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5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1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9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0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22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41" name="Shape 32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42" name="Google Shape;32042;p33"/>
          <p:cNvSpPr txBox="1"/>
          <p:nvPr>
            <p:ph type="ctrTitle"/>
          </p:nvPr>
        </p:nvSpPr>
        <p:spPr>
          <a:xfrm>
            <a:off x="2146200" y="815550"/>
            <a:ext cx="4851600" cy="1756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</a:pPr>
            <a:r>
              <a:rPr lang="fr-FR" sz="3100"/>
              <a:t>Kasutamu pon</a:t>
            </a:r>
            <a:endParaRPr sz="3100"/>
          </a:p>
          <a:p>
            <a:pPr indent="0" lvl="0" marL="0" rtl="0" algn="ctr">
              <a:lnSpc>
                <a:spcPct val="115000"/>
              </a:lnSpc>
              <a:spcBef>
                <a:spcPts val="1100"/>
              </a:spcBef>
              <a:spcAft>
                <a:spcPts val="0"/>
              </a:spcAft>
              <a:buSzPts val="7200"/>
              <a:buNone/>
            </a:pPr>
            <a:r>
              <a:rPr b="0" lang="fr-FR" sz="1250">
                <a:latin typeface="Arial"/>
                <a:ea typeface="Arial"/>
                <a:cs typeface="Arial"/>
                <a:sym typeface="Arial"/>
              </a:rPr>
              <a:t>カスタム‐ポン</a:t>
            </a:r>
            <a:endParaRPr b="0" sz="125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80000"/>
              </a:lnSpc>
              <a:spcBef>
                <a:spcPts val="1100"/>
              </a:spcBef>
              <a:spcAft>
                <a:spcPts val="0"/>
              </a:spcAft>
              <a:buSzPts val="7200"/>
              <a:buNone/>
            </a:pPr>
            <a:r>
              <a:rPr b="0" lang="fr-FR" sz="105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sz="3800"/>
          </a:p>
        </p:txBody>
      </p:sp>
      <p:pic>
        <p:nvPicPr>
          <p:cNvPr id="32043" name="Google Shape;32043;p33"/>
          <p:cNvPicPr preferRelativeResize="0"/>
          <p:nvPr/>
        </p:nvPicPr>
        <p:blipFill rotWithShape="1">
          <a:blip r:embed="rId3">
            <a:alphaModFix/>
          </a:blip>
          <a:srcRect b="0" l="0" r="0" t="17743"/>
          <a:stretch/>
        </p:blipFill>
        <p:spPr>
          <a:xfrm>
            <a:off x="4076475" y="2337275"/>
            <a:ext cx="991050" cy="8152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47" name="Shape 32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048" name="Google Shape;32048;p34"/>
          <p:cNvPicPr preferRelativeResize="0"/>
          <p:nvPr/>
        </p:nvPicPr>
        <p:blipFill rotWithShape="1">
          <a:blip r:embed="rId3">
            <a:alphaModFix/>
          </a:blip>
          <a:srcRect b="0" l="13322" r="13322" t="0"/>
          <a:stretch/>
        </p:blipFill>
        <p:spPr>
          <a:xfrm>
            <a:off x="0" y="506150"/>
            <a:ext cx="2144700" cy="4161349"/>
          </a:xfrm>
          <a:prstGeom prst="rect">
            <a:avLst/>
          </a:prstGeom>
          <a:noFill/>
          <a:ln cap="flat" cmpd="sng" w="38100">
            <a:solidFill>
              <a:srgbClr val="B80026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32049" name="Google Shape;32049;p34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3321175" y="270050"/>
            <a:ext cx="3000000" cy="4633550"/>
          </a:xfrm>
          <a:prstGeom prst="rect">
            <a:avLst/>
          </a:prstGeom>
          <a:noFill/>
          <a:ln>
            <a:noFill/>
          </a:ln>
          <a:effectLst>
            <a:outerShdw blurRad="214313" rotWithShape="0" algn="bl" dir="21540000" dist="647700">
              <a:srgbClr val="000000">
                <a:alpha val="14117"/>
              </a:srgbClr>
            </a:outerShdw>
          </a:effectLst>
        </p:spPr>
      </p:pic>
      <p:sp>
        <p:nvSpPr>
          <p:cNvPr id="32050" name="Google Shape;32050;p34"/>
          <p:cNvSpPr txBox="1"/>
          <p:nvPr/>
        </p:nvSpPr>
        <p:spPr>
          <a:xfrm>
            <a:off x="3939350" y="1652075"/>
            <a:ext cx="2144700" cy="437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1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rPr>
              <a:t>1. Projet et objectif</a:t>
            </a:r>
            <a:endParaRPr sz="1100">
              <a:solidFill>
                <a:schemeClr val="lt1"/>
              </a:solidFill>
              <a:latin typeface="Georgia"/>
              <a:ea typeface="Georgia"/>
              <a:cs typeface="Georgia"/>
              <a:sym typeface="Georgi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1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rPr>
              <a:t>2. Besoin utilisateur</a:t>
            </a:r>
            <a:endParaRPr sz="1100">
              <a:solidFill>
                <a:schemeClr val="lt1"/>
              </a:solidFill>
              <a:latin typeface="Georgia"/>
              <a:ea typeface="Georgia"/>
              <a:cs typeface="Georgia"/>
              <a:sym typeface="Georgi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1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rPr>
              <a:t>3. Organisation et maquettes</a:t>
            </a:r>
            <a:endParaRPr sz="1100">
              <a:solidFill>
                <a:schemeClr val="lt1"/>
              </a:solidFill>
              <a:latin typeface="Georgia"/>
              <a:ea typeface="Georgia"/>
              <a:cs typeface="Georgia"/>
              <a:sym typeface="Georgi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1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rPr>
              <a:t>4. Technologies principales</a:t>
            </a:r>
            <a:endParaRPr sz="1100">
              <a:solidFill>
                <a:schemeClr val="lt1"/>
              </a:solidFill>
              <a:latin typeface="Georgia"/>
              <a:ea typeface="Georgia"/>
              <a:cs typeface="Georgia"/>
              <a:sym typeface="Georgi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1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rPr>
              <a:t>5. Architecture Symfony</a:t>
            </a:r>
            <a:endParaRPr sz="1100">
              <a:solidFill>
                <a:schemeClr val="lt1"/>
              </a:solidFill>
              <a:latin typeface="Georgia"/>
              <a:ea typeface="Georgia"/>
              <a:cs typeface="Georgia"/>
              <a:sym typeface="Georgi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1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rPr>
              <a:t>6. Parcours utilisateur</a:t>
            </a:r>
            <a:endParaRPr sz="1100">
              <a:solidFill>
                <a:schemeClr val="lt1"/>
              </a:solidFill>
              <a:latin typeface="Georgia"/>
              <a:ea typeface="Georgia"/>
              <a:cs typeface="Georgia"/>
              <a:sym typeface="Georgi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1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rPr>
              <a:t>7. Données et paiement</a:t>
            </a:r>
            <a:endParaRPr sz="1100">
              <a:solidFill>
                <a:schemeClr val="lt1"/>
              </a:solidFill>
              <a:latin typeface="Georgia"/>
              <a:ea typeface="Georgia"/>
              <a:cs typeface="Georgia"/>
              <a:sym typeface="Georgi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1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rPr>
              <a:t>8. Administration et sécurité</a:t>
            </a:r>
            <a:endParaRPr sz="1100">
              <a:solidFill>
                <a:schemeClr val="lt1"/>
              </a:solidFill>
              <a:latin typeface="Georgia"/>
              <a:ea typeface="Georgia"/>
              <a:cs typeface="Georgia"/>
              <a:sym typeface="Georgi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1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rPr>
              <a:t>9. Conclusion</a:t>
            </a:r>
            <a:endParaRPr sz="1100">
              <a:solidFill>
                <a:schemeClr val="lt1"/>
              </a:solidFill>
              <a:latin typeface="Georgia"/>
              <a:ea typeface="Georgia"/>
              <a:cs typeface="Georgia"/>
              <a:sym typeface="Georgi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chemeClr val="lt1"/>
              </a:solidFill>
              <a:latin typeface="Georgia"/>
              <a:ea typeface="Georgia"/>
              <a:cs typeface="Georgia"/>
              <a:sym typeface="Georgia"/>
            </a:endParaRPr>
          </a:p>
        </p:txBody>
      </p:sp>
      <p:sp>
        <p:nvSpPr>
          <p:cNvPr id="32051" name="Google Shape;32051;p34"/>
          <p:cNvSpPr txBox="1"/>
          <p:nvPr/>
        </p:nvSpPr>
        <p:spPr>
          <a:xfrm>
            <a:off x="3939350" y="339850"/>
            <a:ext cx="1588500" cy="49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fr-FR" sz="2000" u="none" cap="none" strike="noStrike">
                <a:solidFill>
                  <a:srgbClr val="000000"/>
                </a:solidFill>
                <a:latin typeface="Redressed"/>
                <a:ea typeface="Redressed"/>
                <a:cs typeface="Redressed"/>
                <a:sym typeface="Redressed"/>
              </a:rPr>
              <a:t>Sommaire</a:t>
            </a:r>
            <a:endParaRPr b="1" i="0" sz="20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55" name="Shape 32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6" name="Google Shape;32056;p35"/>
          <p:cNvSpPr txBox="1"/>
          <p:nvPr>
            <p:ph idx="4294967295" type="subTitle"/>
          </p:nvPr>
        </p:nvSpPr>
        <p:spPr>
          <a:xfrm>
            <a:off x="2391525" y="978325"/>
            <a:ext cx="6241500" cy="32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29545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4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Arial"/>
              <a:ea typeface="Arial"/>
              <a:cs typeface="Arial"/>
              <a:sym typeface="Arial"/>
            </a:endParaRPr>
          </a:p>
          <a:p>
            <a:pPr indent="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29545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29545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1" sz="200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7" name="Google Shape;32057;p35"/>
          <p:cNvSpPr txBox="1"/>
          <p:nvPr>
            <p:ph type="title"/>
          </p:nvPr>
        </p:nvSpPr>
        <p:spPr>
          <a:xfrm>
            <a:off x="106800" y="133675"/>
            <a:ext cx="8930400" cy="75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i="1" lang="fr-FR" sz="3200"/>
              <a:t>1 Présentation du projet</a:t>
            </a:r>
            <a:endParaRPr i="1" sz="3200"/>
          </a:p>
        </p:txBody>
      </p:sp>
      <p:pic>
        <p:nvPicPr>
          <p:cNvPr id="32058" name="Google Shape;32058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906000" y="2094101"/>
            <a:ext cx="4300101" cy="2586751"/>
          </a:xfrm>
          <a:prstGeom prst="rect">
            <a:avLst/>
          </a:prstGeom>
          <a:noFill/>
          <a:ln>
            <a:noFill/>
          </a:ln>
        </p:spPr>
      </p:pic>
      <p:pic>
        <p:nvPicPr>
          <p:cNvPr id="32059" name="Google Shape;32059;p35"/>
          <p:cNvPicPr preferRelativeResize="0"/>
          <p:nvPr/>
        </p:nvPicPr>
        <p:blipFill rotWithShape="1">
          <a:blip r:embed="rId4">
            <a:alphaModFix/>
          </a:blip>
          <a:srcRect b="0" l="13322" r="13322" t="0"/>
          <a:stretch/>
        </p:blipFill>
        <p:spPr>
          <a:xfrm>
            <a:off x="106800" y="978325"/>
            <a:ext cx="1976576" cy="3412323"/>
          </a:xfrm>
          <a:prstGeom prst="rect">
            <a:avLst/>
          </a:prstGeom>
          <a:noFill/>
          <a:ln cap="flat" cmpd="sng" w="38100">
            <a:solidFill>
              <a:srgbClr val="B80026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32060" name="Google Shape;32060;p35"/>
          <p:cNvSpPr txBox="1"/>
          <p:nvPr/>
        </p:nvSpPr>
        <p:spPr>
          <a:xfrm>
            <a:off x="2284500" y="884563"/>
            <a:ext cx="6088500" cy="119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200"/>
              <a:t>Kasutamu Pon est un site e-commerce inspiré de l'univers manga permettant à un utilisateur de personnaliser une figurine avant de l'ajouter à son panier. L'utilisateur peut choisir différentes options de personnalisation avant de finaliser sa commande.</a:t>
            </a:r>
            <a:endParaRPr sz="1200"/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64" name="Shape 3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65" name="Google Shape;32065;p36"/>
          <p:cNvSpPr txBox="1"/>
          <p:nvPr>
            <p:ph type="title"/>
          </p:nvPr>
        </p:nvSpPr>
        <p:spPr>
          <a:xfrm>
            <a:off x="1444725" y="263500"/>
            <a:ext cx="6254400" cy="9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fr-FR"/>
              <a:t>2 Objectif et besoin </a:t>
            </a:r>
            <a:endParaRPr/>
          </a:p>
        </p:txBody>
      </p:sp>
      <p:sp>
        <p:nvSpPr>
          <p:cNvPr id="32066" name="Google Shape;32066;p36"/>
          <p:cNvSpPr txBox="1"/>
          <p:nvPr>
            <p:ph idx="4" type="subTitle"/>
          </p:nvPr>
        </p:nvSpPr>
        <p:spPr>
          <a:xfrm>
            <a:off x="1736550" y="766875"/>
            <a:ext cx="6723300" cy="3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200">
                <a:solidFill>
                  <a:srgbClr val="141430"/>
                </a:solidFill>
                <a:latin typeface="Arial"/>
                <a:ea typeface="Arial"/>
                <a:cs typeface="Arial"/>
                <a:sym typeface="Arial"/>
              </a:rPr>
              <a:t>Objectif principal :</a:t>
            </a:r>
            <a:endParaRPr b="1" sz="1200">
              <a:solidFill>
                <a:srgbClr val="14143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200">
                <a:solidFill>
                  <a:srgbClr val="141430"/>
                </a:solidFill>
                <a:latin typeface="Arial"/>
                <a:ea typeface="Arial"/>
                <a:cs typeface="Arial"/>
                <a:sym typeface="Arial"/>
              </a:rPr>
              <a:t>Créer un site e-commerce autour de la personnalisation de figurines manga.</a:t>
            </a:r>
            <a:endParaRPr b="1" sz="1200">
              <a:solidFill>
                <a:srgbClr val="14143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200">
                <a:solidFill>
                  <a:srgbClr val="141430"/>
                </a:solidFill>
                <a:latin typeface="Arial"/>
                <a:ea typeface="Arial"/>
                <a:cs typeface="Arial"/>
                <a:sym typeface="Arial"/>
              </a:rPr>
              <a:t>Fonctionnalités attendues :</a:t>
            </a:r>
            <a:endParaRPr b="1" sz="1200">
              <a:solidFill>
                <a:srgbClr val="14143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200">
                <a:solidFill>
                  <a:srgbClr val="141430"/>
                </a:solidFill>
                <a:latin typeface="Arial"/>
                <a:ea typeface="Arial"/>
                <a:cs typeface="Arial"/>
                <a:sym typeface="Arial"/>
              </a:rPr>
              <a:t>• catalogue</a:t>
            </a:r>
            <a:endParaRPr b="1" sz="1200">
              <a:solidFill>
                <a:srgbClr val="14143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200">
                <a:solidFill>
                  <a:srgbClr val="141430"/>
                </a:solidFill>
                <a:latin typeface="Arial"/>
                <a:ea typeface="Arial"/>
                <a:cs typeface="Arial"/>
                <a:sym typeface="Arial"/>
              </a:rPr>
              <a:t>• personnalisation</a:t>
            </a:r>
            <a:endParaRPr b="1" sz="1200">
              <a:solidFill>
                <a:srgbClr val="14143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200">
                <a:solidFill>
                  <a:srgbClr val="141430"/>
                </a:solidFill>
                <a:latin typeface="Arial"/>
                <a:ea typeface="Arial"/>
                <a:cs typeface="Arial"/>
                <a:sym typeface="Arial"/>
              </a:rPr>
              <a:t>• panier</a:t>
            </a:r>
            <a:endParaRPr b="1" sz="1200">
              <a:solidFill>
                <a:srgbClr val="14143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200">
                <a:solidFill>
                  <a:srgbClr val="141430"/>
                </a:solidFill>
                <a:latin typeface="Arial"/>
                <a:ea typeface="Arial"/>
                <a:cs typeface="Arial"/>
                <a:sym typeface="Arial"/>
              </a:rPr>
              <a:t>• inscription</a:t>
            </a:r>
            <a:endParaRPr b="1" sz="1200">
              <a:solidFill>
                <a:srgbClr val="14143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200">
                <a:solidFill>
                  <a:srgbClr val="141430"/>
                </a:solidFill>
                <a:latin typeface="Arial"/>
                <a:ea typeface="Arial"/>
                <a:cs typeface="Arial"/>
                <a:sym typeface="Arial"/>
              </a:rPr>
              <a:t>• connexion</a:t>
            </a:r>
            <a:endParaRPr b="1" sz="1200">
              <a:solidFill>
                <a:srgbClr val="14143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200">
                <a:solidFill>
                  <a:srgbClr val="141430"/>
                </a:solidFill>
                <a:latin typeface="Arial"/>
                <a:ea typeface="Arial"/>
                <a:cs typeface="Arial"/>
                <a:sym typeface="Arial"/>
              </a:rPr>
              <a:t>• interface simple</a:t>
            </a:r>
            <a:endParaRPr b="1" sz="1200">
              <a:solidFill>
                <a:srgbClr val="14143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3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 sz="13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300"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067" name="Google Shape;32067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33525" y="2095600"/>
            <a:ext cx="4087601" cy="19967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71" name="Shape 32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72" name="Google Shape;32072;p37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lang="fr-FR"/>
              <a:t>3 </a:t>
            </a:r>
            <a:r>
              <a:rPr lang="fr-FR"/>
              <a:t>Maquettes Figma</a:t>
            </a:r>
            <a:r>
              <a:rPr lang="fr-FR"/>
              <a:t> </a:t>
            </a:r>
            <a:endParaRPr/>
          </a:p>
        </p:txBody>
      </p:sp>
      <p:sp>
        <p:nvSpPr>
          <p:cNvPr id="32073" name="Google Shape;32073;p37"/>
          <p:cNvSpPr txBox="1"/>
          <p:nvPr/>
        </p:nvSpPr>
        <p:spPr>
          <a:xfrm>
            <a:off x="1924575" y="3229725"/>
            <a:ext cx="10143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1200"/>
              </a:spcBef>
              <a:spcAft>
                <a:spcPts val="20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i="0" lang="fr-FR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🖥️ Desktop</a:t>
            </a:r>
            <a:endParaRPr b="1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4" name="Google Shape;32074;p37"/>
          <p:cNvSpPr txBox="1"/>
          <p:nvPr/>
        </p:nvSpPr>
        <p:spPr>
          <a:xfrm>
            <a:off x="4232963" y="3270425"/>
            <a:ext cx="13338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1200"/>
              </a:spcBef>
              <a:spcAft>
                <a:spcPts val="20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i="0" lang="fr-FR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📱 Tablette</a:t>
            </a:r>
            <a:endParaRPr b="1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5" name="Google Shape;32075;p37"/>
          <p:cNvSpPr txBox="1"/>
          <p:nvPr/>
        </p:nvSpPr>
        <p:spPr>
          <a:xfrm>
            <a:off x="6622125" y="3229725"/>
            <a:ext cx="11682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1200"/>
              </a:spcBef>
              <a:spcAft>
                <a:spcPts val="20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i="0" lang="fr-FR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📲 Mobile</a:t>
            </a:r>
            <a:endParaRPr b="1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076" name="Google Shape;32076;p37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518875" y="1680400"/>
            <a:ext cx="2143251" cy="13736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2077" name="Google Shape;32077;p37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3909500" y="1700751"/>
            <a:ext cx="2210069" cy="13736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2078" name="Google Shape;32078;p37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857850" y="938797"/>
            <a:ext cx="1014300" cy="21939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82" name="Shape 32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83" name="Google Shape;32083;p38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</a:pPr>
            <a:r>
              <a:rPr b="0" lang="fr-FR" sz="2900"/>
              <a:t>4 Technologies principales</a:t>
            </a:r>
            <a:endParaRPr b="0" sz="2900"/>
          </a:p>
        </p:txBody>
      </p:sp>
      <p:sp>
        <p:nvSpPr>
          <p:cNvPr id="32084" name="Google Shape;32084;p38"/>
          <p:cNvSpPr txBox="1"/>
          <p:nvPr/>
        </p:nvSpPr>
        <p:spPr>
          <a:xfrm>
            <a:off x="1695900" y="846675"/>
            <a:ext cx="6477000" cy="324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200"/>
              <a:t>    Docker</a:t>
            </a:r>
            <a:endParaRPr sz="1200"/>
          </a:p>
          <a:p>
            <a:pPr indent="0" lvl="0" marL="15240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200"/>
              <a:t>Permet de lancer le projet avec tous les services nécessaires (PHP, MySQL, Nginx et phpMyAdmin) dans le même environnement.</a:t>
            </a:r>
            <a:endParaRPr sz="1200"/>
          </a:p>
          <a:p>
            <a:pPr indent="0" lvl="0" marL="15240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200"/>
              <a:t> </a:t>
            </a:r>
            <a:endParaRPr sz="1200"/>
          </a:p>
          <a:p>
            <a:pPr indent="0" lvl="0" marL="15240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200"/>
              <a:t>Symfony</a:t>
            </a:r>
            <a:endParaRPr sz="1200"/>
          </a:p>
          <a:p>
            <a:pPr indent="0" lvl="0" marL="15240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200"/>
              <a:t>Framework PHP utilisé pour développer le site, gérer les routes, les contrôleurs, les vues et la base de données. </a:t>
            </a:r>
            <a:endParaRPr sz="1200"/>
          </a:p>
          <a:p>
            <a:pPr indent="0" lvl="0" marL="15240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  <a:p>
            <a:pPr indent="0" lvl="0" marL="15240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0" i="0" lang="fr-FR" sz="12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MakeHuman</a:t>
            </a:r>
            <a:endParaRPr/>
          </a:p>
          <a:p>
            <a:pPr indent="0" lvl="0" marL="15240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fr-FR" sz="1200"/>
              <a:t>Logiciel utilisé pour créer les modèles de figurines avant de les intégrer au projet. </a:t>
            </a:r>
            <a:endParaRPr b="0" i="0" sz="12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085" name="Google Shape;32085;p3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236487" y="1704337"/>
            <a:ext cx="1048812" cy="573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32086" name="Google Shape;32086;p38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5293150" y="2776511"/>
            <a:ext cx="935467" cy="698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2087" name="Google Shape;32087;p38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5360988" y="3973825"/>
            <a:ext cx="799799" cy="517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91" name="Shape 32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92" name="Google Shape;32092;p39"/>
          <p:cNvSpPr txBox="1"/>
          <p:nvPr>
            <p:ph type="title"/>
          </p:nvPr>
        </p:nvSpPr>
        <p:spPr>
          <a:xfrm>
            <a:off x="1444725" y="263500"/>
            <a:ext cx="6254400" cy="9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fr-FR"/>
              <a:t>5 Architecture Symfony</a:t>
            </a:r>
            <a:endParaRPr/>
          </a:p>
        </p:txBody>
      </p:sp>
      <p:sp>
        <p:nvSpPr>
          <p:cNvPr id="32093" name="Google Shape;32093;p39"/>
          <p:cNvSpPr txBox="1"/>
          <p:nvPr>
            <p:ph idx="4" type="subTitle"/>
          </p:nvPr>
        </p:nvSpPr>
        <p:spPr>
          <a:xfrm>
            <a:off x="1758450" y="861125"/>
            <a:ext cx="5856000" cy="32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5 Architecture Symfony</a:t>
            </a:r>
            <a:endParaRPr b="1"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Architecture MVC</a:t>
            </a:r>
            <a:endParaRPr b="1"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286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Controllers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286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Templates Twig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286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Repository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286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Entity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286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Public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MVC : le controller traite l'action, le repository recupere les donnees, Twig affiche la page.</a:t>
            </a:r>
            <a:endParaRPr b="1" sz="12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>
              </a:t>
            </a:r>
            <a:endParaRPr b="1"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>
              </a:t>
            </a:r>
            <a:endParaRPr b="1"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094" name="Google Shape;32094;p39"/>
          <p:cNvPicPr preferRelativeResize="0"/>
          <p:nvPr/>
        </p:nvPicPr>
        <p:blipFill rotWithShape="1">
          <a:blip r:embed="rId3">
            <a:alphaModFix/>
          </a:blip>
          <a:srcRect b="0" l="45744" r="0" t="0"/>
          <a:stretch/>
        </p:blipFill>
        <p:spPr>
          <a:xfrm>
            <a:off x="4034150" y="1071250"/>
            <a:ext cx="2953902" cy="16319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98" name="Shape 32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99" name="Google Shape;32099;p40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6 Parcours utilisateur</a:t>
            </a:r>
            <a:endParaRPr b="0" sz="2900"/>
          </a:p>
        </p:txBody>
      </p:sp>
      <p:sp>
        <p:nvSpPr>
          <p:cNvPr id="32100" name="Google Shape;32100;p40"/>
          <p:cNvSpPr txBox="1"/>
          <p:nvPr>
            <p:ph idx="4" type="subTitle"/>
          </p:nvPr>
        </p:nvSpPr>
        <p:spPr>
          <a:xfrm>
            <a:off x="1741275" y="1025075"/>
            <a:ext cx="6477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Fil conducteur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🏠 </a:t>
            </a:r>
            <a:r>
              <a:rPr b="1"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Accueil</a:t>
            </a: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→ 🔐 </a:t>
            </a:r>
            <a:r>
              <a:rPr b="1"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Inscription</a:t>
            </a: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→ 🔑 </a:t>
            </a:r>
            <a:r>
              <a:rPr b="1"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Connexion</a:t>
            </a: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→ 🛍️ </a:t>
            </a:r>
            <a:r>
              <a:rPr b="1"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Catalogue</a:t>
            </a: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→ 🎨 </a:t>
            </a:r>
            <a:r>
              <a:rPr b="1"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Personnalisation</a:t>
            </a: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→ 🛒 </a:t>
            </a:r>
            <a:r>
              <a:rPr b="1"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Panier</a:t>
            </a: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→ 💳 </a:t>
            </a:r>
            <a:r>
              <a:rPr b="1"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Paiement</a:t>
            </a: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→ ✅ </a:t>
            </a:r>
            <a:r>
              <a:rPr b="1"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Confirmation</a:t>
            </a: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
              </a:t>
            </a:r>
            <a:endParaRPr sz="1300"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>
              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Objectif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Suivre un utilisateur, puis montrer les preuves techniques au bon moment.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04" name="Shape 32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05" name="Google Shape;32105;p41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7 Inscription et connexion</a:t>
            </a:r>
            <a:endParaRPr b="0" sz="2900"/>
          </a:p>
        </p:txBody>
      </p:sp>
      <p:sp>
        <p:nvSpPr>
          <p:cNvPr id="32106" name="Google Shape;32106;p41"/>
          <p:cNvSpPr txBox="1"/>
          <p:nvPr>
            <p:ph idx="4" type="subTitle"/>
          </p:nvPr>
        </p:nvSpPr>
        <p:spPr>
          <a:xfrm>
            <a:off x="1772600" y="937500"/>
            <a:ext cx="3360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Inscription / connexion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Creation du compte utilisateur.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Verification en base : ROLE_USER.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Controller : formulaire + hash.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Doctrine : persist() puis flush().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Connexion geree par Security.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>
              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107" name="Google Shape;32107;p4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220000" y="1740000"/>
            <a:ext cx="3230000" cy="1402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11" name="Shape 32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12" name="Google Shape;32112;p42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8 Catalogue</a:t>
            </a:r>
            <a:endParaRPr b="0" sz="2900"/>
          </a:p>
        </p:txBody>
      </p:sp>
      <p:sp>
        <p:nvSpPr>
          <p:cNvPr id="32113" name="Google Shape;32113;p42"/>
          <p:cNvSpPr txBox="1"/>
          <p:nvPr>
            <p:ph idx="4" type="subTitle"/>
          </p:nvPr>
        </p:nvSpPr>
        <p:spPr>
          <a:xfrm>
            <a:off x="1699700" y="862600"/>
            <a:ext cx="3360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Catalogue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L'utilisateur consulte les figurines.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Le controller appelle le Repository.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findAll() recupere les donnees.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Twig affiche les cartes produit.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Le code explique la partie technique.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>
              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114" name="Google Shape;32114;p4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220000" y="1740000"/>
            <a:ext cx="3230000" cy="1402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18" name="Shape 32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19" name="Google Shape;32119;p43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9 Personnalisation</a:t>
            </a:r>
            <a:endParaRPr b="0" sz="2900"/>
          </a:p>
        </p:txBody>
      </p:sp>
      <p:sp>
        <p:nvSpPr>
          <p:cNvPr id="32120" name="Google Shape;32120;p43"/>
          <p:cNvSpPr txBox="1"/>
          <p:nvPr>
            <p:ph idx="4" type="subTitle"/>
          </p:nvPr>
        </p:nvSpPr>
        <p:spPr>
          <a:xfrm>
            <a:off x="1674725" y="999925"/>
            <a:ext cx="3360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Personnalisation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L'utilisateur choisit une figurine.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Les options modifient l'affichage.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Le prix se met a jour.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Le choix est prepare pour le panier.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Je montre surtout l'interaction.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>
              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121" name="Google Shape;32121;p4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220000" y="1740000"/>
            <a:ext cx="3230000" cy="1402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25" name="Shape 3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26" name="Google Shape;32126;p44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10 Panier</a:t>
            </a:r>
            <a:endParaRPr b="0" sz="2900"/>
          </a:p>
        </p:txBody>
      </p:sp>
      <p:sp>
        <p:nvSpPr>
          <p:cNvPr id="32127" name="Google Shape;32127;p44"/>
          <p:cNvSpPr txBox="1"/>
          <p:nvPr>
            <p:ph idx="4" type="subTitle"/>
          </p:nvPr>
        </p:nvSpPr>
        <p:spPr>
          <a:xfrm>
            <a:off x="1712175" y="912525"/>
            <a:ext cx="3360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Panier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Le panier garde les choix en session.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Chaque ligne calcule son total.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L'utilisateur peut modifier ou supprimer.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Le total general prepare la commande.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Je separe session et base de donnees.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>
              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128" name="Google Shape;32128;p4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220000" y="1740000"/>
            <a:ext cx="3230000" cy="1402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32" name="Shape 32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33" name="Google Shape;32133;p45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11 Paiement Stripe</a:t>
            </a:r>
            <a:endParaRPr b="0" sz="2900"/>
          </a:p>
        </p:txBody>
      </p:sp>
      <p:sp>
        <p:nvSpPr>
          <p:cNvPr id="32134" name="Google Shape;32134;p45"/>
          <p:cNvSpPr txBox="1"/>
          <p:nvPr>
            <p:ph idx="4" type="subTitle"/>
          </p:nvPr>
        </p:nvSpPr>
        <p:spPr>
          <a:xfrm>
            <a:off x="1787075" y="937525"/>
            <a:ext cx="3360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Paiement Stripe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Creation d'une session Stripe.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Montant envoye au service de paiement.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Redirection vers Checkout.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Retour succes ou annulation.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Aucune carte bancaire stockee.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>
              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135" name="Google Shape;32135;p4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220000" y="1740000"/>
            <a:ext cx="3230000" cy="1402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39" name="Shape 32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40" name="Google Shape;32140;p46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12 MakeHuman et figurines</a:t>
            </a:r>
            <a:endParaRPr b="0" sz="2900"/>
          </a:p>
        </p:txBody>
      </p:sp>
      <p:sp>
        <p:nvSpPr>
          <p:cNvPr id="32141" name="Google Shape;32141;p46"/>
          <p:cNvSpPr txBox="1"/>
          <p:nvPr>
            <p:ph idx="4" type="subTitle"/>
          </p:nvPr>
        </p:nvSpPr>
        <p:spPr>
          <a:xfrm>
            <a:off x="1699675" y="837625"/>
            <a:ext cx="3360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Creation des figurines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Base de personnage générée puis adaptée au style du projet.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Objectif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Obtenir des visuels coherents.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Integration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Export des visuels.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Ajout dans public/images.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Affichage dans les templates Twig.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142" name="Google Shape;32142;p4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150000" y="1550000"/>
            <a:ext cx="3300502" cy="1894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46" name="Shape 32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47" name="Google Shape;32147;p47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13 MCD</a:t>
            </a:r>
            <a:endParaRPr b="0" sz="2900"/>
          </a:p>
        </p:txBody>
      </p:sp>
      <p:sp>
        <p:nvSpPr>
          <p:cNvPr id="32148" name="Google Shape;32148;p47"/>
          <p:cNvSpPr txBox="1"/>
          <p:nvPr>
            <p:ph idx="4" type="subTitle"/>
          </p:nvPr>
        </p:nvSpPr>
        <p:spPr>
          <a:xfrm>
            <a:off x="1450000" y="950000"/>
            <a:ext cx="3360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Modèle métier</a:t>
            </a:r>
            <a:endParaRPr sz="1300"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Le MCD présente les entités métier et leurs relations.</a:t>
            </a:r>
            <a:endParaRPr sz="1300"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Entités principales</a:t>
            </a:r>
            <a:endParaRPr sz="1300"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Utilisateur, Commande, Figurine, Personnalisation, Paiement.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149" name="Google Shape;32149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899246" y="1505638"/>
            <a:ext cx="3649999" cy="25082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53" name="Shape 32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4" name="Google Shape;32154;p48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14 MLD</a:t>
            </a:r>
            <a:endParaRPr b="0" sz="2900"/>
          </a:p>
        </p:txBody>
      </p:sp>
      <p:sp>
        <p:nvSpPr>
          <p:cNvPr id="32155" name="Google Shape;32155;p48"/>
          <p:cNvSpPr txBox="1"/>
          <p:nvPr>
            <p:ph idx="4" type="subTitle"/>
          </p:nvPr>
        </p:nvSpPr>
        <p:spPr>
          <a:xfrm>
            <a:off x="1450000" y="950000"/>
            <a:ext cx="3360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Tables et clés</a:t>
            </a:r>
            <a:endParaRPr sz="1300"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Le MLD traduit le modèle métier en tables MySQL.</a:t>
            </a:r>
            <a:endParaRPr sz="1300"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Points clés</a:t>
            </a:r>
            <a:endParaRPr sz="1300"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Clés primaires, clés étrangères, relations et entités Doctrine.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156" name="Google Shape;32156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140000" y="1510000"/>
            <a:ext cx="3650000" cy="238653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60" name="Shape 32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61" name="Google Shape;32161;p49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15 EasyAdmin</a:t>
            </a:r>
            <a:endParaRPr b="0" sz="2900"/>
          </a:p>
        </p:txBody>
      </p:sp>
      <p:sp>
        <p:nvSpPr>
          <p:cNvPr id="32162" name="Google Shape;32162;p49"/>
          <p:cNvSpPr txBox="1"/>
          <p:nvPr>
            <p:ph idx="4" type="subTitle"/>
          </p:nvPr>
        </p:nvSpPr>
        <p:spPr>
          <a:xfrm>
            <a:off x="1752600" y="889000"/>
            <a:ext cx="6477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Back-office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EasyAdmin permet d'administrer les données principales du projet.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2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Gestion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Figurines, commandes, paiements, utilisateurs.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2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Interet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CRUD rapide, utile pour vérifier et corriger les données.</a:t>
            </a:r>
            <a:endParaRPr sz="12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66" name="Shape 32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67" name="Google Shape;32167;p50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b="0" lang="fr-FR" sz="2900"/>
              <a:t>16 </a:t>
            </a:r>
            <a:r>
              <a:rPr b="0" lang="fr-FR" sz="2900"/>
              <a:t>Sécurité</a:t>
            </a:r>
            <a:endParaRPr b="0" sz="2900"/>
          </a:p>
        </p:txBody>
      </p:sp>
      <p:sp>
        <p:nvSpPr>
          <p:cNvPr id="32168" name="Google Shape;32168;p50"/>
          <p:cNvSpPr txBox="1"/>
          <p:nvPr>
            <p:ph idx="4" type="subTitle"/>
          </p:nvPr>
        </p:nvSpPr>
        <p:spPr>
          <a:xfrm>
            <a:off x="1712175" y="937500"/>
            <a:ext cx="3360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50800" lIns="76200" spcFirstLastPara="1" rIns="76200" wrap="square" tIns="50800">
            <a:noAutofit/>
          </a:bodyPr>
          <a:lstStyle/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Sécurité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Mots de passe hashés.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Authentification avec Symfony Security.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Protection CSRF sur les formulaires.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Variables sensibles dans l'environnement.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• Clé Stripe gardée côté serveur.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9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2169" name="Google Shape;32169;p50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220000" y="1740000"/>
            <a:ext cx="3230000" cy="1402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73" name="Shape 32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74" name="Google Shape;32174;p51"/>
          <p:cNvSpPr txBox="1"/>
          <p:nvPr>
            <p:ph type="title"/>
          </p:nvPr>
        </p:nvSpPr>
        <p:spPr>
          <a:xfrm>
            <a:off x="1091250" y="220000"/>
            <a:ext cx="6961500" cy="9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</a:pPr>
            <a:r>
              <a:rPr b="0" lang="fr-FR" sz="2900"/>
              <a:t>17 Conclusion</a:t>
            </a:r>
            <a:endParaRPr b="0" sz="2900"/>
          </a:p>
        </p:txBody>
      </p:sp>
      <p:sp>
        <p:nvSpPr>
          <p:cNvPr id="32175" name="Google Shape;32175;p51"/>
          <p:cNvSpPr txBox="1"/>
          <p:nvPr>
            <p:ph idx="4" type="subTitle"/>
          </p:nvPr>
        </p:nvSpPr>
        <p:spPr>
          <a:xfrm>
            <a:off x="1752600" y="889000"/>
            <a:ext cx="6477000" cy="361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Competences acquises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Symfony, Twig, Doctrine, Docker, Stripe et EasyAdmin.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2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Difficultes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Responsive, panier en session, paiement Stripe et environnement Docker.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sz="12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Ameliorations possibles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600"/>
              <a:buNone/>
            </a:pPr>
            <a:r>
              <a:rPr lang="fr-FR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Gestion du stock, historique client, suivi des paiements et emails.</a:t>
            </a:r>
            <a:endParaRPr sz="12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Japan's National Foundation Day by Slidesgo">
  <a:themeElements>
    <a:clrScheme name="Simple Light">
      <a:dk1>
        <a:srgbClr val="242348"/>
      </a:dk1>
      <a:lt1>
        <a:srgbClr val="FFFFFF"/>
      </a:lt1>
      <a:dk2>
        <a:srgbClr val="595959"/>
      </a:dk2>
      <a:lt2>
        <a:srgbClr val="EEEEEE"/>
      </a:lt2>
      <a:accent1>
        <a:srgbClr val="B80026"/>
      </a:accent1>
      <a:accent2>
        <a:srgbClr val="FCF1E6"/>
      </a:accent2>
      <a:accent3>
        <a:srgbClr val="DFC298"/>
      </a:accent3>
      <a:accent4>
        <a:srgbClr val="242348"/>
      </a:accent4>
      <a:accent5>
        <a:srgbClr val="DE5975"/>
      </a:accent5>
      <a:accent6>
        <a:srgbClr val="202043"/>
      </a:accent6>
      <a:hlink>
        <a:srgbClr val="B8002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